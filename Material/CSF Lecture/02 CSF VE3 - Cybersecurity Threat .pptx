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7"/>
  </p:notesMasterIdLst>
  <p:handoutMasterIdLst>
    <p:handoutMasterId r:id="rId38"/>
  </p:handoutMasterIdLst>
  <p:sldIdLst>
    <p:sldId id="256" r:id="rId2"/>
    <p:sldId id="299" r:id="rId3"/>
    <p:sldId id="298" r:id="rId4"/>
    <p:sldId id="300" r:id="rId5"/>
    <p:sldId id="323" r:id="rId6"/>
    <p:sldId id="275" r:id="rId7"/>
    <p:sldId id="274" r:id="rId8"/>
    <p:sldId id="305" r:id="rId9"/>
    <p:sldId id="307" r:id="rId10"/>
    <p:sldId id="306" r:id="rId11"/>
    <p:sldId id="308" r:id="rId12"/>
    <p:sldId id="277" r:id="rId13"/>
    <p:sldId id="310" r:id="rId14"/>
    <p:sldId id="312" r:id="rId15"/>
    <p:sldId id="313" r:id="rId16"/>
    <p:sldId id="317" r:id="rId17"/>
    <p:sldId id="318" r:id="rId18"/>
    <p:sldId id="319" r:id="rId19"/>
    <p:sldId id="315" r:id="rId20"/>
    <p:sldId id="320" r:id="rId21"/>
    <p:sldId id="321" r:id="rId22"/>
    <p:sldId id="327" r:id="rId23"/>
    <p:sldId id="316" r:id="rId24"/>
    <p:sldId id="322" r:id="rId25"/>
    <p:sldId id="328" r:id="rId26"/>
    <p:sldId id="264" r:id="rId27"/>
    <p:sldId id="263" r:id="rId28"/>
    <p:sldId id="265" r:id="rId29"/>
    <p:sldId id="266" r:id="rId30"/>
    <p:sldId id="267" r:id="rId31"/>
    <p:sldId id="271" r:id="rId32"/>
    <p:sldId id="390" r:id="rId33"/>
    <p:sldId id="268" r:id="rId34"/>
    <p:sldId id="269" r:id="rId35"/>
    <p:sldId id="297" r:id="rId36"/>
  </p:sldIdLst>
  <p:sldSz cx="9144000" cy="6858000" type="screen4x3"/>
  <p:notesSz cx="6807200" cy="9939338"/>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62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128"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reeda Mohd Fauzee" userId="317b9630-3a1f-4d7a-ad9a-4df797433863" providerId="ADAL" clId="{B9C6DE16-1454-4774-9492-4F0D7A55CB8E}"/>
    <pc:docChg chg="delSld">
      <pc:chgData name="Zaireeda Mohd Fauzee" userId="317b9630-3a1f-4d7a-ad9a-4df797433863" providerId="ADAL" clId="{B9C6DE16-1454-4774-9492-4F0D7A55CB8E}" dt="2025-02-19T06:25:31.004" v="0" actId="47"/>
      <pc:docMkLst>
        <pc:docMk/>
      </pc:docMkLst>
      <pc:sldChg chg="del">
        <pc:chgData name="Zaireeda Mohd Fauzee" userId="317b9630-3a1f-4d7a-ad9a-4df797433863" providerId="ADAL" clId="{B9C6DE16-1454-4774-9492-4F0D7A55CB8E}" dt="2025-02-19T06:25:31.004" v="0" actId="47"/>
        <pc:sldMkLst>
          <pc:docMk/>
          <pc:sldMk cId="3740006629" sldId="262"/>
        </pc:sldMkLst>
      </pc:sldChg>
    </pc:docChg>
  </pc:docChgLst>
  <pc:docChgLst>
    <pc:chgData name="Zaireeda Mohd Fauzee" userId="317b9630-3a1f-4d7a-ad9a-4df797433863" providerId="ADAL" clId="{D7C7CC31-F72A-4739-858A-B0C0CF71F457}"/>
    <pc:docChg chg="undo redo custSel addSld delSld modSld sldOrd">
      <pc:chgData name="Zaireeda Mohd Fauzee" userId="317b9630-3a1f-4d7a-ad9a-4df797433863" providerId="ADAL" clId="{D7C7CC31-F72A-4739-858A-B0C0CF71F457}" dt="2023-08-15T07:48:21.767" v="1732" actId="20577"/>
      <pc:docMkLst>
        <pc:docMk/>
      </pc:docMkLst>
      <pc:sldChg chg="addSp delSp modSp del mod">
        <pc:chgData name="Zaireeda Mohd Fauzee" userId="317b9630-3a1f-4d7a-ad9a-4df797433863" providerId="ADAL" clId="{D7C7CC31-F72A-4739-858A-B0C0CF71F457}" dt="2023-08-14T17:12:17.498" v="1414" actId="47"/>
        <pc:sldMkLst>
          <pc:docMk/>
          <pc:sldMk cId="784402195" sldId="261"/>
        </pc:sldMkLst>
      </pc:sldChg>
      <pc:sldChg chg="modSp add mod">
        <pc:chgData name="Zaireeda Mohd Fauzee" userId="317b9630-3a1f-4d7a-ad9a-4df797433863" providerId="ADAL" clId="{D7C7CC31-F72A-4739-858A-B0C0CF71F457}" dt="2023-08-14T17:04:56.229" v="1302" actId="5793"/>
        <pc:sldMkLst>
          <pc:docMk/>
          <pc:sldMk cId="3740006629" sldId="262"/>
        </pc:sldMkLst>
      </pc:sldChg>
      <pc:sldChg chg="delSp modSp mod">
        <pc:chgData name="Zaireeda Mohd Fauzee" userId="317b9630-3a1f-4d7a-ad9a-4df797433863" providerId="ADAL" clId="{D7C7CC31-F72A-4739-858A-B0C0CF71F457}" dt="2023-08-14T17:06:33.664" v="1311" actId="113"/>
        <pc:sldMkLst>
          <pc:docMk/>
          <pc:sldMk cId="3098268362" sldId="263"/>
        </pc:sldMkLst>
      </pc:sldChg>
      <pc:sldChg chg="modSp add mod">
        <pc:chgData name="Zaireeda Mohd Fauzee" userId="317b9630-3a1f-4d7a-ad9a-4df797433863" providerId="ADAL" clId="{D7C7CC31-F72A-4739-858A-B0C0CF71F457}" dt="2023-08-14T17:03:11.793" v="1292" actId="115"/>
        <pc:sldMkLst>
          <pc:docMk/>
          <pc:sldMk cId="3553846534" sldId="264"/>
        </pc:sldMkLst>
      </pc:sldChg>
      <pc:sldChg chg="delSp modSp mod">
        <pc:chgData name="Zaireeda Mohd Fauzee" userId="317b9630-3a1f-4d7a-ad9a-4df797433863" providerId="ADAL" clId="{D7C7CC31-F72A-4739-858A-B0C0CF71F457}" dt="2023-08-14T17:07:34.188" v="1314" actId="207"/>
        <pc:sldMkLst>
          <pc:docMk/>
          <pc:sldMk cId="2844029267" sldId="265"/>
        </pc:sldMkLst>
      </pc:sldChg>
      <pc:sldChg chg="delSp modSp mod">
        <pc:chgData name="Zaireeda Mohd Fauzee" userId="317b9630-3a1f-4d7a-ad9a-4df797433863" providerId="ADAL" clId="{D7C7CC31-F72A-4739-858A-B0C0CF71F457}" dt="2023-08-14T17:08:04.837" v="1321" actId="14100"/>
        <pc:sldMkLst>
          <pc:docMk/>
          <pc:sldMk cId="151280508" sldId="266"/>
        </pc:sldMkLst>
      </pc:sldChg>
      <pc:sldChg chg="modSp mod">
        <pc:chgData name="Zaireeda Mohd Fauzee" userId="317b9630-3a1f-4d7a-ad9a-4df797433863" providerId="ADAL" clId="{D7C7CC31-F72A-4739-858A-B0C0CF71F457}" dt="2023-08-14T17:08:17.730" v="1322" actId="207"/>
        <pc:sldMkLst>
          <pc:docMk/>
          <pc:sldMk cId="2400885875" sldId="267"/>
        </pc:sldMkLst>
      </pc:sldChg>
      <pc:sldChg chg="delSp modSp mod">
        <pc:chgData name="Zaireeda Mohd Fauzee" userId="317b9630-3a1f-4d7a-ad9a-4df797433863" providerId="ADAL" clId="{D7C7CC31-F72A-4739-858A-B0C0CF71F457}" dt="2023-08-14T17:08:54.371" v="1324" actId="478"/>
        <pc:sldMkLst>
          <pc:docMk/>
          <pc:sldMk cId="890519680" sldId="268"/>
        </pc:sldMkLst>
      </pc:sldChg>
      <pc:sldChg chg="delSp modSp mod">
        <pc:chgData name="Zaireeda Mohd Fauzee" userId="317b9630-3a1f-4d7a-ad9a-4df797433863" providerId="ADAL" clId="{D7C7CC31-F72A-4739-858A-B0C0CF71F457}" dt="2023-08-14T17:09:48.055" v="1330" actId="478"/>
        <pc:sldMkLst>
          <pc:docMk/>
          <pc:sldMk cId="1029268997" sldId="269"/>
        </pc:sldMkLst>
      </pc:sldChg>
      <pc:sldChg chg="modSp add mod ord">
        <pc:chgData name="Zaireeda Mohd Fauzee" userId="317b9630-3a1f-4d7a-ad9a-4df797433863" providerId="ADAL" clId="{D7C7CC31-F72A-4739-858A-B0C0CF71F457}" dt="2023-08-14T17:14:44.483" v="1621"/>
        <pc:sldMkLst>
          <pc:docMk/>
          <pc:sldMk cId="3211869600" sldId="271"/>
        </pc:sldMkLst>
      </pc:sldChg>
      <pc:sldChg chg="modSp add">
        <pc:chgData name="Zaireeda Mohd Fauzee" userId="317b9630-3a1f-4d7a-ad9a-4df797433863" providerId="ADAL" clId="{D7C7CC31-F72A-4739-858A-B0C0CF71F457}" dt="2023-08-14T15:18:52.191" v="257"/>
        <pc:sldMkLst>
          <pc:docMk/>
          <pc:sldMk cId="3995658456" sldId="274"/>
        </pc:sldMkLst>
      </pc:sldChg>
      <pc:sldChg chg="addSp delSp modSp mod modAnim">
        <pc:chgData name="Zaireeda Mohd Fauzee" userId="317b9630-3a1f-4d7a-ad9a-4df797433863" providerId="ADAL" clId="{D7C7CC31-F72A-4739-858A-B0C0CF71F457}" dt="2023-08-14T14:59:57.209" v="256" actId="1038"/>
        <pc:sldMkLst>
          <pc:docMk/>
          <pc:sldMk cId="472553313" sldId="275"/>
        </pc:sldMkLst>
      </pc:sldChg>
      <pc:sldChg chg="modSp add">
        <pc:chgData name="Zaireeda Mohd Fauzee" userId="317b9630-3a1f-4d7a-ad9a-4df797433863" providerId="ADAL" clId="{D7C7CC31-F72A-4739-858A-B0C0CF71F457}" dt="2023-08-14T15:46:52.503" v="464" actId="1076"/>
        <pc:sldMkLst>
          <pc:docMk/>
          <pc:sldMk cId="4255745046" sldId="277"/>
        </pc:sldMkLst>
      </pc:sldChg>
      <pc:sldChg chg="delSp mod">
        <pc:chgData name="Zaireeda Mohd Fauzee" userId="317b9630-3a1f-4d7a-ad9a-4df797433863" providerId="ADAL" clId="{D7C7CC31-F72A-4739-858A-B0C0CF71F457}" dt="2023-08-14T17:09:45.337" v="1329" actId="478"/>
        <pc:sldMkLst>
          <pc:docMk/>
          <pc:sldMk cId="748273153" sldId="297"/>
        </pc:sldMkLst>
      </pc:sldChg>
      <pc:sldChg chg="modSp mod">
        <pc:chgData name="Zaireeda Mohd Fauzee" userId="317b9630-3a1f-4d7a-ad9a-4df797433863" providerId="ADAL" clId="{D7C7CC31-F72A-4739-858A-B0C0CF71F457}" dt="2023-08-14T17:12:01.106" v="1413" actId="6549"/>
        <pc:sldMkLst>
          <pc:docMk/>
          <pc:sldMk cId="420217906" sldId="298"/>
        </pc:sldMkLst>
      </pc:sldChg>
      <pc:sldChg chg="delSp modSp mod ord">
        <pc:chgData name="Zaireeda Mohd Fauzee" userId="317b9630-3a1f-4d7a-ad9a-4df797433863" providerId="ADAL" clId="{D7C7CC31-F72A-4739-858A-B0C0CF71F457}" dt="2023-08-14T17:10:28.878" v="1343" actId="6549"/>
        <pc:sldMkLst>
          <pc:docMk/>
          <pc:sldMk cId="1596975526" sldId="299"/>
        </pc:sldMkLst>
      </pc:sldChg>
      <pc:sldChg chg="delSp modSp mod ord modShow">
        <pc:chgData name="Zaireeda Mohd Fauzee" userId="317b9630-3a1f-4d7a-ad9a-4df797433863" providerId="ADAL" clId="{D7C7CC31-F72A-4739-858A-B0C0CF71F457}" dt="2023-08-15T07:48:21.767" v="1732" actId="20577"/>
        <pc:sldMkLst>
          <pc:docMk/>
          <pc:sldMk cId="3250870400" sldId="300"/>
        </pc:sldMkLst>
      </pc:sldChg>
      <pc:sldChg chg="delSp del mod">
        <pc:chgData name="Zaireeda Mohd Fauzee" userId="317b9630-3a1f-4d7a-ad9a-4df797433863" providerId="ADAL" clId="{D7C7CC31-F72A-4739-858A-B0C0CF71F457}" dt="2023-08-14T14:55:02.259" v="70" actId="47"/>
        <pc:sldMkLst>
          <pc:docMk/>
          <pc:sldMk cId="1297722241" sldId="301"/>
        </pc:sldMkLst>
      </pc:sldChg>
      <pc:sldChg chg="del">
        <pc:chgData name="Zaireeda Mohd Fauzee" userId="317b9630-3a1f-4d7a-ad9a-4df797433863" providerId="ADAL" clId="{D7C7CC31-F72A-4739-858A-B0C0CF71F457}" dt="2023-08-14T17:07:15.359" v="1312" actId="47"/>
        <pc:sldMkLst>
          <pc:docMk/>
          <pc:sldMk cId="3220880555" sldId="303"/>
        </pc:sldMkLst>
      </pc:sldChg>
      <pc:sldChg chg="delSp mod">
        <pc:chgData name="Zaireeda Mohd Fauzee" userId="317b9630-3a1f-4d7a-ad9a-4df797433863" providerId="ADAL" clId="{D7C7CC31-F72A-4739-858A-B0C0CF71F457}" dt="2023-08-14T15:19:29.110" v="259" actId="478"/>
        <pc:sldMkLst>
          <pc:docMk/>
          <pc:sldMk cId="3654969138" sldId="305"/>
        </pc:sldMkLst>
      </pc:sldChg>
      <pc:sldChg chg="delSp modSp mod">
        <pc:chgData name="Zaireeda Mohd Fauzee" userId="317b9630-3a1f-4d7a-ad9a-4df797433863" providerId="ADAL" clId="{D7C7CC31-F72A-4739-858A-B0C0CF71F457}" dt="2023-08-14T15:44:31.358" v="457" actId="21"/>
        <pc:sldMkLst>
          <pc:docMk/>
          <pc:sldMk cId="1307843087" sldId="306"/>
        </pc:sldMkLst>
      </pc:sldChg>
      <pc:sldChg chg="addSp delSp modSp mod modAnim">
        <pc:chgData name="Zaireeda Mohd Fauzee" userId="317b9630-3a1f-4d7a-ad9a-4df797433863" providerId="ADAL" clId="{D7C7CC31-F72A-4739-858A-B0C0CF71F457}" dt="2023-08-14T15:39:15.174" v="437"/>
        <pc:sldMkLst>
          <pc:docMk/>
          <pc:sldMk cId="3204786073" sldId="307"/>
        </pc:sldMkLst>
      </pc:sldChg>
      <pc:sldChg chg="addSp delSp modSp mod">
        <pc:chgData name="Zaireeda Mohd Fauzee" userId="317b9630-3a1f-4d7a-ad9a-4df797433863" providerId="ADAL" clId="{D7C7CC31-F72A-4739-858A-B0C0CF71F457}" dt="2023-08-14T15:46:24.477" v="462"/>
        <pc:sldMkLst>
          <pc:docMk/>
          <pc:sldMk cId="692320929" sldId="308"/>
        </pc:sldMkLst>
      </pc:sldChg>
      <pc:sldChg chg="addSp delSp modSp mod">
        <pc:chgData name="Zaireeda Mohd Fauzee" userId="317b9630-3a1f-4d7a-ad9a-4df797433863" providerId="ADAL" clId="{D7C7CC31-F72A-4739-858A-B0C0CF71F457}" dt="2023-08-14T15:22:05.555" v="281" actId="478"/>
        <pc:sldMkLst>
          <pc:docMk/>
          <pc:sldMk cId="2885527933" sldId="310"/>
        </pc:sldMkLst>
      </pc:sldChg>
      <pc:sldChg chg="addSp delSp modSp mod">
        <pc:chgData name="Zaireeda Mohd Fauzee" userId="317b9630-3a1f-4d7a-ad9a-4df797433863" providerId="ADAL" clId="{D7C7CC31-F72A-4739-858A-B0C0CF71F457}" dt="2023-08-14T15:51:11.034" v="609" actId="478"/>
        <pc:sldMkLst>
          <pc:docMk/>
          <pc:sldMk cId="1598472289" sldId="312"/>
        </pc:sldMkLst>
      </pc:sldChg>
      <pc:sldChg chg="addSp delSp modSp mod">
        <pc:chgData name="Zaireeda Mohd Fauzee" userId="317b9630-3a1f-4d7a-ad9a-4df797433863" providerId="ADAL" clId="{D7C7CC31-F72A-4739-858A-B0C0CF71F457}" dt="2023-08-14T15:55:53.705" v="635" actId="207"/>
        <pc:sldMkLst>
          <pc:docMk/>
          <pc:sldMk cId="732425473" sldId="313"/>
        </pc:sldMkLst>
      </pc:sldChg>
      <pc:sldChg chg="addSp delSp modSp mod">
        <pc:chgData name="Zaireeda Mohd Fauzee" userId="317b9630-3a1f-4d7a-ad9a-4df797433863" providerId="ADAL" clId="{D7C7CC31-F72A-4739-858A-B0C0CF71F457}" dt="2023-08-14T16:27:44.823" v="921" actId="1076"/>
        <pc:sldMkLst>
          <pc:docMk/>
          <pc:sldMk cId="2144970746" sldId="315"/>
        </pc:sldMkLst>
      </pc:sldChg>
      <pc:sldChg chg="addSp delSp modSp mod modAnim">
        <pc:chgData name="Zaireeda Mohd Fauzee" userId="317b9630-3a1f-4d7a-ad9a-4df797433863" providerId="ADAL" clId="{D7C7CC31-F72A-4739-858A-B0C0CF71F457}" dt="2023-08-14T16:48:11.880" v="1144"/>
        <pc:sldMkLst>
          <pc:docMk/>
          <pc:sldMk cId="1072854896" sldId="316"/>
        </pc:sldMkLst>
      </pc:sldChg>
      <pc:sldChg chg="addSp delSp modSp mod">
        <pc:chgData name="Zaireeda Mohd Fauzee" userId="317b9630-3a1f-4d7a-ad9a-4df797433863" providerId="ADAL" clId="{D7C7CC31-F72A-4739-858A-B0C0CF71F457}" dt="2023-08-15T05:55:28.232" v="1622" actId="113"/>
        <pc:sldMkLst>
          <pc:docMk/>
          <pc:sldMk cId="2451322449" sldId="317"/>
        </pc:sldMkLst>
      </pc:sldChg>
      <pc:sldChg chg="addSp delSp modSp mod">
        <pc:chgData name="Zaireeda Mohd Fauzee" userId="317b9630-3a1f-4d7a-ad9a-4df797433863" providerId="ADAL" clId="{D7C7CC31-F72A-4739-858A-B0C0CF71F457}" dt="2023-08-14T16:12:52.611" v="774" actId="14100"/>
        <pc:sldMkLst>
          <pc:docMk/>
          <pc:sldMk cId="972658556" sldId="318"/>
        </pc:sldMkLst>
      </pc:sldChg>
      <pc:sldChg chg="addSp delSp modSp mod">
        <pc:chgData name="Zaireeda Mohd Fauzee" userId="317b9630-3a1f-4d7a-ad9a-4df797433863" providerId="ADAL" clId="{D7C7CC31-F72A-4739-858A-B0C0CF71F457}" dt="2023-08-14T16:23:22.868" v="882" actId="1036"/>
        <pc:sldMkLst>
          <pc:docMk/>
          <pc:sldMk cId="2086989062" sldId="319"/>
        </pc:sldMkLst>
      </pc:sldChg>
      <pc:sldChg chg="addSp delSp modSp mod">
        <pc:chgData name="Zaireeda Mohd Fauzee" userId="317b9630-3a1f-4d7a-ad9a-4df797433863" providerId="ADAL" clId="{D7C7CC31-F72A-4739-858A-B0C0CF71F457}" dt="2023-08-14T16:31:49.347" v="985" actId="14100"/>
        <pc:sldMkLst>
          <pc:docMk/>
          <pc:sldMk cId="2922769000" sldId="320"/>
        </pc:sldMkLst>
      </pc:sldChg>
      <pc:sldChg chg="addSp delSp modSp mod">
        <pc:chgData name="Zaireeda Mohd Fauzee" userId="317b9630-3a1f-4d7a-ad9a-4df797433863" providerId="ADAL" clId="{D7C7CC31-F72A-4739-858A-B0C0CF71F457}" dt="2023-08-14T16:40:24.968" v="1067" actId="20577"/>
        <pc:sldMkLst>
          <pc:docMk/>
          <pc:sldMk cId="3382894726" sldId="321"/>
        </pc:sldMkLst>
      </pc:sldChg>
      <pc:sldChg chg="addSp delSp modSp mod modAnim">
        <pc:chgData name="Zaireeda Mohd Fauzee" userId="317b9630-3a1f-4d7a-ad9a-4df797433863" providerId="ADAL" clId="{D7C7CC31-F72A-4739-858A-B0C0CF71F457}" dt="2023-08-14T16:55:09.560" v="1234" actId="1076"/>
        <pc:sldMkLst>
          <pc:docMk/>
          <pc:sldMk cId="522910747" sldId="322"/>
        </pc:sldMkLst>
      </pc:sldChg>
      <pc:sldChg chg="addSp delSp modSp mod">
        <pc:chgData name="Zaireeda Mohd Fauzee" userId="317b9630-3a1f-4d7a-ad9a-4df797433863" providerId="ADAL" clId="{D7C7CC31-F72A-4739-858A-B0C0CF71F457}" dt="2023-08-14T14:58:30.286" v="235" actId="478"/>
        <pc:sldMkLst>
          <pc:docMk/>
          <pc:sldMk cId="771647818" sldId="323"/>
        </pc:sldMkLst>
      </pc:sldChg>
      <pc:sldChg chg="delSp modSp mod">
        <pc:chgData name="Zaireeda Mohd Fauzee" userId="317b9630-3a1f-4d7a-ad9a-4df797433863" providerId="ADAL" clId="{D7C7CC31-F72A-4739-858A-B0C0CF71F457}" dt="2023-08-14T16:40:56.056" v="1071" actId="478"/>
        <pc:sldMkLst>
          <pc:docMk/>
          <pc:sldMk cId="1721573001" sldId="327"/>
        </pc:sldMkLst>
      </pc:sldChg>
      <pc:sldChg chg="modSp add mod">
        <pc:chgData name="Zaireeda Mohd Fauzee" userId="317b9630-3a1f-4d7a-ad9a-4df797433863" providerId="ADAL" clId="{D7C7CC31-F72A-4739-858A-B0C0CF71F457}" dt="2023-08-14T17:01:50.144" v="1283" actId="6549"/>
        <pc:sldMkLst>
          <pc:docMk/>
          <pc:sldMk cId="1373860382" sldId="328"/>
        </pc:sldMkLst>
      </pc:sldChg>
      <pc:sldChg chg="add del">
        <pc:chgData name="Zaireeda Mohd Fauzee" userId="317b9630-3a1f-4d7a-ad9a-4df797433863" providerId="ADAL" clId="{D7C7CC31-F72A-4739-858A-B0C0CF71F457}" dt="2023-08-14T16:57:46.115" v="1269" actId="47"/>
        <pc:sldMkLst>
          <pc:docMk/>
          <pc:sldMk cId="3659244287" sldId="328"/>
        </pc:sldMkLst>
      </pc:sldChg>
      <pc:sldChg chg="add">
        <pc:chgData name="Zaireeda Mohd Fauzee" userId="317b9630-3a1f-4d7a-ad9a-4df797433863" providerId="ADAL" clId="{D7C7CC31-F72A-4739-858A-B0C0CF71F457}" dt="2023-08-14T17:09:19.937" v="1326"/>
        <pc:sldMkLst>
          <pc:docMk/>
          <pc:sldMk cId="2855117575" sldId="390"/>
        </pc:sldMkLst>
      </pc:sldChg>
    </pc:docChg>
  </pc:docChgLst>
  <pc:docChgLst>
    <pc:chgData name="Zaireeda Mohd Fauzee" userId="317b9630-3a1f-4d7a-ad9a-4df797433863" providerId="ADAL" clId="{6F524946-0EC3-604F-9F71-7FA686EEC4AA}"/>
    <pc:docChg chg="modSld">
      <pc:chgData name="Zaireeda Mohd Fauzee" userId="317b9630-3a1f-4d7a-ad9a-4df797433863" providerId="ADAL" clId="{6F524946-0EC3-604F-9F71-7FA686EEC4AA}" dt="2024-03-13T16:10:51.191" v="26" actId="20577"/>
      <pc:docMkLst>
        <pc:docMk/>
      </pc:docMkLst>
      <pc:sldChg chg="modSp">
        <pc:chgData name="Zaireeda Mohd Fauzee" userId="317b9630-3a1f-4d7a-ad9a-4df797433863" providerId="ADAL" clId="{6F524946-0EC3-604F-9F71-7FA686EEC4AA}" dt="2024-03-13T16:10:51.191" v="26" actId="20577"/>
        <pc:sldMkLst>
          <pc:docMk/>
          <pc:sldMk cId="3250870400" sldId="300"/>
        </pc:sldMkLst>
      </pc:sldChg>
    </pc:docChg>
  </pc:docChgLst>
  <pc:docChgLst>
    <pc:chgData name="Zaireeda Mohd Fauzee" userId="317b9630-3a1f-4d7a-ad9a-4df797433863" providerId="ADAL" clId="{450D7023-AC63-BC44-AEC9-EB553B7DFF4D}"/>
    <pc:docChg chg="modSld">
      <pc:chgData name="Zaireeda Mohd Fauzee" userId="317b9630-3a1f-4d7a-ad9a-4df797433863" providerId="ADAL" clId="{450D7023-AC63-BC44-AEC9-EB553B7DFF4D}" dt="2024-03-13T16:09:17.462" v="2" actId="20577"/>
      <pc:docMkLst>
        <pc:docMk/>
      </pc:docMkLst>
      <pc:sldChg chg="modSp">
        <pc:chgData name="Zaireeda Mohd Fauzee" userId="317b9630-3a1f-4d7a-ad9a-4df797433863" providerId="ADAL" clId="{450D7023-AC63-BC44-AEC9-EB553B7DFF4D}" dt="2024-03-13T16:09:17.462" v="2" actId="20577"/>
        <pc:sldMkLst>
          <pc:docMk/>
          <pc:sldMk cId="3250870400" sldId="300"/>
        </pc:sldMkLst>
      </pc:sldChg>
    </pc:docChg>
  </pc:docChgLst>
  <pc:docChgLst>
    <pc:chgData name="Zaireeda Mohd Fauzee" userId="317b9630-3a1f-4d7a-ad9a-4df797433863" providerId="ADAL" clId="{E864AEBE-1815-4903-AC71-1B68D15DBFD3}"/>
    <pc:docChg chg="modSld">
      <pc:chgData name="Zaireeda Mohd Fauzee" userId="317b9630-3a1f-4d7a-ad9a-4df797433863" providerId="ADAL" clId="{E864AEBE-1815-4903-AC71-1B68D15DBFD3}" dt="2025-02-26T15:07:58.360" v="0"/>
      <pc:docMkLst>
        <pc:docMk/>
      </pc:docMkLst>
      <pc:sldChg chg="modSp mod">
        <pc:chgData name="Zaireeda Mohd Fauzee" userId="317b9630-3a1f-4d7a-ad9a-4df797433863" providerId="ADAL" clId="{E864AEBE-1815-4903-AC71-1B68D15DBFD3}" dt="2025-02-26T15:07:58.360" v="0"/>
        <pc:sldMkLst>
          <pc:docMk/>
          <pc:sldMk cId="247870872" sldId="256"/>
        </pc:sldMkLst>
        <pc:spChg chg="mod">
          <ac:chgData name="Zaireeda Mohd Fauzee" userId="317b9630-3a1f-4d7a-ad9a-4df797433863" providerId="ADAL" clId="{E864AEBE-1815-4903-AC71-1B68D15DBFD3}" dt="2025-02-26T15:07:58.360" v="0"/>
          <ac:spMkLst>
            <pc:docMk/>
            <pc:sldMk cId="247870872" sldId="256"/>
            <ac:spMk id="2" creationId="{00000000-0000-0000-0000-000000000000}"/>
          </ac:spMkLst>
        </pc:spChg>
      </pc:sldChg>
    </pc:docChg>
  </pc:docChgLst>
  <pc:docChgLst>
    <pc:chgData name="Zaireeda Mohd Fauzee" userId="317b9630-3a1f-4d7a-ad9a-4df797433863" providerId="ADAL" clId="{4E8FB043-EF14-4280-A766-83A208E53048}"/>
    <pc:docChg chg="modSld">
      <pc:chgData name="Zaireeda Mohd Fauzee" userId="317b9630-3a1f-4d7a-ad9a-4df797433863" providerId="ADAL" clId="{4E8FB043-EF14-4280-A766-83A208E53048}" dt="2024-03-14T00:59:14.190" v="4" actId="1076"/>
      <pc:docMkLst>
        <pc:docMk/>
      </pc:docMkLst>
      <pc:sldChg chg="modSp">
        <pc:chgData name="Zaireeda Mohd Fauzee" userId="317b9630-3a1f-4d7a-ad9a-4df797433863" providerId="ADAL" clId="{4E8FB043-EF14-4280-A766-83A208E53048}" dt="2024-03-14T00:58:57.513" v="3" actId="1076"/>
        <pc:sldMkLst>
          <pc:docMk/>
          <pc:sldMk cId="1072854896" sldId="316"/>
        </pc:sldMkLst>
      </pc:sldChg>
      <pc:sldChg chg="modSp mod">
        <pc:chgData name="Zaireeda Mohd Fauzee" userId="317b9630-3a1f-4d7a-ad9a-4df797433863" providerId="ADAL" clId="{4E8FB043-EF14-4280-A766-83A208E53048}" dt="2024-03-14T00:48:56.093" v="0" actId="1035"/>
        <pc:sldMkLst>
          <pc:docMk/>
          <pc:sldMk cId="2086989062" sldId="319"/>
        </pc:sldMkLst>
      </pc:sldChg>
      <pc:sldChg chg="modSp">
        <pc:chgData name="Zaireeda Mohd Fauzee" userId="317b9630-3a1f-4d7a-ad9a-4df797433863" providerId="ADAL" clId="{4E8FB043-EF14-4280-A766-83A208E53048}" dt="2024-03-14T00:59:14.190" v="4" actId="1076"/>
        <pc:sldMkLst>
          <pc:docMk/>
          <pc:sldMk cId="522910747" sldId="322"/>
        </pc:sldMkLst>
      </pc:sldChg>
    </pc:docChg>
  </pc:docChgLst>
  <pc:docChgLst>
    <pc:chgData name="Zaireeda Mohd Fauzee" userId="317b9630-3a1f-4d7a-ad9a-4df797433863" providerId="ADAL" clId="{9BFF4507-CB8D-4367-8D0E-EFA8CCBFEDB7}"/>
    <pc:docChg chg="modSld">
      <pc:chgData name="Zaireeda Mohd Fauzee" userId="317b9630-3a1f-4d7a-ad9a-4df797433863" providerId="ADAL" clId="{9BFF4507-CB8D-4367-8D0E-EFA8CCBFEDB7}" dt="2024-08-01T05:19:31.967" v="5" actId="13926"/>
      <pc:docMkLst>
        <pc:docMk/>
      </pc:docMkLst>
      <pc:sldChg chg="modSp mod">
        <pc:chgData name="Zaireeda Mohd Fauzee" userId="317b9630-3a1f-4d7a-ad9a-4df797433863" providerId="ADAL" clId="{9BFF4507-CB8D-4367-8D0E-EFA8CCBFEDB7}" dt="2024-08-01T05:19:31.967" v="5" actId="13926"/>
        <pc:sldMkLst>
          <pc:docMk/>
          <pc:sldMk cId="732425473" sldId="31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9786" cy="496967"/>
          </a:xfrm>
          <a:prstGeom prst="rect">
            <a:avLst/>
          </a:prstGeom>
        </p:spPr>
        <p:txBody>
          <a:bodyPr vert="horz" lIns="92446" tIns="46223" rIns="92446" bIns="46223" rtlCol="0"/>
          <a:lstStyle>
            <a:lvl1pPr algn="l">
              <a:defRPr sz="1200"/>
            </a:lvl1pPr>
          </a:lstStyle>
          <a:p>
            <a:endParaRPr lang="en-MY"/>
          </a:p>
        </p:txBody>
      </p:sp>
      <p:sp>
        <p:nvSpPr>
          <p:cNvPr id="3" name="Date Placeholder 2"/>
          <p:cNvSpPr>
            <a:spLocks noGrp="1"/>
          </p:cNvSpPr>
          <p:nvPr>
            <p:ph type="dt" sz="quarter" idx="1"/>
          </p:nvPr>
        </p:nvSpPr>
        <p:spPr>
          <a:xfrm>
            <a:off x="3855839" y="1"/>
            <a:ext cx="2949786" cy="496967"/>
          </a:xfrm>
          <a:prstGeom prst="rect">
            <a:avLst/>
          </a:prstGeom>
        </p:spPr>
        <p:txBody>
          <a:bodyPr vert="horz" lIns="92446" tIns="46223" rIns="92446" bIns="46223" rtlCol="0"/>
          <a:lstStyle>
            <a:lvl1pPr algn="r">
              <a:defRPr sz="1200"/>
            </a:lvl1pPr>
          </a:lstStyle>
          <a:p>
            <a:fld id="{29E64593-4E2F-4E84-A806-552707AF26EE}" type="datetimeFigureOut">
              <a:rPr lang="en-MY" smtClean="0"/>
              <a:t>26/2/2025</a:t>
            </a:fld>
            <a:endParaRPr lang="en-MY"/>
          </a:p>
        </p:txBody>
      </p:sp>
      <p:sp>
        <p:nvSpPr>
          <p:cNvPr id="4" name="Footer Placeholder 3"/>
          <p:cNvSpPr>
            <a:spLocks noGrp="1"/>
          </p:cNvSpPr>
          <p:nvPr>
            <p:ph type="ftr" sz="quarter" idx="2"/>
          </p:nvPr>
        </p:nvSpPr>
        <p:spPr>
          <a:xfrm>
            <a:off x="0" y="9440647"/>
            <a:ext cx="2949786" cy="496967"/>
          </a:xfrm>
          <a:prstGeom prst="rect">
            <a:avLst/>
          </a:prstGeom>
        </p:spPr>
        <p:txBody>
          <a:bodyPr vert="horz" lIns="92446" tIns="46223" rIns="92446" bIns="46223" rtlCol="0" anchor="b"/>
          <a:lstStyle>
            <a:lvl1pPr algn="l">
              <a:defRPr sz="1200"/>
            </a:lvl1pPr>
          </a:lstStyle>
          <a:p>
            <a:endParaRPr lang="en-MY"/>
          </a:p>
        </p:txBody>
      </p:sp>
      <p:sp>
        <p:nvSpPr>
          <p:cNvPr id="5" name="Slide Number Placeholder 4"/>
          <p:cNvSpPr>
            <a:spLocks noGrp="1"/>
          </p:cNvSpPr>
          <p:nvPr>
            <p:ph type="sldNum" sz="quarter" idx="3"/>
          </p:nvPr>
        </p:nvSpPr>
        <p:spPr>
          <a:xfrm>
            <a:off x="3855839" y="9440647"/>
            <a:ext cx="2949786" cy="496967"/>
          </a:xfrm>
          <a:prstGeom prst="rect">
            <a:avLst/>
          </a:prstGeom>
        </p:spPr>
        <p:txBody>
          <a:bodyPr vert="horz" lIns="92446" tIns="46223" rIns="92446" bIns="46223" rtlCol="0" anchor="b"/>
          <a:lstStyle>
            <a:lvl1pPr algn="r">
              <a:defRPr sz="1200"/>
            </a:lvl1pPr>
          </a:lstStyle>
          <a:p>
            <a:fld id="{B6AA04D8-726B-4836-8888-508AE78AE537}" type="slidenum">
              <a:rPr lang="en-MY" smtClean="0"/>
              <a:t>‹#›</a:t>
            </a:fld>
            <a:endParaRPr lang="en-MY"/>
          </a:p>
        </p:txBody>
      </p:sp>
    </p:spTree>
    <p:extLst>
      <p:ext uri="{BB962C8B-B14F-4D97-AF65-F5344CB8AC3E}">
        <p14:creationId xmlns:p14="http://schemas.microsoft.com/office/powerpoint/2010/main" val="38201204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50251" cy="49754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5788" y="1"/>
            <a:ext cx="2950251" cy="497541"/>
          </a:xfrm>
          <a:prstGeom prst="rect">
            <a:avLst/>
          </a:prstGeom>
        </p:spPr>
        <p:txBody>
          <a:bodyPr vert="horz" lIns="91440" tIns="45720" rIns="91440" bIns="45720" rtlCol="0"/>
          <a:lstStyle>
            <a:lvl1pPr algn="r">
              <a:defRPr sz="1200"/>
            </a:lvl1pPr>
          </a:lstStyle>
          <a:p>
            <a:fld id="{41329A60-8C63-4767-8024-D9C5004C972C}" type="datetimeFigureOut">
              <a:rPr lang="en-US" smtClean="0"/>
              <a:t>2/26/2025</a:t>
            </a:fld>
            <a:endParaRPr lang="en-US"/>
          </a:p>
        </p:txBody>
      </p:sp>
      <p:sp>
        <p:nvSpPr>
          <p:cNvPr id="4" name="Slide Image Placeholder 3"/>
          <p:cNvSpPr>
            <a:spLocks noGrp="1" noRot="1" noChangeAspect="1"/>
          </p:cNvSpPr>
          <p:nvPr>
            <p:ph type="sldImg" idx="2"/>
          </p:nvPr>
        </p:nvSpPr>
        <p:spPr>
          <a:xfrm>
            <a:off x="1168400" y="1243013"/>
            <a:ext cx="4470400" cy="3352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1186" y="4782807"/>
            <a:ext cx="5444830" cy="391383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41798"/>
            <a:ext cx="2950251" cy="49754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5788" y="9441798"/>
            <a:ext cx="2950251" cy="497541"/>
          </a:xfrm>
          <a:prstGeom prst="rect">
            <a:avLst/>
          </a:prstGeom>
        </p:spPr>
        <p:txBody>
          <a:bodyPr vert="horz" lIns="91440" tIns="45720" rIns="91440" bIns="45720" rtlCol="0" anchor="b"/>
          <a:lstStyle>
            <a:lvl1pPr algn="r">
              <a:defRPr sz="1200"/>
            </a:lvl1pPr>
          </a:lstStyle>
          <a:p>
            <a:fld id="{7311F152-69DD-4250-821C-353CB4F302E6}" type="slidenum">
              <a:rPr lang="en-US" smtClean="0"/>
              <a:t>‹#›</a:t>
            </a:fld>
            <a:endParaRPr lang="en-US"/>
          </a:p>
        </p:txBody>
      </p:sp>
    </p:spTree>
    <p:extLst>
      <p:ext uri="{BB962C8B-B14F-4D97-AF65-F5344CB8AC3E}">
        <p14:creationId xmlns:p14="http://schemas.microsoft.com/office/powerpoint/2010/main" val="3655376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2A55E4-C420-4194-A26D-8F8554863BA4}" type="slidenum">
              <a:rPr lang="en-MY" smtClean="0"/>
              <a:t>2</a:t>
            </a:fld>
            <a:endParaRPr lang="en-MY"/>
          </a:p>
        </p:txBody>
      </p:sp>
    </p:spTree>
    <p:extLst>
      <p:ext uri="{BB962C8B-B14F-4D97-AF65-F5344CB8AC3E}">
        <p14:creationId xmlns:p14="http://schemas.microsoft.com/office/powerpoint/2010/main" val="4095251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3</a:t>
            </a:fld>
            <a:endParaRPr lang="en-US"/>
          </a:p>
        </p:txBody>
      </p:sp>
    </p:spTree>
    <p:extLst>
      <p:ext uri="{BB962C8B-B14F-4D97-AF65-F5344CB8AC3E}">
        <p14:creationId xmlns:p14="http://schemas.microsoft.com/office/powerpoint/2010/main" val="2167230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4</a:t>
            </a:fld>
            <a:endParaRPr lang="en-US"/>
          </a:p>
        </p:txBody>
      </p:sp>
    </p:spTree>
    <p:extLst>
      <p:ext uri="{BB962C8B-B14F-4D97-AF65-F5344CB8AC3E}">
        <p14:creationId xmlns:p14="http://schemas.microsoft.com/office/powerpoint/2010/main" val="3634817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6</a:t>
            </a:fld>
            <a:endParaRPr lang="en-US"/>
          </a:p>
        </p:txBody>
      </p:sp>
    </p:spTree>
    <p:extLst>
      <p:ext uri="{BB962C8B-B14F-4D97-AF65-F5344CB8AC3E}">
        <p14:creationId xmlns:p14="http://schemas.microsoft.com/office/powerpoint/2010/main" val="3976194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7</a:t>
            </a:fld>
            <a:endParaRPr lang="en-US"/>
          </a:p>
        </p:txBody>
      </p:sp>
    </p:spTree>
    <p:extLst>
      <p:ext uri="{BB962C8B-B14F-4D97-AF65-F5344CB8AC3E}">
        <p14:creationId xmlns:p14="http://schemas.microsoft.com/office/powerpoint/2010/main" val="1227314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8</a:t>
            </a:fld>
            <a:endParaRPr lang="en-US"/>
          </a:p>
        </p:txBody>
      </p:sp>
    </p:spTree>
    <p:extLst>
      <p:ext uri="{BB962C8B-B14F-4D97-AF65-F5344CB8AC3E}">
        <p14:creationId xmlns:p14="http://schemas.microsoft.com/office/powerpoint/2010/main" val="1768646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9</a:t>
            </a:fld>
            <a:endParaRPr lang="en-US"/>
          </a:p>
        </p:txBody>
      </p:sp>
    </p:spTree>
    <p:extLst>
      <p:ext uri="{BB962C8B-B14F-4D97-AF65-F5344CB8AC3E}">
        <p14:creationId xmlns:p14="http://schemas.microsoft.com/office/powerpoint/2010/main" val="2994376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10</a:t>
            </a:fld>
            <a:endParaRPr lang="en-US"/>
          </a:p>
        </p:txBody>
      </p:sp>
    </p:spTree>
    <p:extLst>
      <p:ext uri="{BB962C8B-B14F-4D97-AF65-F5344CB8AC3E}">
        <p14:creationId xmlns:p14="http://schemas.microsoft.com/office/powerpoint/2010/main" val="833010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11</a:t>
            </a:fld>
            <a:endParaRPr lang="en-US"/>
          </a:p>
        </p:txBody>
      </p:sp>
    </p:spTree>
    <p:extLst>
      <p:ext uri="{BB962C8B-B14F-4D97-AF65-F5344CB8AC3E}">
        <p14:creationId xmlns:p14="http://schemas.microsoft.com/office/powerpoint/2010/main" val="4206921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12</a:t>
            </a:fld>
            <a:endParaRPr lang="en-US"/>
          </a:p>
        </p:txBody>
      </p:sp>
    </p:spTree>
    <p:extLst>
      <p:ext uri="{BB962C8B-B14F-4D97-AF65-F5344CB8AC3E}">
        <p14:creationId xmlns:p14="http://schemas.microsoft.com/office/powerpoint/2010/main" val="1174716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14</a:t>
            </a:fld>
            <a:endParaRPr lang="en-US"/>
          </a:p>
        </p:txBody>
      </p:sp>
    </p:spTree>
    <p:extLst>
      <p:ext uri="{BB962C8B-B14F-4D97-AF65-F5344CB8AC3E}">
        <p14:creationId xmlns:p14="http://schemas.microsoft.com/office/powerpoint/2010/main" val="513529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15</a:t>
            </a:fld>
            <a:endParaRPr lang="en-US"/>
          </a:p>
        </p:txBody>
      </p:sp>
    </p:spTree>
    <p:extLst>
      <p:ext uri="{BB962C8B-B14F-4D97-AF65-F5344CB8AC3E}">
        <p14:creationId xmlns:p14="http://schemas.microsoft.com/office/powerpoint/2010/main" val="1025499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16</a:t>
            </a:fld>
            <a:endParaRPr lang="en-US"/>
          </a:p>
        </p:txBody>
      </p:sp>
    </p:spTree>
    <p:extLst>
      <p:ext uri="{BB962C8B-B14F-4D97-AF65-F5344CB8AC3E}">
        <p14:creationId xmlns:p14="http://schemas.microsoft.com/office/powerpoint/2010/main" val="3514032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17</a:t>
            </a:fld>
            <a:endParaRPr lang="en-US"/>
          </a:p>
        </p:txBody>
      </p:sp>
    </p:spTree>
    <p:extLst>
      <p:ext uri="{BB962C8B-B14F-4D97-AF65-F5344CB8AC3E}">
        <p14:creationId xmlns:p14="http://schemas.microsoft.com/office/powerpoint/2010/main" val="1820114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18</a:t>
            </a:fld>
            <a:endParaRPr lang="en-US"/>
          </a:p>
        </p:txBody>
      </p:sp>
    </p:spTree>
    <p:extLst>
      <p:ext uri="{BB962C8B-B14F-4D97-AF65-F5344CB8AC3E}">
        <p14:creationId xmlns:p14="http://schemas.microsoft.com/office/powerpoint/2010/main" val="1249688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19</a:t>
            </a:fld>
            <a:endParaRPr lang="en-US"/>
          </a:p>
        </p:txBody>
      </p:sp>
    </p:spTree>
    <p:extLst>
      <p:ext uri="{BB962C8B-B14F-4D97-AF65-F5344CB8AC3E}">
        <p14:creationId xmlns:p14="http://schemas.microsoft.com/office/powerpoint/2010/main" val="16516552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20</a:t>
            </a:fld>
            <a:endParaRPr lang="en-US"/>
          </a:p>
        </p:txBody>
      </p:sp>
    </p:spTree>
    <p:extLst>
      <p:ext uri="{BB962C8B-B14F-4D97-AF65-F5344CB8AC3E}">
        <p14:creationId xmlns:p14="http://schemas.microsoft.com/office/powerpoint/2010/main" val="42115941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21</a:t>
            </a:fld>
            <a:endParaRPr lang="en-US"/>
          </a:p>
        </p:txBody>
      </p:sp>
    </p:spTree>
    <p:extLst>
      <p:ext uri="{BB962C8B-B14F-4D97-AF65-F5344CB8AC3E}">
        <p14:creationId xmlns:p14="http://schemas.microsoft.com/office/powerpoint/2010/main" val="3293173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22</a:t>
            </a:fld>
            <a:endParaRPr lang="en-US"/>
          </a:p>
        </p:txBody>
      </p:sp>
    </p:spTree>
    <p:extLst>
      <p:ext uri="{BB962C8B-B14F-4D97-AF65-F5344CB8AC3E}">
        <p14:creationId xmlns:p14="http://schemas.microsoft.com/office/powerpoint/2010/main" val="2929680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23</a:t>
            </a:fld>
            <a:endParaRPr lang="en-US"/>
          </a:p>
        </p:txBody>
      </p:sp>
    </p:spTree>
    <p:extLst>
      <p:ext uri="{BB962C8B-B14F-4D97-AF65-F5344CB8AC3E}">
        <p14:creationId xmlns:p14="http://schemas.microsoft.com/office/powerpoint/2010/main" val="4207119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24</a:t>
            </a:fld>
            <a:endParaRPr lang="en-US"/>
          </a:p>
        </p:txBody>
      </p:sp>
    </p:spTree>
    <p:extLst>
      <p:ext uri="{BB962C8B-B14F-4D97-AF65-F5344CB8AC3E}">
        <p14:creationId xmlns:p14="http://schemas.microsoft.com/office/powerpoint/2010/main" val="1812424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25</a:t>
            </a:fld>
            <a:endParaRPr lang="en-US"/>
          </a:p>
        </p:txBody>
      </p:sp>
    </p:spTree>
    <p:extLst>
      <p:ext uri="{BB962C8B-B14F-4D97-AF65-F5344CB8AC3E}">
        <p14:creationId xmlns:p14="http://schemas.microsoft.com/office/powerpoint/2010/main" val="29483978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26</a:t>
            </a:fld>
            <a:endParaRPr lang="en-US"/>
          </a:p>
        </p:txBody>
      </p:sp>
    </p:spTree>
    <p:extLst>
      <p:ext uri="{BB962C8B-B14F-4D97-AF65-F5344CB8AC3E}">
        <p14:creationId xmlns:p14="http://schemas.microsoft.com/office/powerpoint/2010/main" val="33196428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27</a:t>
            </a:fld>
            <a:endParaRPr lang="en-US"/>
          </a:p>
        </p:txBody>
      </p:sp>
    </p:spTree>
    <p:extLst>
      <p:ext uri="{BB962C8B-B14F-4D97-AF65-F5344CB8AC3E}">
        <p14:creationId xmlns:p14="http://schemas.microsoft.com/office/powerpoint/2010/main" val="30419249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28</a:t>
            </a:fld>
            <a:endParaRPr lang="en-US"/>
          </a:p>
        </p:txBody>
      </p:sp>
    </p:spTree>
    <p:extLst>
      <p:ext uri="{BB962C8B-B14F-4D97-AF65-F5344CB8AC3E}">
        <p14:creationId xmlns:p14="http://schemas.microsoft.com/office/powerpoint/2010/main" val="22362602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29</a:t>
            </a:fld>
            <a:endParaRPr lang="en-US"/>
          </a:p>
        </p:txBody>
      </p:sp>
    </p:spTree>
    <p:extLst>
      <p:ext uri="{BB962C8B-B14F-4D97-AF65-F5344CB8AC3E}">
        <p14:creationId xmlns:p14="http://schemas.microsoft.com/office/powerpoint/2010/main" val="12086504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30</a:t>
            </a:fld>
            <a:endParaRPr lang="en-US"/>
          </a:p>
        </p:txBody>
      </p:sp>
    </p:spTree>
    <p:extLst>
      <p:ext uri="{BB962C8B-B14F-4D97-AF65-F5344CB8AC3E}">
        <p14:creationId xmlns:p14="http://schemas.microsoft.com/office/powerpoint/2010/main" val="21291400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31</a:t>
            </a:fld>
            <a:endParaRPr lang="en-US"/>
          </a:p>
        </p:txBody>
      </p:sp>
    </p:spTree>
    <p:extLst>
      <p:ext uri="{BB962C8B-B14F-4D97-AF65-F5344CB8AC3E}">
        <p14:creationId xmlns:p14="http://schemas.microsoft.com/office/powerpoint/2010/main" val="6195718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33</a:t>
            </a:fld>
            <a:endParaRPr lang="en-US"/>
          </a:p>
        </p:txBody>
      </p:sp>
    </p:spTree>
    <p:extLst>
      <p:ext uri="{BB962C8B-B14F-4D97-AF65-F5344CB8AC3E}">
        <p14:creationId xmlns:p14="http://schemas.microsoft.com/office/powerpoint/2010/main" val="40134354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34</a:t>
            </a:fld>
            <a:endParaRPr lang="en-US"/>
          </a:p>
        </p:txBody>
      </p:sp>
    </p:spTree>
    <p:extLst>
      <p:ext uri="{BB962C8B-B14F-4D97-AF65-F5344CB8AC3E}">
        <p14:creationId xmlns:p14="http://schemas.microsoft.com/office/powerpoint/2010/main" val="18616265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11F152-69DD-4250-821C-353CB4F302E6}" type="slidenum">
              <a:rPr lang="en-US" smtClean="0"/>
              <a:t>35</a:t>
            </a:fld>
            <a:endParaRPr lang="en-US"/>
          </a:p>
        </p:txBody>
      </p:sp>
    </p:spTree>
    <p:extLst>
      <p:ext uri="{BB962C8B-B14F-4D97-AF65-F5344CB8AC3E}">
        <p14:creationId xmlns:p14="http://schemas.microsoft.com/office/powerpoint/2010/main" val="256734285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1" y="1"/>
            <a:ext cx="9143999" cy="6858000"/>
          </a:xfrm>
          <a:prstGeom prst="rect">
            <a:avLst/>
          </a:prstGeom>
        </p:spPr>
      </p:pic>
      <p:sp>
        <p:nvSpPr>
          <p:cNvPr id="87042" name="Rectangle 2"/>
          <p:cNvSpPr>
            <a:spLocks noGrp="1" noChangeArrowheads="1"/>
          </p:cNvSpPr>
          <p:nvPr>
            <p:ph type="ctrTitle"/>
          </p:nvPr>
        </p:nvSpPr>
        <p:spPr>
          <a:xfrm>
            <a:off x="2172456" y="2200277"/>
            <a:ext cx="6754812" cy="1470025"/>
          </a:xfrm>
        </p:spPr>
        <p:txBody>
          <a:bodyPr/>
          <a:lstStyle>
            <a:lvl1pPr algn="r">
              <a:defRPr>
                <a:solidFill>
                  <a:schemeClr val="accent5"/>
                </a:solidFill>
                <a:latin typeface="Montserrat" panose="00000500000000000000" pitchFamily="2" charset="0"/>
              </a:defRPr>
            </a:lvl1pPr>
          </a:lstStyle>
          <a:p>
            <a:r>
              <a:rPr lang="en-US"/>
              <a:t>Click to edit Master title style</a:t>
            </a:r>
            <a:endParaRPr lang="en-GB"/>
          </a:p>
        </p:txBody>
      </p:sp>
      <p:sp>
        <p:nvSpPr>
          <p:cNvPr id="87043" name="Rectangle 3"/>
          <p:cNvSpPr>
            <a:spLocks noGrp="1" noChangeArrowheads="1"/>
          </p:cNvSpPr>
          <p:nvPr>
            <p:ph type="subTitle" idx="1"/>
          </p:nvPr>
        </p:nvSpPr>
        <p:spPr>
          <a:xfrm>
            <a:off x="3727655" y="3879851"/>
            <a:ext cx="5185325" cy="1752600"/>
          </a:xfrm>
        </p:spPr>
        <p:txBody>
          <a:bodyPr/>
          <a:lstStyle>
            <a:lvl1pPr marL="0" indent="0" algn="r">
              <a:buFontTx/>
              <a:buNone/>
              <a:defRPr b="0">
                <a:solidFill>
                  <a:schemeClr val="bg1"/>
                </a:solidFill>
                <a:latin typeface="+mj-lt"/>
              </a:defRPr>
            </a:lvl1pPr>
          </a:lstStyle>
          <a:p>
            <a:r>
              <a:rPr lang="en-US"/>
              <a:t>Click to edit Master subtitle style</a:t>
            </a:r>
            <a:endParaRPr lang="en-GB"/>
          </a:p>
        </p:txBody>
      </p:sp>
      <p:pic>
        <p:nvPicPr>
          <p:cNvPr id="4" name="Picture 3" descr="Logo, company name&#10;&#10;Description automatically generated">
            <a:extLst>
              <a:ext uri="{FF2B5EF4-FFF2-40B4-BE49-F238E27FC236}">
                <a16:creationId xmlns:a16="http://schemas.microsoft.com/office/drawing/2014/main" id="{42884E60-9935-4C94-C83F-8A17E29F92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39898" y="50215"/>
            <a:ext cx="1104100" cy="1363524"/>
          </a:xfrm>
          <a:prstGeom prst="rect">
            <a:avLst/>
          </a:prstGeom>
        </p:spPr>
      </p:pic>
    </p:spTree>
    <p:extLst>
      <p:ext uri="{BB962C8B-B14F-4D97-AF65-F5344CB8AC3E}">
        <p14:creationId xmlns:p14="http://schemas.microsoft.com/office/powerpoint/2010/main" val="3476517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1" y="1"/>
            <a:ext cx="9143999" cy="6858000"/>
          </a:xfrm>
          <a:prstGeom prst="rect">
            <a:avLst/>
          </a:prstGeom>
        </p:spPr>
      </p:pic>
      <p:sp>
        <p:nvSpPr>
          <p:cNvPr id="2" name="Title 1"/>
          <p:cNvSpPr>
            <a:spLocks noGrp="1"/>
          </p:cNvSpPr>
          <p:nvPr>
            <p:ph type="title"/>
          </p:nvPr>
        </p:nvSpPr>
        <p:spPr>
          <a:xfrm>
            <a:off x="722313" y="4406902"/>
            <a:ext cx="7772400" cy="1362075"/>
          </a:xfrm>
        </p:spPr>
        <p:txBody>
          <a:bodyPr anchor="t"/>
          <a:lstStyle>
            <a:lvl1pPr algn="r">
              <a:defRPr sz="2250" b="1" cap="all">
                <a:solidFill>
                  <a:schemeClr val="accent5"/>
                </a:solidFill>
              </a:defRPr>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lgn="r">
              <a:buNone/>
              <a:defRPr sz="1875">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4" name="Picture 3">
            <a:extLst>
              <a:ext uri="{FF2B5EF4-FFF2-40B4-BE49-F238E27FC236}">
                <a16:creationId xmlns:a16="http://schemas.microsoft.com/office/drawing/2014/main" id="{AE047D7A-CB0C-0E87-02A2-46AE102DCCE8}"/>
              </a:ext>
            </a:extLst>
          </p:cNvPr>
          <p:cNvPicPr>
            <a:picLocks noChangeAspect="1"/>
          </p:cNvPicPr>
          <p:nvPr/>
        </p:nvPicPr>
        <p:blipFill>
          <a:blip r:embed="rId4"/>
          <a:stretch>
            <a:fillRect/>
          </a:stretch>
        </p:blipFill>
        <p:spPr>
          <a:xfrm>
            <a:off x="8041078" y="75543"/>
            <a:ext cx="1102920" cy="1362076"/>
          </a:xfrm>
          <a:prstGeom prst="rect">
            <a:avLst/>
          </a:prstGeom>
        </p:spPr>
      </p:pic>
    </p:spTree>
    <p:extLst>
      <p:ext uri="{BB962C8B-B14F-4D97-AF65-F5344CB8AC3E}">
        <p14:creationId xmlns:p14="http://schemas.microsoft.com/office/powerpoint/2010/main" val="221300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9144000" cy="6618514"/>
          </a:xfrm>
          <a:prstGeom prst="rect">
            <a:avLst/>
          </a:prstGeom>
        </p:spPr>
      </p:pic>
      <p:sp>
        <p:nvSpPr>
          <p:cNvPr id="2" name="Title 1"/>
          <p:cNvSpPr>
            <a:spLocks noGrp="1"/>
          </p:cNvSpPr>
          <p:nvPr>
            <p:ph type="title"/>
          </p:nvPr>
        </p:nvSpPr>
        <p:spPr>
          <a:xfrm>
            <a:off x="417513" y="127003"/>
            <a:ext cx="7365773" cy="1362075"/>
          </a:xfrm>
        </p:spPr>
        <p:txBody>
          <a:bodyPr anchor="b"/>
          <a:lstStyle>
            <a:lvl1pPr algn="l">
              <a:defRPr sz="2250" b="1" cap="all">
                <a:solidFill>
                  <a:schemeClr val="accent5"/>
                </a:solidFill>
              </a:defRPr>
            </a:lvl1pPr>
          </a:lstStyle>
          <a:p>
            <a:r>
              <a:rPr lang="en-US"/>
              <a:t>Click to edit Master title style</a:t>
            </a:r>
            <a:endParaRPr lang="en-GB"/>
          </a:p>
        </p:txBody>
      </p:sp>
      <p:sp>
        <p:nvSpPr>
          <p:cNvPr id="3" name="Text Placeholder 2"/>
          <p:cNvSpPr>
            <a:spLocks noGrp="1"/>
          </p:cNvSpPr>
          <p:nvPr>
            <p:ph type="body" idx="1"/>
          </p:nvPr>
        </p:nvSpPr>
        <p:spPr>
          <a:xfrm>
            <a:off x="417513" y="1589576"/>
            <a:ext cx="7365773" cy="1500187"/>
          </a:xfrm>
        </p:spPr>
        <p:txBody>
          <a:bodyPr anchor="t"/>
          <a:lstStyle>
            <a:lvl1pPr marL="0" indent="0" algn="l">
              <a:buNone/>
              <a:defRPr sz="1500">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5" name="Picture 4">
            <a:extLst>
              <a:ext uri="{FF2B5EF4-FFF2-40B4-BE49-F238E27FC236}">
                <a16:creationId xmlns:a16="http://schemas.microsoft.com/office/drawing/2014/main" id="{DDE1FD8D-A7D1-E632-498D-A2DEBD80C6EF}"/>
              </a:ext>
            </a:extLst>
          </p:cNvPr>
          <p:cNvPicPr>
            <a:picLocks noChangeAspect="1"/>
          </p:cNvPicPr>
          <p:nvPr/>
        </p:nvPicPr>
        <p:blipFill>
          <a:blip r:embed="rId4"/>
          <a:stretch>
            <a:fillRect/>
          </a:stretch>
        </p:blipFill>
        <p:spPr>
          <a:xfrm>
            <a:off x="8005476" y="-84512"/>
            <a:ext cx="1115665" cy="1377815"/>
          </a:xfrm>
          <a:prstGeom prst="rect">
            <a:avLst/>
          </a:prstGeom>
        </p:spPr>
      </p:pic>
    </p:spTree>
    <p:extLst>
      <p:ext uri="{BB962C8B-B14F-4D97-AF65-F5344CB8AC3E}">
        <p14:creationId xmlns:p14="http://schemas.microsoft.com/office/powerpoint/2010/main" val="113167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9144000" cy="2824162"/>
          </a:xfrm>
          <a:solidFill>
            <a:schemeClr val="bg1">
              <a:lumMod val="95000"/>
            </a:schemeClr>
          </a:solidFill>
        </p:spPr>
        <p:txBody>
          <a:bodyPr/>
          <a:lstStyle>
            <a:lvl1pPr>
              <a:defRPr sz="1500"/>
            </a:lvl1pPr>
          </a:lstStyle>
          <a:p>
            <a:r>
              <a:rPr lang="en-US"/>
              <a:t>Click icon to add picture</a:t>
            </a:r>
            <a:endParaRPr lang="en-MY"/>
          </a:p>
        </p:txBody>
      </p:sp>
      <p:sp>
        <p:nvSpPr>
          <p:cNvPr id="2" name="Title 1"/>
          <p:cNvSpPr>
            <a:spLocks noGrp="1"/>
          </p:cNvSpPr>
          <p:nvPr>
            <p:ph type="title"/>
          </p:nvPr>
        </p:nvSpPr>
        <p:spPr>
          <a:xfrm>
            <a:off x="417513" y="3685881"/>
            <a:ext cx="7365773" cy="1362075"/>
          </a:xfrm>
        </p:spPr>
        <p:txBody>
          <a:bodyPr anchor="b"/>
          <a:lstStyle>
            <a:lvl1pPr algn="l">
              <a:defRPr sz="2250" b="1" cap="all">
                <a:solidFill>
                  <a:schemeClr val="tx2"/>
                </a:solidFill>
              </a:defRPr>
            </a:lvl1pPr>
          </a:lstStyle>
          <a:p>
            <a:r>
              <a:rPr lang="en-US"/>
              <a:t>Click to edit Master title style</a:t>
            </a:r>
            <a:endParaRPr lang="en-GB"/>
          </a:p>
        </p:txBody>
      </p:sp>
      <p:sp>
        <p:nvSpPr>
          <p:cNvPr id="3" name="Text Placeholder 2"/>
          <p:cNvSpPr>
            <a:spLocks noGrp="1"/>
          </p:cNvSpPr>
          <p:nvPr>
            <p:ph type="body" idx="1"/>
          </p:nvPr>
        </p:nvSpPr>
        <p:spPr>
          <a:xfrm>
            <a:off x="417513" y="5148454"/>
            <a:ext cx="7365773" cy="1500187"/>
          </a:xfrm>
        </p:spPr>
        <p:txBody>
          <a:bodyPr anchor="t"/>
          <a:lstStyle>
            <a:lvl1pPr marL="0" indent="0" algn="l">
              <a:buNone/>
              <a:defRPr sz="1500">
                <a:solidFill>
                  <a:schemeClr val="tx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8" name="Picture 7">
            <a:extLst>
              <a:ext uri="{FF2B5EF4-FFF2-40B4-BE49-F238E27FC236}">
                <a16:creationId xmlns:a16="http://schemas.microsoft.com/office/drawing/2014/main" id="{4AF1CA2F-924E-AE11-12BB-ABBEC20B856A}"/>
              </a:ext>
            </a:extLst>
          </p:cNvPr>
          <p:cNvPicPr>
            <a:picLocks noChangeAspect="1"/>
          </p:cNvPicPr>
          <p:nvPr/>
        </p:nvPicPr>
        <p:blipFill>
          <a:blip r:embed="rId2"/>
          <a:stretch>
            <a:fillRect/>
          </a:stretch>
        </p:blipFill>
        <p:spPr>
          <a:xfrm>
            <a:off x="8248650" y="44964"/>
            <a:ext cx="895350" cy="1108188"/>
          </a:xfrm>
          <a:prstGeom prst="rect">
            <a:avLst/>
          </a:prstGeom>
        </p:spPr>
      </p:pic>
      <p:pic>
        <p:nvPicPr>
          <p:cNvPr id="10" name="Picture 9">
            <a:extLst>
              <a:ext uri="{FF2B5EF4-FFF2-40B4-BE49-F238E27FC236}">
                <a16:creationId xmlns:a16="http://schemas.microsoft.com/office/drawing/2014/main" id="{A8CA9AD8-8822-D85D-0707-FBEEC8E087AB}"/>
              </a:ext>
            </a:extLst>
          </p:cNvPr>
          <p:cNvPicPr>
            <a:picLocks noChangeAspect="1"/>
          </p:cNvPicPr>
          <p:nvPr/>
        </p:nvPicPr>
        <p:blipFill>
          <a:blip r:embed="rId3"/>
          <a:stretch>
            <a:fillRect/>
          </a:stretch>
        </p:blipFill>
        <p:spPr>
          <a:xfrm>
            <a:off x="6978093" y="3960"/>
            <a:ext cx="896074" cy="1108188"/>
          </a:xfrm>
          <a:prstGeom prst="rect">
            <a:avLst/>
          </a:prstGeom>
        </p:spPr>
      </p:pic>
    </p:spTree>
    <p:extLst>
      <p:ext uri="{BB962C8B-B14F-4D97-AF65-F5344CB8AC3E}">
        <p14:creationId xmlns:p14="http://schemas.microsoft.com/office/powerpoint/2010/main" val="1168659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13" y="3685881"/>
            <a:ext cx="7365773" cy="1362075"/>
          </a:xfrm>
        </p:spPr>
        <p:txBody>
          <a:bodyPr anchor="b"/>
          <a:lstStyle>
            <a:lvl1pPr algn="l">
              <a:defRPr sz="2250" b="1" cap="all">
                <a:solidFill>
                  <a:schemeClr val="accent5"/>
                </a:solidFill>
              </a:defRPr>
            </a:lvl1pPr>
          </a:lstStyle>
          <a:p>
            <a:r>
              <a:rPr lang="en-US"/>
              <a:t>Click to edit Master title style</a:t>
            </a:r>
            <a:endParaRPr lang="en-GB"/>
          </a:p>
        </p:txBody>
      </p:sp>
      <p:sp>
        <p:nvSpPr>
          <p:cNvPr id="3" name="Text Placeholder 2"/>
          <p:cNvSpPr>
            <a:spLocks noGrp="1"/>
          </p:cNvSpPr>
          <p:nvPr>
            <p:ph type="body" idx="1"/>
          </p:nvPr>
        </p:nvSpPr>
        <p:spPr>
          <a:xfrm>
            <a:off x="417513" y="5148454"/>
            <a:ext cx="7365773" cy="1500187"/>
          </a:xfrm>
        </p:spPr>
        <p:txBody>
          <a:bodyPr anchor="t"/>
          <a:lstStyle>
            <a:lvl1pPr marL="0" indent="0" algn="l">
              <a:buNone/>
              <a:defRPr sz="1500">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9144000" cy="2824162"/>
          </a:xfrm>
          <a:solidFill>
            <a:schemeClr val="bg1">
              <a:lumMod val="95000"/>
            </a:schemeClr>
          </a:solidFill>
        </p:spPr>
        <p:txBody>
          <a:bodyPr/>
          <a:lstStyle>
            <a:lvl1pPr>
              <a:defRPr sz="1500"/>
            </a:lvl1pPr>
          </a:lstStyle>
          <a:p>
            <a:r>
              <a:rPr lang="en-US"/>
              <a:t>Click icon to add picture</a:t>
            </a:r>
            <a:endParaRPr lang="en-MY"/>
          </a:p>
        </p:txBody>
      </p:sp>
      <p:pic>
        <p:nvPicPr>
          <p:cNvPr id="5" name="Picture 4">
            <a:extLst>
              <a:ext uri="{FF2B5EF4-FFF2-40B4-BE49-F238E27FC236}">
                <a16:creationId xmlns:a16="http://schemas.microsoft.com/office/drawing/2014/main" id="{7D4EE0CE-D09D-13D8-9868-3B5B197D0F33}"/>
              </a:ext>
            </a:extLst>
          </p:cNvPr>
          <p:cNvPicPr>
            <a:picLocks noChangeAspect="1"/>
          </p:cNvPicPr>
          <p:nvPr/>
        </p:nvPicPr>
        <p:blipFill>
          <a:blip r:embed="rId2"/>
          <a:stretch>
            <a:fillRect/>
          </a:stretch>
        </p:blipFill>
        <p:spPr>
          <a:xfrm>
            <a:off x="8196888" y="62243"/>
            <a:ext cx="947113" cy="1169658"/>
          </a:xfrm>
          <a:prstGeom prst="rect">
            <a:avLst/>
          </a:prstGeom>
        </p:spPr>
      </p:pic>
    </p:spTree>
    <p:extLst>
      <p:ext uri="{BB962C8B-B14F-4D97-AF65-F5344CB8AC3E}">
        <p14:creationId xmlns:p14="http://schemas.microsoft.com/office/powerpoint/2010/main" val="2826011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9144000" cy="6858000"/>
          </a:xfrm>
          <a:prstGeom prst="rect">
            <a:avLst/>
          </a:prstGeom>
          <a:solidFill>
            <a:schemeClr val="bg1">
              <a:lumMod val="95000"/>
            </a:schemeClr>
          </a:solidFill>
        </p:spPr>
        <p:txBody>
          <a:bodyPr/>
          <a:lstStyle>
            <a:lvl1pPr>
              <a:defRPr sz="1500"/>
            </a:lvl1pPr>
          </a:lstStyle>
          <a:p>
            <a:r>
              <a:rPr lang="en-US"/>
              <a:t>Click icon to add picture</a:t>
            </a:r>
          </a:p>
        </p:txBody>
      </p:sp>
      <p:pic>
        <p:nvPicPr>
          <p:cNvPr id="8" name="Picture 7">
            <a:extLst>
              <a:ext uri="{FF2B5EF4-FFF2-40B4-BE49-F238E27FC236}">
                <a16:creationId xmlns:a16="http://schemas.microsoft.com/office/drawing/2014/main" id="{5CC693C5-DD98-AC19-3152-F9560029DFA2}"/>
              </a:ext>
            </a:extLst>
          </p:cNvPr>
          <p:cNvPicPr>
            <a:picLocks noChangeAspect="1"/>
          </p:cNvPicPr>
          <p:nvPr/>
        </p:nvPicPr>
        <p:blipFill>
          <a:blip r:embed="rId2"/>
          <a:stretch>
            <a:fillRect/>
          </a:stretch>
        </p:blipFill>
        <p:spPr>
          <a:xfrm>
            <a:off x="8236698" y="28577"/>
            <a:ext cx="896190" cy="1109568"/>
          </a:xfrm>
          <a:prstGeom prst="rect">
            <a:avLst/>
          </a:prstGeom>
        </p:spPr>
      </p:pic>
      <p:sp>
        <p:nvSpPr>
          <p:cNvPr id="2" name="Title 1"/>
          <p:cNvSpPr>
            <a:spLocks noGrp="1"/>
          </p:cNvSpPr>
          <p:nvPr>
            <p:ph type="title"/>
          </p:nvPr>
        </p:nvSpPr>
        <p:spPr>
          <a:xfrm>
            <a:off x="722313" y="4406902"/>
            <a:ext cx="7772400" cy="1362075"/>
          </a:xfrm>
        </p:spPr>
        <p:txBody>
          <a:bodyPr anchor="t"/>
          <a:lstStyle>
            <a:lvl1pPr algn="ctr">
              <a:defRPr sz="2250" b="1" cap="all">
                <a:solidFill>
                  <a:schemeClr val="accent5"/>
                </a:solidFill>
              </a:defRPr>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1875">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1692176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47948"/>
            <a:ext cx="9144000" cy="6858000"/>
          </a:xfrm>
          <a:prstGeom prst="rect">
            <a:avLst/>
          </a:prstGeom>
          <a:solidFill>
            <a:schemeClr val="bg1">
              <a:lumMod val="95000"/>
            </a:schemeClr>
          </a:solidFill>
        </p:spPr>
        <p:txBody>
          <a:bodyPr/>
          <a:lstStyle>
            <a:lvl1pPr>
              <a:defRPr sz="1500">
                <a:solidFill>
                  <a:schemeClr val="bg1"/>
                </a:solidFill>
              </a:defRPr>
            </a:lvl1pPr>
          </a:lstStyle>
          <a:p>
            <a:r>
              <a:rPr lang="en-US"/>
              <a:t>Click icon to add picture</a:t>
            </a:r>
          </a:p>
        </p:txBody>
      </p:sp>
      <p:pic>
        <p:nvPicPr>
          <p:cNvPr id="9" name="Picture 8">
            <a:extLst>
              <a:ext uri="{FF2B5EF4-FFF2-40B4-BE49-F238E27FC236}">
                <a16:creationId xmlns:a16="http://schemas.microsoft.com/office/drawing/2014/main" id="{F4FBDFD6-79DA-D6BE-0448-96C8DCC172E2}"/>
              </a:ext>
            </a:extLst>
          </p:cNvPr>
          <p:cNvPicPr>
            <a:picLocks noChangeAspect="1"/>
          </p:cNvPicPr>
          <p:nvPr/>
        </p:nvPicPr>
        <p:blipFill>
          <a:blip r:embed="rId2"/>
          <a:stretch>
            <a:fillRect/>
          </a:stretch>
        </p:blipFill>
        <p:spPr>
          <a:xfrm>
            <a:off x="8247810" y="-47948"/>
            <a:ext cx="896190" cy="1109568"/>
          </a:xfrm>
          <a:prstGeom prst="rect">
            <a:avLst/>
          </a:prstGeom>
        </p:spPr>
      </p:pic>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417513" y="127003"/>
            <a:ext cx="7011987" cy="1362075"/>
          </a:xfrm>
        </p:spPr>
        <p:txBody>
          <a:bodyPr anchor="b"/>
          <a:lstStyle>
            <a:lvl1pPr algn="l">
              <a:defRPr sz="2250" b="1" cap="all">
                <a:solidFill>
                  <a:schemeClr val="tx2"/>
                </a:solidFill>
              </a:defRPr>
            </a:lvl1pPr>
          </a:lstStyle>
          <a:p>
            <a:r>
              <a:rPr lang="en-US"/>
              <a:t>Click to edit Master title style</a:t>
            </a:r>
            <a:endParaRPr lang="en-GB"/>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417513" y="1589576"/>
            <a:ext cx="7011987" cy="1500187"/>
          </a:xfrm>
        </p:spPr>
        <p:txBody>
          <a:bodyPr anchor="t"/>
          <a:lstStyle>
            <a:lvl1pPr marL="0" indent="0" algn="l">
              <a:buNone/>
              <a:defRPr sz="1500">
                <a:solidFill>
                  <a:schemeClr val="accent6"/>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2675642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pic>
        <p:nvPicPr>
          <p:cNvPr id="6" name="Picture 5">
            <a:extLst>
              <a:ext uri="{FF2B5EF4-FFF2-40B4-BE49-F238E27FC236}">
                <a16:creationId xmlns:a16="http://schemas.microsoft.com/office/drawing/2014/main" id="{01DF7E10-430C-4E25-987A-D9E8ADAA7745}"/>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3868472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a:p>
        </p:txBody>
      </p:sp>
      <p:pic>
        <p:nvPicPr>
          <p:cNvPr id="7" name="Picture 6">
            <a:extLst>
              <a:ext uri="{FF2B5EF4-FFF2-40B4-BE49-F238E27FC236}">
                <a16:creationId xmlns:a16="http://schemas.microsoft.com/office/drawing/2014/main" id="{DA8370A5-1740-3ABE-F0A5-C7BCD001E437}"/>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1931258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pic>
        <p:nvPicPr>
          <p:cNvPr id="4" name="Picture 3">
            <a:extLst>
              <a:ext uri="{FF2B5EF4-FFF2-40B4-BE49-F238E27FC236}">
                <a16:creationId xmlns:a16="http://schemas.microsoft.com/office/drawing/2014/main" id="{D143FC5C-89B3-91B4-DDDF-8061B1B3970A}"/>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2584417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21514" y="274638"/>
            <a:ext cx="7843030"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a:p>
        </p:txBody>
      </p:sp>
      <p:pic>
        <p:nvPicPr>
          <p:cNvPr id="7" name="Picture 6">
            <a:extLst>
              <a:ext uri="{FF2B5EF4-FFF2-40B4-BE49-F238E27FC236}">
                <a16:creationId xmlns:a16="http://schemas.microsoft.com/office/drawing/2014/main" id="{F2655302-5D4A-37B8-AB30-349CD13927BB}"/>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475079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1514" y="1697038"/>
            <a:ext cx="4038600" cy="452596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pic>
        <p:nvPicPr>
          <p:cNvPr id="5" name="Picture 4">
            <a:extLst>
              <a:ext uri="{FF2B5EF4-FFF2-40B4-BE49-F238E27FC236}">
                <a16:creationId xmlns:a16="http://schemas.microsoft.com/office/drawing/2014/main" id="{AC308BD9-AC63-2D50-3B12-FBC0E86013EF}"/>
              </a:ext>
            </a:extLst>
          </p:cNvPr>
          <p:cNvPicPr>
            <a:picLocks noChangeAspect="1"/>
          </p:cNvPicPr>
          <p:nvPr/>
        </p:nvPicPr>
        <p:blipFill>
          <a:blip r:embed="rId2"/>
          <a:stretch>
            <a:fillRect/>
          </a:stretch>
        </p:blipFill>
        <p:spPr>
          <a:xfrm>
            <a:off x="8247810" y="-4762"/>
            <a:ext cx="896190" cy="1109568"/>
          </a:xfrm>
          <a:prstGeom prst="rect">
            <a:avLst/>
          </a:prstGeom>
        </p:spPr>
      </p:pic>
    </p:spTree>
    <p:extLst>
      <p:ext uri="{BB962C8B-B14F-4D97-AF65-F5344CB8AC3E}">
        <p14:creationId xmlns:p14="http://schemas.microsoft.com/office/powerpoint/2010/main" val="3323537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1514" y="1697038"/>
            <a:ext cx="4038600" cy="4525962"/>
          </a:xfrm>
        </p:spPr>
        <p:txBody>
          <a:bodyPr/>
          <a:lstStyle>
            <a:lvl1pPr>
              <a:defRPr sz="2100">
                <a:solidFill>
                  <a:schemeClr val="bg1"/>
                </a:solidFill>
              </a:defRPr>
            </a:lvl1pPr>
            <a:lvl2pPr>
              <a:defRPr sz="1800">
                <a:solidFill>
                  <a:schemeClr val="bg1"/>
                </a:solidFill>
              </a:defRPr>
            </a:lvl2pPr>
            <a:lvl3pPr>
              <a:defRPr sz="1500">
                <a:solidFill>
                  <a:schemeClr val="bg1"/>
                </a:solidFill>
              </a:defRPr>
            </a:lvl3pPr>
            <a:lvl4pPr>
              <a:defRPr sz="1350">
                <a:solidFill>
                  <a:schemeClr val="bg1"/>
                </a:solidFill>
              </a:defRPr>
            </a:lvl4pPr>
            <a:lvl5pPr>
              <a:defRPr sz="135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100">
                <a:solidFill>
                  <a:schemeClr val="bg1"/>
                </a:solidFill>
              </a:defRPr>
            </a:lvl1pPr>
            <a:lvl2pPr>
              <a:defRPr sz="1800">
                <a:solidFill>
                  <a:schemeClr val="bg1"/>
                </a:solidFill>
              </a:defRPr>
            </a:lvl2pPr>
            <a:lvl3pPr>
              <a:defRPr sz="1500">
                <a:solidFill>
                  <a:schemeClr val="bg1"/>
                </a:solidFill>
              </a:defRPr>
            </a:lvl3pPr>
            <a:lvl4pPr>
              <a:defRPr sz="1350">
                <a:solidFill>
                  <a:schemeClr val="bg1"/>
                </a:solidFill>
              </a:defRPr>
            </a:lvl4pPr>
            <a:lvl5pPr>
              <a:defRPr sz="135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a:p>
        </p:txBody>
      </p:sp>
      <p:pic>
        <p:nvPicPr>
          <p:cNvPr id="8" name="Picture 7">
            <a:extLst>
              <a:ext uri="{FF2B5EF4-FFF2-40B4-BE49-F238E27FC236}">
                <a16:creationId xmlns:a16="http://schemas.microsoft.com/office/drawing/2014/main" id="{3F565178-4E2E-92E2-03AB-296C33492130}"/>
              </a:ext>
            </a:extLst>
          </p:cNvPr>
          <p:cNvPicPr>
            <a:picLocks noChangeAspect="1"/>
          </p:cNvPicPr>
          <p:nvPr/>
        </p:nvPicPr>
        <p:blipFill>
          <a:blip r:embed="rId2"/>
          <a:stretch>
            <a:fillRect/>
          </a:stretch>
        </p:blipFill>
        <p:spPr>
          <a:xfrm>
            <a:off x="8247810" y="12700"/>
            <a:ext cx="896190" cy="1103472"/>
          </a:xfrm>
          <a:prstGeom prst="rect">
            <a:avLst/>
          </a:prstGeom>
        </p:spPr>
      </p:pic>
    </p:spTree>
    <p:extLst>
      <p:ext uri="{BB962C8B-B14F-4D97-AF65-F5344CB8AC3E}">
        <p14:creationId xmlns:p14="http://schemas.microsoft.com/office/powerpoint/2010/main" val="2648711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1514" y="1535113"/>
            <a:ext cx="4275874" cy="639762"/>
          </a:xfrm>
        </p:spPr>
        <p:txBody>
          <a:bodyPr anchor="b"/>
          <a:lstStyle>
            <a:lvl1pPr marL="0" indent="0">
              <a:buNone/>
              <a:defRPr sz="18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1514" y="2174875"/>
            <a:ext cx="4275874" cy="3951288"/>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pic>
        <p:nvPicPr>
          <p:cNvPr id="9" name="Picture 8">
            <a:extLst>
              <a:ext uri="{FF2B5EF4-FFF2-40B4-BE49-F238E27FC236}">
                <a16:creationId xmlns:a16="http://schemas.microsoft.com/office/drawing/2014/main" id="{7966537B-1220-BFD8-2AEA-74EE8804032D}"/>
              </a:ext>
            </a:extLst>
          </p:cNvPr>
          <p:cNvPicPr>
            <a:picLocks noChangeAspect="1"/>
          </p:cNvPicPr>
          <p:nvPr/>
        </p:nvPicPr>
        <p:blipFill>
          <a:blip r:embed="rId2"/>
          <a:stretch>
            <a:fillRect/>
          </a:stretch>
        </p:blipFill>
        <p:spPr>
          <a:xfrm>
            <a:off x="8238706" y="0"/>
            <a:ext cx="896190" cy="1109568"/>
          </a:xfrm>
          <a:prstGeom prst="rect">
            <a:avLst/>
          </a:prstGeom>
        </p:spPr>
      </p:pic>
    </p:spTree>
    <p:extLst>
      <p:ext uri="{BB962C8B-B14F-4D97-AF65-F5344CB8AC3E}">
        <p14:creationId xmlns:p14="http://schemas.microsoft.com/office/powerpoint/2010/main" val="6015537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1514" y="1535113"/>
            <a:ext cx="4275874" cy="639762"/>
          </a:xfrm>
        </p:spPr>
        <p:txBody>
          <a:bodyPr anchor="b"/>
          <a:lstStyle>
            <a:lvl1pPr marL="0" indent="0">
              <a:buNone/>
              <a:defRPr sz="18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1514" y="2174875"/>
            <a:ext cx="4275874" cy="3951288"/>
          </a:xfrm>
        </p:spPr>
        <p:txBody>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a:p>
        </p:txBody>
      </p:sp>
      <p:pic>
        <p:nvPicPr>
          <p:cNvPr id="10" name="Picture 9">
            <a:extLst>
              <a:ext uri="{FF2B5EF4-FFF2-40B4-BE49-F238E27FC236}">
                <a16:creationId xmlns:a16="http://schemas.microsoft.com/office/drawing/2014/main" id="{9D52FF7B-3D38-87EF-79B8-141215463ECC}"/>
              </a:ext>
            </a:extLst>
          </p:cNvPr>
          <p:cNvPicPr>
            <a:picLocks noChangeAspect="1"/>
          </p:cNvPicPr>
          <p:nvPr/>
        </p:nvPicPr>
        <p:blipFill>
          <a:blip r:embed="rId2"/>
          <a:stretch>
            <a:fillRect/>
          </a:stretch>
        </p:blipFill>
        <p:spPr>
          <a:xfrm>
            <a:off x="8238706" y="-27860"/>
            <a:ext cx="896190" cy="1103472"/>
          </a:xfrm>
          <a:prstGeom prst="rect">
            <a:avLst/>
          </a:prstGeom>
        </p:spPr>
      </p:pic>
    </p:spTree>
    <p:extLst>
      <p:ext uri="{BB962C8B-B14F-4D97-AF65-F5344CB8AC3E}">
        <p14:creationId xmlns:p14="http://schemas.microsoft.com/office/powerpoint/2010/main" val="30441320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B28F42-C4BB-5CCC-D37C-2FD6EBCA0537}"/>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1139878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372B7E-8446-C266-C188-6F26B42EE6FB}"/>
              </a:ext>
            </a:extLst>
          </p:cNvPr>
          <p:cNvPicPr>
            <a:picLocks noChangeAspect="1"/>
          </p:cNvPicPr>
          <p:nvPr/>
        </p:nvPicPr>
        <p:blipFill>
          <a:blip r:embed="rId2"/>
          <a:stretch>
            <a:fillRect/>
          </a:stretch>
        </p:blipFill>
        <p:spPr>
          <a:xfrm>
            <a:off x="8238285" y="0"/>
            <a:ext cx="896190" cy="1109568"/>
          </a:xfrm>
          <a:prstGeom prst="rect">
            <a:avLst/>
          </a:prstGeom>
        </p:spPr>
      </p:pic>
    </p:spTree>
    <p:extLst>
      <p:ext uri="{BB962C8B-B14F-4D97-AF65-F5344CB8AC3E}">
        <p14:creationId xmlns:p14="http://schemas.microsoft.com/office/powerpoint/2010/main" val="943231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390AB1-350E-8302-6236-A81641023524}"/>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10182680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D5A9F8-B4CB-884F-BB69-658179636F74}"/>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8418596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2"/>
            <a:ext cx="5111750" cy="5853113"/>
          </a:xfrm>
        </p:spPr>
        <p:txBody>
          <a:bodyPr/>
          <a:lstStyle>
            <a:lvl1pPr>
              <a:defRPr sz="2400">
                <a:solidFill>
                  <a:schemeClr val="tx2"/>
                </a:solidFill>
              </a:defRPr>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6" name="Picture 5">
            <a:extLst>
              <a:ext uri="{FF2B5EF4-FFF2-40B4-BE49-F238E27FC236}">
                <a16:creationId xmlns:a16="http://schemas.microsoft.com/office/drawing/2014/main" id="{7DFCAE6E-66E6-0CBA-0535-F1CCF409B977}"/>
              </a:ext>
            </a:extLst>
          </p:cNvPr>
          <p:cNvPicPr>
            <a:picLocks noChangeAspect="1"/>
          </p:cNvPicPr>
          <p:nvPr/>
        </p:nvPicPr>
        <p:blipFill>
          <a:blip r:embed="rId2"/>
          <a:stretch>
            <a:fillRect/>
          </a:stretch>
        </p:blipFill>
        <p:spPr>
          <a:xfrm>
            <a:off x="0" y="0"/>
            <a:ext cx="896190" cy="1109568"/>
          </a:xfrm>
          <a:prstGeom prst="rect">
            <a:avLst/>
          </a:prstGeom>
        </p:spPr>
      </p:pic>
    </p:spTree>
    <p:extLst>
      <p:ext uri="{BB962C8B-B14F-4D97-AF65-F5344CB8AC3E}">
        <p14:creationId xmlns:p14="http://schemas.microsoft.com/office/powerpoint/2010/main" val="18099791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2"/>
            <a:ext cx="5111750" cy="5853113"/>
          </a:xfrm>
        </p:spPr>
        <p:txBody>
          <a:bodyPr/>
          <a:lstStyle>
            <a:lvl1pPr>
              <a:defRPr sz="2400">
                <a:solidFill>
                  <a:schemeClr val="accent5"/>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6" name="Picture 5">
            <a:extLst>
              <a:ext uri="{FF2B5EF4-FFF2-40B4-BE49-F238E27FC236}">
                <a16:creationId xmlns:a16="http://schemas.microsoft.com/office/drawing/2014/main" id="{DC069447-BE09-A312-A5E4-D814D1507ECD}"/>
              </a:ext>
            </a:extLst>
          </p:cNvPr>
          <p:cNvPicPr>
            <a:picLocks noChangeAspect="1"/>
          </p:cNvPicPr>
          <p:nvPr/>
        </p:nvPicPr>
        <p:blipFill>
          <a:blip r:embed="rId2"/>
          <a:stretch>
            <a:fillRect/>
          </a:stretch>
        </p:blipFill>
        <p:spPr>
          <a:xfrm>
            <a:off x="9105" y="0"/>
            <a:ext cx="896190" cy="1103472"/>
          </a:xfrm>
          <a:prstGeom prst="rect">
            <a:avLst/>
          </a:prstGeom>
        </p:spPr>
      </p:pic>
    </p:spTree>
    <p:extLst>
      <p:ext uri="{BB962C8B-B14F-4D97-AF65-F5344CB8AC3E}">
        <p14:creationId xmlns:p14="http://schemas.microsoft.com/office/powerpoint/2010/main" val="39493312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a:solidFill>
            <a:schemeClr val="bg1">
              <a:lumMod val="95000"/>
            </a:schemeClr>
          </a:solidFill>
        </p:spPr>
        <p:txBody>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7" name="Picture 6">
            <a:extLst>
              <a:ext uri="{FF2B5EF4-FFF2-40B4-BE49-F238E27FC236}">
                <a16:creationId xmlns:a16="http://schemas.microsoft.com/office/drawing/2014/main" id="{08A88DC6-2D85-73C6-311B-D8A082496EC8}"/>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2069196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solidFill>
                  <a:schemeClr val="accent5"/>
                </a:solidFill>
              </a:defRPr>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a:solidFill>
            <a:schemeClr val="bg1">
              <a:lumMod val="95000"/>
            </a:schemeClr>
          </a:solidFill>
        </p:spPr>
        <p:txBody>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7" name="Picture 6">
            <a:extLst>
              <a:ext uri="{FF2B5EF4-FFF2-40B4-BE49-F238E27FC236}">
                <a16:creationId xmlns:a16="http://schemas.microsoft.com/office/drawing/2014/main" id="{BD6C3883-F038-23D4-CBA3-04C862509E61}"/>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7596634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9144000" cy="2824162"/>
          </a:xfrm>
          <a:solidFill>
            <a:schemeClr val="bg1">
              <a:lumMod val="95000"/>
            </a:schemeClr>
          </a:solidFill>
        </p:spPr>
        <p:txBody>
          <a:bodyPr/>
          <a:lstStyle>
            <a:lvl1pPr>
              <a:defRPr sz="1500"/>
            </a:lvl1pPr>
          </a:lstStyle>
          <a:p>
            <a:r>
              <a:rPr lang="en-US"/>
              <a:t>Click icon to add picture</a:t>
            </a:r>
            <a:endParaRPr lang="en-MY"/>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4213782"/>
            <a:ext cx="8717438" cy="1958419"/>
          </a:xfrm>
        </p:spPr>
        <p:txBody>
          <a:bodyPr/>
          <a:lstStyle>
            <a:lvl1pPr marL="0" indent="0">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6" name="Picture 5">
            <a:extLst>
              <a:ext uri="{FF2B5EF4-FFF2-40B4-BE49-F238E27FC236}">
                <a16:creationId xmlns:a16="http://schemas.microsoft.com/office/drawing/2014/main" id="{9DD39C9D-F543-7E39-E1A1-67A1187E7C6D}"/>
              </a:ext>
            </a:extLst>
          </p:cNvPr>
          <p:cNvPicPr>
            <a:picLocks noChangeAspect="1"/>
          </p:cNvPicPr>
          <p:nvPr/>
        </p:nvPicPr>
        <p:blipFill>
          <a:blip r:embed="rId2"/>
          <a:stretch>
            <a:fillRect/>
          </a:stretch>
        </p:blipFill>
        <p:spPr>
          <a:xfrm>
            <a:off x="8247810" y="-16058"/>
            <a:ext cx="896190" cy="1109568"/>
          </a:xfrm>
          <a:prstGeom prst="rect">
            <a:avLst/>
          </a:prstGeom>
        </p:spPr>
      </p:pic>
    </p:spTree>
    <p:extLst>
      <p:ext uri="{BB962C8B-B14F-4D97-AF65-F5344CB8AC3E}">
        <p14:creationId xmlns:p14="http://schemas.microsoft.com/office/powerpoint/2010/main" val="11708077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9144000" cy="2824162"/>
          </a:xfrm>
          <a:solidFill>
            <a:schemeClr val="bg1">
              <a:lumMod val="95000"/>
            </a:schemeClr>
          </a:solidFill>
        </p:spPr>
        <p:txBody>
          <a:bodyPr/>
          <a:lstStyle>
            <a:lvl1pPr>
              <a:defRPr sz="1500"/>
            </a:lvl1pPr>
          </a:lstStyle>
          <a:p>
            <a:r>
              <a:rPr lang="en-US"/>
              <a:t>Click icon to add picture</a:t>
            </a:r>
            <a:endParaRPr lang="en-MY"/>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05033" y="4213782"/>
            <a:ext cx="8717438" cy="1958419"/>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4" name="Picture 3">
            <a:extLst>
              <a:ext uri="{FF2B5EF4-FFF2-40B4-BE49-F238E27FC236}">
                <a16:creationId xmlns:a16="http://schemas.microsoft.com/office/drawing/2014/main" id="{AD7DB65F-FE40-D9F7-738B-AE427EA54DDB}"/>
              </a:ext>
            </a:extLst>
          </p:cNvPr>
          <p:cNvPicPr>
            <a:picLocks noChangeAspect="1"/>
          </p:cNvPicPr>
          <p:nvPr/>
        </p:nvPicPr>
        <p:blipFill>
          <a:blip r:embed="rId2"/>
          <a:stretch>
            <a:fillRect/>
          </a:stretch>
        </p:blipFill>
        <p:spPr>
          <a:xfrm>
            <a:off x="8288383" y="-24446"/>
            <a:ext cx="855617" cy="1191981"/>
          </a:xfrm>
          <a:prstGeom prst="rect">
            <a:avLst/>
          </a:prstGeom>
        </p:spPr>
      </p:pic>
    </p:spTree>
    <p:extLst>
      <p:ext uri="{BB962C8B-B14F-4D97-AF65-F5344CB8AC3E}">
        <p14:creationId xmlns:p14="http://schemas.microsoft.com/office/powerpoint/2010/main" val="31305568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1132115"/>
            <a:ext cx="8717438" cy="1654629"/>
          </a:xfrm>
        </p:spPr>
        <p:txBody>
          <a:bodyPr/>
          <a:lstStyle>
            <a:lvl1pPr marL="0" indent="0">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457200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p>
        </p:txBody>
      </p:sp>
      <p:pic>
        <p:nvPicPr>
          <p:cNvPr id="4" name="Picture 3">
            <a:extLst>
              <a:ext uri="{FF2B5EF4-FFF2-40B4-BE49-F238E27FC236}">
                <a16:creationId xmlns:a16="http://schemas.microsoft.com/office/drawing/2014/main" id="{EB1D02F6-DCF7-DAE9-85B9-9944F944B1E8}"/>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16410099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1132115"/>
            <a:ext cx="8717438" cy="1654629"/>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457200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p>
        </p:txBody>
      </p:sp>
      <p:pic>
        <p:nvPicPr>
          <p:cNvPr id="4" name="Picture 3">
            <a:extLst>
              <a:ext uri="{FF2B5EF4-FFF2-40B4-BE49-F238E27FC236}">
                <a16:creationId xmlns:a16="http://schemas.microsoft.com/office/drawing/2014/main" id="{A9A4D3AD-E4A5-21C8-8BDB-5FBA46C3F115}"/>
              </a:ext>
            </a:extLst>
          </p:cNvPr>
          <p:cNvPicPr>
            <a:picLocks noChangeAspect="1"/>
          </p:cNvPicPr>
          <p:nvPr/>
        </p:nvPicPr>
        <p:blipFill>
          <a:blip r:embed="rId2"/>
          <a:stretch>
            <a:fillRect/>
          </a:stretch>
        </p:blipFill>
        <p:spPr>
          <a:xfrm>
            <a:off x="8317774" y="1"/>
            <a:ext cx="826226" cy="1151034"/>
          </a:xfrm>
          <a:prstGeom prst="rect">
            <a:avLst/>
          </a:prstGeom>
        </p:spPr>
      </p:pic>
    </p:spTree>
    <p:extLst>
      <p:ext uri="{BB962C8B-B14F-4D97-AF65-F5344CB8AC3E}">
        <p14:creationId xmlns:p14="http://schemas.microsoft.com/office/powerpoint/2010/main" val="3198192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466725" y="1600200"/>
            <a:ext cx="1371601" cy="1828800"/>
          </a:xfrm>
          <a:solidFill>
            <a:schemeClr val="bg1">
              <a:lumMod val="95000"/>
            </a:schemeClr>
          </a:solidFill>
        </p:spPr>
        <p:txBody>
          <a:bodyPr/>
          <a:lstStyle>
            <a:lvl1pPr>
              <a:defRPr sz="1125"/>
            </a:lvl1pPr>
          </a:lstStyle>
          <a:p>
            <a:r>
              <a:rPr lang="en-US"/>
              <a:t>Click icon to add picture</a:t>
            </a:r>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168129" y="1600200"/>
            <a:ext cx="1371601" cy="1828800"/>
          </a:xfrm>
          <a:solidFill>
            <a:schemeClr val="bg1">
              <a:lumMod val="95000"/>
            </a:schemeClr>
          </a:solidFill>
        </p:spPr>
        <p:txBody>
          <a:bodyPr/>
          <a:lstStyle>
            <a:lvl1pPr>
              <a:defRPr sz="1125"/>
            </a:lvl1pPr>
          </a:lstStyle>
          <a:p>
            <a:r>
              <a:rPr lang="en-US"/>
              <a:t>Click icon to add picture</a:t>
            </a:r>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3869532" y="1600200"/>
            <a:ext cx="1371601" cy="1828800"/>
          </a:xfrm>
          <a:solidFill>
            <a:schemeClr val="bg1">
              <a:lumMod val="95000"/>
            </a:schemeClr>
          </a:solidFill>
        </p:spPr>
        <p:txBody>
          <a:bodyPr/>
          <a:lstStyle>
            <a:lvl1pPr>
              <a:defRPr sz="1125"/>
            </a:lvl1pPr>
          </a:lstStyle>
          <a:p>
            <a:r>
              <a:rPr lang="en-US"/>
              <a:t>Click icon to add picture</a:t>
            </a:r>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5570936" y="1600200"/>
            <a:ext cx="1371601" cy="1828800"/>
          </a:xfrm>
          <a:solidFill>
            <a:schemeClr val="bg1">
              <a:lumMod val="95000"/>
            </a:schemeClr>
          </a:solidFill>
        </p:spPr>
        <p:txBody>
          <a:bodyPr/>
          <a:lstStyle>
            <a:lvl1pPr>
              <a:defRPr sz="1125"/>
            </a:lvl1pPr>
          </a:lstStyle>
          <a:p>
            <a:r>
              <a:rPr lang="en-US"/>
              <a:t>Click icon to add picture</a:t>
            </a:r>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7272339" y="1600200"/>
            <a:ext cx="1371601" cy="1828800"/>
          </a:xfrm>
          <a:solidFill>
            <a:schemeClr val="bg1">
              <a:lumMod val="95000"/>
            </a:schemeClr>
          </a:solidFill>
        </p:spPr>
        <p:txBody>
          <a:bodyPr/>
          <a:lstStyle>
            <a:lvl1pPr>
              <a:defRPr sz="1125"/>
            </a:lvl1pPr>
          </a:lstStyle>
          <a:p>
            <a:r>
              <a:rPr lang="en-US"/>
              <a:t>Click icon to add picture</a:t>
            </a:r>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466725" y="3752850"/>
            <a:ext cx="1371601" cy="1828800"/>
          </a:xfrm>
          <a:solidFill>
            <a:schemeClr val="bg1">
              <a:lumMod val="95000"/>
            </a:schemeClr>
          </a:solidFill>
        </p:spPr>
        <p:txBody>
          <a:bodyPr/>
          <a:lstStyle>
            <a:lvl1pPr>
              <a:defRPr sz="1125"/>
            </a:lvl1pPr>
          </a:lstStyle>
          <a:p>
            <a:r>
              <a:rPr lang="en-US"/>
              <a:t>Click icon to add picture</a:t>
            </a:r>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168129" y="3752850"/>
            <a:ext cx="1371601" cy="1828800"/>
          </a:xfrm>
          <a:solidFill>
            <a:schemeClr val="bg1">
              <a:lumMod val="95000"/>
            </a:schemeClr>
          </a:solidFill>
        </p:spPr>
        <p:txBody>
          <a:bodyPr/>
          <a:lstStyle>
            <a:lvl1pPr>
              <a:defRPr sz="1125"/>
            </a:lvl1pPr>
          </a:lstStyle>
          <a:p>
            <a:r>
              <a:rPr lang="en-US"/>
              <a:t>Click icon to add picture</a:t>
            </a:r>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3869532" y="3752850"/>
            <a:ext cx="1371601" cy="1828800"/>
          </a:xfrm>
          <a:solidFill>
            <a:schemeClr val="bg1">
              <a:lumMod val="95000"/>
            </a:schemeClr>
          </a:solidFill>
        </p:spPr>
        <p:txBody>
          <a:bodyPr/>
          <a:lstStyle>
            <a:lvl1pPr>
              <a:defRPr sz="1125"/>
            </a:lvl1pPr>
          </a:lstStyle>
          <a:p>
            <a:r>
              <a:rPr lang="en-US"/>
              <a:t>Click icon to add picture</a:t>
            </a:r>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5570936" y="3752850"/>
            <a:ext cx="1371601" cy="1828800"/>
          </a:xfrm>
          <a:solidFill>
            <a:schemeClr val="bg1">
              <a:lumMod val="95000"/>
            </a:schemeClr>
          </a:solidFill>
        </p:spPr>
        <p:txBody>
          <a:bodyPr/>
          <a:lstStyle>
            <a:lvl1pPr>
              <a:defRPr sz="1125"/>
            </a:lvl1pPr>
          </a:lstStyle>
          <a:p>
            <a:r>
              <a:rPr lang="en-US"/>
              <a:t>Click icon to add picture</a:t>
            </a:r>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7272339" y="3752850"/>
            <a:ext cx="1371601" cy="1828800"/>
          </a:xfrm>
          <a:solidFill>
            <a:schemeClr val="bg1">
              <a:lumMod val="95000"/>
            </a:schemeClr>
          </a:solidFill>
        </p:spPr>
        <p:txBody>
          <a:bodyPr/>
          <a:lstStyle>
            <a:lvl1pPr>
              <a:defRPr sz="1125"/>
            </a:lvl1pPr>
          </a:lstStyle>
          <a:p>
            <a:r>
              <a:rPr lang="en-US"/>
              <a:t>Click icon to add picture</a:t>
            </a:r>
          </a:p>
        </p:txBody>
      </p:sp>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US" altLang="en-US"/>
              <a:t>Click to edit Master title style</a:t>
            </a:r>
            <a:endParaRPr lang="en-GB" altLang="en-US"/>
          </a:p>
        </p:txBody>
      </p:sp>
      <p:pic>
        <p:nvPicPr>
          <p:cNvPr id="5" name="Picture 4">
            <a:extLst>
              <a:ext uri="{FF2B5EF4-FFF2-40B4-BE49-F238E27FC236}">
                <a16:creationId xmlns:a16="http://schemas.microsoft.com/office/drawing/2014/main" id="{EA7678C3-56FB-0508-5AED-AC1CEF948DFB}"/>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11410384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466725" y="1600200"/>
            <a:ext cx="1371601" cy="1828800"/>
          </a:xfrm>
          <a:solidFill>
            <a:schemeClr val="bg1">
              <a:lumMod val="95000"/>
            </a:schemeClr>
          </a:solidFill>
        </p:spPr>
        <p:txBody>
          <a:bodyPr/>
          <a:lstStyle>
            <a:lvl1pPr>
              <a:defRPr sz="1125"/>
            </a:lvl1pPr>
          </a:lstStyle>
          <a:p>
            <a:r>
              <a:rPr lang="en-US"/>
              <a:t>Click icon to add picture</a:t>
            </a:r>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168129" y="1600200"/>
            <a:ext cx="1371601" cy="1828800"/>
          </a:xfrm>
          <a:solidFill>
            <a:schemeClr val="bg1">
              <a:lumMod val="95000"/>
            </a:schemeClr>
          </a:solidFill>
        </p:spPr>
        <p:txBody>
          <a:bodyPr/>
          <a:lstStyle>
            <a:lvl1pPr>
              <a:defRPr sz="1125"/>
            </a:lvl1pPr>
          </a:lstStyle>
          <a:p>
            <a:r>
              <a:rPr lang="en-US"/>
              <a:t>Click icon to add picture</a:t>
            </a:r>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3869532" y="1600200"/>
            <a:ext cx="1371601" cy="1828800"/>
          </a:xfrm>
          <a:solidFill>
            <a:schemeClr val="bg1">
              <a:lumMod val="95000"/>
            </a:schemeClr>
          </a:solidFill>
        </p:spPr>
        <p:txBody>
          <a:bodyPr/>
          <a:lstStyle>
            <a:lvl1pPr>
              <a:defRPr sz="1125"/>
            </a:lvl1pPr>
          </a:lstStyle>
          <a:p>
            <a:r>
              <a:rPr lang="en-US"/>
              <a:t>Click icon to add picture</a:t>
            </a:r>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5570936" y="1600200"/>
            <a:ext cx="1371601" cy="1828800"/>
          </a:xfrm>
          <a:solidFill>
            <a:schemeClr val="bg1">
              <a:lumMod val="95000"/>
            </a:schemeClr>
          </a:solidFill>
        </p:spPr>
        <p:txBody>
          <a:bodyPr/>
          <a:lstStyle>
            <a:lvl1pPr>
              <a:defRPr sz="1125"/>
            </a:lvl1pPr>
          </a:lstStyle>
          <a:p>
            <a:r>
              <a:rPr lang="en-US"/>
              <a:t>Click icon to add picture</a:t>
            </a:r>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7272339" y="1600200"/>
            <a:ext cx="1371601" cy="1828800"/>
          </a:xfrm>
          <a:solidFill>
            <a:schemeClr val="bg1">
              <a:lumMod val="95000"/>
            </a:schemeClr>
          </a:solidFill>
        </p:spPr>
        <p:txBody>
          <a:bodyPr/>
          <a:lstStyle>
            <a:lvl1pPr>
              <a:defRPr sz="1125"/>
            </a:lvl1pPr>
          </a:lstStyle>
          <a:p>
            <a:r>
              <a:rPr lang="en-US"/>
              <a:t>Click icon to add picture</a:t>
            </a:r>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466725" y="3752850"/>
            <a:ext cx="1371601" cy="1828800"/>
          </a:xfrm>
          <a:solidFill>
            <a:schemeClr val="bg1">
              <a:lumMod val="95000"/>
            </a:schemeClr>
          </a:solidFill>
        </p:spPr>
        <p:txBody>
          <a:bodyPr/>
          <a:lstStyle>
            <a:lvl1pPr>
              <a:defRPr sz="1125"/>
            </a:lvl1pPr>
          </a:lstStyle>
          <a:p>
            <a:r>
              <a:rPr lang="en-US"/>
              <a:t>Click icon to add picture</a:t>
            </a:r>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168129" y="3752850"/>
            <a:ext cx="1371601" cy="1828800"/>
          </a:xfrm>
          <a:solidFill>
            <a:schemeClr val="bg1">
              <a:lumMod val="95000"/>
            </a:schemeClr>
          </a:solidFill>
        </p:spPr>
        <p:txBody>
          <a:bodyPr/>
          <a:lstStyle>
            <a:lvl1pPr>
              <a:defRPr sz="1125"/>
            </a:lvl1pPr>
          </a:lstStyle>
          <a:p>
            <a:r>
              <a:rPr lang="en-US"/>
              <a:t>Click icon to add picture</a:t>
            </a:r>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3869532" y="3752850"/>
            <a:ext cx="1371601" cy="1828800"/>
          </a:xfrm>
          <a:solidFill>
            <a:schemeClr val="bg1">
              <a:lumMod val="95000"/>
            </a:schemeClr>
          </a:solidFill>
        </p:spPr>
        <p:txBody>
          <a:bodyPr/>
          <a:lstStyle>
            <a:lvl1pPr>
              <a:defRPr sz="1125"/>
            </a:lvl1pPr>
          </a:lstStyle>
          <a:p>
            <a:r>
              <a:rPr lang="en-US"/>
              <a:t>Click icon to add picture</a:t>
            </a:r>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5570936" y="3752850"/>
            <a:ext cx="1371601" cy="1828800"/>
          </a:xfrm>
          <a:solidFill>
            <a:schemeClr val="bg1">
              <a:lumMod val="95000"/>
            </a:schemeClr>
          </a:solidFill>
        </p:spPr>
        <p:txBody>
          <a:bodyPr/>
          <a:lstStyle>
            <a:lvl1pPr>
              <a:defRPr sz="1125"/>
            </a:lvl1pPr>
          </a:lstStyle>
          <a:p>
            <a:r>
              <a:rPr lang="en-US"/>
              <a:t>Click icon to add picture</a:t>
            </a:r>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7272339" y="3752850"/>
            <a:ext cx="1371601" cy="1828800"/>
          </a:xfrm>
          <a:solidFill>
            <a:schemeClr val="bg1">
              <a:lumMod val="95000"/>
            </a:schemeClr>
          </a:solidFill>
        </p:spPr>
        <p:txBody>
          <a:bodyPr/>
          <a:lstStyle>
            <a:lvl1pPr>
              <a:defRPr sz="1125"/>
            </a:lvl1pPr>
          </a:lstStyle>
          <a:p>
            <a:r>
              <a:rPr lang="en-US"/>
              <a:t>Click icon to add picture</a:t>
            </a:r>
          </a:p>
        </p:txBody>
      </p:sp>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a:p>
        </p:txBody>
      </p:sp>
      <p:pic>
        <p:nvPicPr>
          <p:cNvPr id="5" name="Picture 4">
            <a:extLst>
              <a:ext uri="{FF2B5EF4-FFF2-40B4-BE49-F238E27FC236}">
                <a16:creationId xmlns:a16="http://schemas.microsoft.com/office/drawing/2014/main" id="{DDAC1D59-3DB1-49A4-7834-D463A1612B96}"/>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39422052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43815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4806423" y="1"/>
            <a:ext cx="4337577" cy="6223000"/>
          </a:xfrm>
          <a:prstGeom prst="rect">
            <a:avLst/>
          </a:prstGeom>
          <a:solidFill>
            <a:schemeClr val="bg1">
              <a:lumMod val="95000"/>
            </a:schemeClr>
          </a:solidFill>
          <a:effectLst/>
        </p:spPr>
        <p:txBody>
          <a:bodyPr>
            <a:normAutofit/>
          </a:bodyPr>
          <a:lstStyle>
            <a:lvl1pPr marL="0" indent="0">
              <a:buNone/>
              <a:defRPr sz="1500">
                <a:ln>
                  <a:noFill/>
                </a:ln>
                <a:solidFill>
                  <a:schemeClr val="bg1">
                    <a:lumMod val="85000"/>
                  </a:schemeClr>
                </a:solidFill>
                <a:latin typeface="+mj-lt"/>
                <a:ea typeface="Lato Light" charset="0"/>
                <a:cs typeface="Lato Light" charset="0"/>
              </a:defRPr>
            </a:lvl1pPr>
          </a:lstStyle>
          <a:p>
            <a:r>
              <a:rPr lang="en-US"/>
              <a:t>Click icon to add picture</a:t>
            </a:r>
          </a:p>
        </p:txBody>
      </p:sp>
      <p:pic>
        <p:nvPicPr>
          <p:cNvPr id="6" name="Picture 5">
            <a:extLst>
              <a:ext uri="{FF2B5EF4-FFF2-40B4-BE49-F238E27FC236}">
                <a16:creationId xmlns:a16="http://schemas.microsoft.com/office/drawing/2014/main" id="{3F083A5E-8B19-310B-8AE5-29459F822C26}"/>
              </a:ext>
            </a:extLst>
          </p:cNvPr>
          <p:cNvPicPr>
            <a:picLocks noChangeAspect="1"/>
          </p:cNvPicPr>
          <p:nvPr/>
        </p:nvPicPr>
        <p:blipFill>
          <a:blip r:embed="rId2"/>
          <a:stretch>
            <a:fillRect/>
          </a:stretch>
        </p:blipFill>
        <p:spPr>
          <a:xfrm>
            <a:off x="0" y="80216"/>
            <a:ext cx="896190" cy="1109568"/>
          </a:xfrm>
          <a:prstGeom prst="rect">
            <a:avLst/>
          </a:prstGeom>
        </p:spPr>
      </p:pic>
    </p:spTree>
    <p:extLst>
      <p:ext uri="{BB962C8B-B14F-4D97-AF65-F5344CB8AC3E}">
        <p14:creationId xmlns:p14="http://schemas.microsoft.com/office/powerpoint/2010/main" val="18255640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43815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4806423" y="1"/>
            <a:ext cx="4337577" cy="6223000"/>
          </a:xfrm>
          <a:prstGeom prst="rect">
            <a:avLst/>
          </a:prstGeom>
          <a:solidFill>
            <a:schemeClr val="tx1">
              <a:lumMod val="95000"/>
            </a:schemeClr>
          </a:solidFill>
          <a:effectLst/>
        </p:spPr>
        <p:txBody>
          <a:bodyPr>
            <a:normAutofit/>
          </a:bodyPr>
          <a:lstStyle>
            <a:lvl1pPr marL="0" indent="0">
              <a:buNone/>
              <a:defRPr sz="1500">
                <a:ln>
                  <a:noFill/>
                </a:ln>
                <a:solidFill>
                  <a:schemeClr val="bg1">
                    <a:lumMod val="85000"/>
                  </a:schemeClr>
                </a:solidFill>
                <a:latin typeface="+mj-lt"/>
                <a:ea typeface="Lato Light" charset="0"/>
                <a:cs typeface="Lato Light" charset="0"/>
              </a:defRPr>
            </a:lvl1pPr>
          </a:lstStyle>
          <a:p>
            <a:r>
              <a:rPr lang="en-US"/>
              <a:t>Click icon to add picture</a:t>
            </a:r>
          </a:p>
        </p:txBody>
      </p:sp>
      <p:pic>
        <p:nvPicPr>
          <p:cNvPr id="5" name="Picture 4">
            <a:extLst>
              <a:ext uri="{FF2B5EF4-FFF2-40B4-BE49-F238E27FC236}">
                <a16:creationId xmlns:a16="http://schemas.microsoft.com/office/drawing/2014/main" id="{6E73B8D9-BACD-B1A6-EFCF-E4175989D30F}"/>
              </a:ext>
            </a:extLst>
          </p:cNvPr>
          <p:cNvPicPr>
            <a:picLocks noChangeAspect="1"/>
          </p:cNvPicPr>
          <p:nvPr/>
        </p:nvPicPr>
        <p:blipFill>
          <a:blip r:embed="rId2"/>
          <a:stretch>
            <a:fillRect/>
          </a:stretch>
        </p:blipFill>
        <p:spPr>
          <a:xfrm>
            <a:off x="56226" y="1"/>
            <a:ext cx="864706" cy="1204642"/>
          </a:xfrm>
          <a:prstGeom prst="rect">
            <a:avLst/>
          </a:prstGeom>
        </p:spPr>
      </p:pic>
    </p:spTree>
    <p:extLst>
      <p:ext uri="{BB962C8B-B14F-4D97-AF65-F5344CB8AC3E}">
        <p14:creationId xmlns:p14="http://schemas.microsoft.com/office/powerpoint/2010/main" val="2744032126"/>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75364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57457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39550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190501" y="1697038"/>
            <a:ext cx="35814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9" name="Picture 8">
            <a:extLst>
              <a:ext uri="{FF2B5EF4-FFF2-40B4-BE49-F238E27FC236}">
                <a16:creationId xmlns:a16="http://schemas.microsoft.com/office/drawing/2014/main" id="{FC061A15-FF3E-D475-68D5-CEA211DFFE32}"/>
              </a:ext>
            </a:extLst>
          </p:cNvPr>
          <p:cNvPicPr>
            <a:picLocks noChangeAspect="1"/>
          </p:cNvPicPr>
          <p:nvPr/>
        </p:nvPicPr>
        <p:blipFill>
          <a:blip r:embed="rId2"/>
          <a:stretch>
            <a:fillRect/>
          </a:stretch>
        </p:blipFill>
        <p:spPr>
          <a:xfrm>
            <a:off x="8247810" y="6172"/>
            <a:ext cx="896190" cy="1109568"/>
          </a:xfrm>
          <a:prstGeom prst="rect">
            <a:avLst/>
          </a:prstGeom>
        </p:spPr>
      </p:pic>
    </p:spTree>
    <p:extLst>
      <p:ext uri="{BB962C8B-B14F-4D97-AF65-F5344CB8AC3E}">
        <p14:creationId xmlns:p14="http://schemas.microsoft.com/office/powerpoint/2010/main" val="37357351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75364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57457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39550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190501" y="1697038"/>
            <a:ext cx="35814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DBE1E25A-8699-3AD3-4EBB-7E4469BBD56C}"/>
              </a:ext>
            </a:extLst>
          </p:cNvPr>
          <p:cNvPicPr>
            <a:picLocks noChangeAspect="1"/>
          </p:cNvPicPr>
          <p:nvPr/>
        </p:nvPicPr>
        <p:blipFill>
          <a:blip r:embed="rId2"/>
          <a:stretch>
            <a:fillRect/>
          </a:stretch>
        </p:blipFill>
        <p:spPr>
          <a:xfrm>
            <a:off x="8247810" y="15316"/>
            <a:ext cx="896190" cy="1103472"/>
          </a:xfrm>
          <a:prstGeom prst="rect">
            <a:avLst/>
          </a:prstGeom>
        </p:spPr>
      </p:pic>
    </p:spTree>
    <p:extLst>
      <p:ext uri="{BB962C8B-B14F-4D97-AF65-F5344CB8AC3E}">
        <p14:creationId xmlns:p14="http://schemas.microsoft.com/office/powerpoint/2010/main" val="19143761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3957754"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3" name="Picture 2">
            <a:extLst>
              <a:ext uri="{FF2B5EF4-FFF2-40B4-BE49-F238E27FC236}">
                <a16:creationId xmlns:a16="http://schemas.microsoft.com/office/drawing/2014/main" id="{AB28B768-EAD6-3CC0-C557-D8E57DA6B6D4}"/>
              </a:ext>
            </a:extLst>
          </p:cNvPr>
          <p:cNvPicPr>
            <a:picLocks noChangeAspect="1"/>
          </p:cNvPicPr>
          <p:nvPr/>
        </p:nvPicPr>
        <p:blipFill>
          <a:blip r:embed="rId2"/>
          <a:stretch>
            <a:fillRect/>
          </a:stretch>
        </p:blipFill>
        <p:spPr>
          <a:xfrm>
            <a:off x="0" y="0"/>
            <a:ext cx="896190" cy="1109568"/>
          </a:xfrm>
          <a:prstGeom prst="rect">
            <a:avLst/>
          </a:prstGeom>
        </p:spPr>
      </p:pic>
    </p:spTree>
    <p:extLst>
      <p:ext uri="{BB962C8B-B14F-4D97-AF65-F5344CB8AC3E}">
        <p14:creationId xmlns:p14="http://schemas.microsoft.com/office/powerpoint/2010/main" val="28351502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8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3957754"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3" name="Picture 2">
            <a:extLst>
              <a:ext uri="{FF2B5EF4-FFF2-40B4-BE49-F238E27FC236}">
                <a16:creationId xmlns:a16="http://schemas.microsoft.com/office/drawing/2014/main" id="{A9FD0792-A42D-30B8-6682-4417A44B7605}"/>
              </a:ext>
            </a:extLst>
          </p:cNvPr>
          <p:cNvPicPr>
            <a:picLocks noChangeAspect="1"/>
          </p:cNvPicPr>
          <p:nvPr/>
        </p:nvPicPr>
        <p:blipFill>
          <a:blip r:embed="rId2"/>
          <a:stretch>
            <a:fillRect/>
          </a:stretch>
        </p:blipFill>
        <p:spPr>
          <a:xfrm>
            <a:off x="0" y="1"/>
            <a:ext cx="891540" cy="1242026"/>
          </a:xfrm>
          <a:prstGeom prst="rect">
            <a:avLst/>
          </a:prstGeom>
        </p:spPr>
      </p:pic>
    </p:spTree>
    <p:extLst>
      <p:ext uri="{BB962C8B-B14F-4D97-AF65-F5344CB8AC3E}">
        <p14:creationId xmlns:p14="http://schemas.microsoft.com/office/powerpoint/2010/main" val="7039719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190500" y="1697038"/>
            <a:ext cx="3957754"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21515" y="274638"/>
            <a:ext cx="531506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US" altLang="en-US"/>
              <a:t>Click to edit Master title style</a:t>
            </a:r>
            <a:endParaRPr lang="en-GB" altLang="en-US"/>
          </a:p>
        </p:txBody>
      </p:sp>
      <p:pic>
        <p:nvPicPr>
          <p:cNvPr id="6" name="Picture 5">
            <a:extLst>
              <a:ext uri="{FF2B5EF4-FFF2-40B4-BE49-F238E27FC236}">
                <a16:creationId xmlns:a16="http://schemas.microsoft.com/office/drawing/2014/main" id="{CE63A347-BE8E-B62F-9E30-DC6F03276FD3}"/>
              </a:ext>
            </a:extLst>
          </p:cNvPr>
          <p:cNvPicPr>
            <a:picLocks noChangeAspect="1"/>
          </p:cNvPicPr>
          <p:nvPr/>
        </p:nvPicPr>
        <p:blipFill>
          <a:blip r:embed="rId2"/>
          <a:stretch>
            <a:fillRect/>
          </a:stretch>
        </p:blipFill>
        <p:spPr>
          <a:xfrm>
            <a:off x="8247810" y="25400"/>
            <a:ext cx="896190" cy="1109568"/>
          </a:xfrm>
          <a:prstGeom prst="rect">
            <a:avLst/>
          </a:prstGeom>
        </p:spPr>
      </p:pic>
    </p:spTree>
    <p:extLst>
      <p:ext uri="{BB962C8B-B14F-4D97-AF65-F5344CB8AC3E}">
        <p14:creationId xmlns:p14="http://schemas.microsoft.com/office/powerpoint/2010/main" val="7676786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190500" y="1697038"/>
            <a:ext cx="3957754"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21515" y="274638"/>
            <a:ext cx="531506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a:p>
        </p:txBody>
      </p:sp>
      <p:pic>
        <p:nvPicPr>
          <p:cNvPr id="6" name="Picture 5">
            <a:extLst>
              <a:ext uri="{FF2B5EF4-FFF2-40B4-BE49-F238E27FC236}">
                <a16:creationId xmlns:a16="http://schemas.microsoft.com/office/drawing/2014/main" id="{B93CF1D4-4F14-1861-0384-12994591C342}"/>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35527186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064105" y="1"/>
            <a:ext cx="154995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064105" y="3033601"/>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402770" y="798286"/>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402770" y="4277251"/>
            <a:ext cx="154995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3803650" y="273052"/>
            <a:ext cx="5111750" cy="5853113"/>
          </a:xfrm>
        </p:spPr>
        <p:txBody>
          <a:bodyPr/>
          <a:lstStyle>
            <a:lvl1pPr>
              <a:defRPr sz="2400">
                <a:solidFill>
                  <a:schemeClr val="tx2"/>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504936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064105" y="1"/>
            <a:ext cx="154995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064105" y="3033601"/>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402770" y="798286"/>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402770" y="4277251"/>
            <a:ext cx="154995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3803650" y="273052"/>
            <a:ext cx="5111750" cy="5853113"/>
          </a:xfrm>
        </p:spPr>
        <p:txBody>
          <a:bodyPr/>
          <a:lstStyle>
            <a:lvl1pPr>
              <a:defRPr sz="2400">
                <a:solidFill>
                  <a:schemeClr val="accent5"/>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460190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2312686"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462537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6938055"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21514" y="274638"/>
            <a:ext cx="7843030" cy="1143000"/>
          </a:xfrm>
        </p:spPr>
        <p:txBody>
          <a:bodyPr/>
          <a:lstStyle>
            <a:lvl1pPr>
              <a:defRPr>
                <a:solidFill>
                  <a:schemeClr val="tx2"/>
                </a:solidFill>
              </a:defRPr>
            </a:lvl1pPr>
          </a:lstStyle>
          <a:p>
            <a:r>
              <a:rPr lang="en-US"/>
              <a:t>Click to edit Master title style</a:t>
            </a:r>
            <a:endParaRPr lang="en-GB"/>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21514" y="1417638"/>
            <a:ext cx="8700972"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5" name="Picture 4">
            <a:extLst>
              <a:ext uri="{FF2B5EF4-FFF2-40B4-BE49-F238E27FC236}">
                <a16:creationId xmlns:a16="http://schemas.microsoft.com/office/drawing/2014/main" id="{32D0F3F0-0B2A-30F2-5108-FBA2B748421B}"/>
              </a:ext>
            </a:extLst>
          </p:cNvPr>
          <p:cNvPicPr>
            <a:picLocks noChangeAspect="1"/>
          </p:cNvPicPr>
          <p:nvPr/>
        </p:nvPicPr>
        <p:blipFill>
          <a:blip r:embed="rId2"/>
          <a:stretch>
            <a:fillRect/>
          </a:stretch>
        </p:blipFill>
        <p:spPr>
          <a:xfrm>
            <a:off x="8247810" y="14514"/>
            <a:ext cx="896190" cy="1109568"/>
          </a:xfrm>
          <a:prstGeom prst="rect">
            <a:avLst/>
          </a:prstGeom>
        </p:spPr>
      </p:pic>
    </p:spTree>
    <p:extLst>
      <p:ext uri="{BB962C8B-B14F-4D97-AF65-F5344CB8AC3E}">
        <p14:creationId xmlns:p14="http://schemas.microsoft.com/office/powerpoint/2010/main" val="25459208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2312686"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462537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6938055"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21514" y="274638"/>
            <a:ext cx="7843030" cy="1143000"/>
          </a:xfrm>
        </p:spPr>
        <p:txBody>
          <a:bodyPr/>
          <a:lstStyle>
            <a:lvl1pPr>
              <a:defRPr>
                <a:solidFill>
                  <a:schemeClr val="accent5"/>
                </a:solidFill>
              </a:defRPr>
            </a:lvl1pPr>
          </a:lstStyle>
          <a:p>
            <a:r>
              <a:rPr lang="en-US"/>
              <a:t>Click to edit Master title style</a:t>
            </a:r>
            <a:endParaRPr lang="en-GB"/>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21514" y="1417638"/>
            <a:ext cx="8700972"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5">
            <a:extLst>
              <a:ext uri="{FF2B5EF4-FFF2-40B4-BE49-F238E27FC236}">
                <a16:creationId xmlns:a16="http://schemas.microsoft.com/office/drawing/2014/main" id="{44384D95-A3AF-8F02-0DE3-9E8837F3AA6F}"/>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203335172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p:nvPicPr>
        <p:blipFill rotWithShape="1">
          <a:blip r:embed="rId43" cstate="print">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9"/>
            <a:ext cx="9144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190500" y="1697038"/>
            <a:ext cx="881062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 name="TextBox 1">
            <a:extLst>
              <a:ext uri="{FF2B5EF4-FFF2-40B4-BE49-F238E27FC236}">
                <a16:creationId xmlns:a16="http://schemas.microsoft.com/office/drawing/2014/main" id="{A748569D-7387-4D30-B100-DC94E7D1863E}"/>
              </a:ext>
            </a:extLst>
          </p:cNvPr>
          <p:cNvSpPr txBox="1"/>
          <p:nvPr/>
        </p:nvSpPr>
        <p:spPr>
          <a:xfrm>
            <a:off x="8144693" y="6588371"/>
            <a:ext cx="1162594" cy="184666"/>
          </a:xfrm>
          <a:prstGeom prst="rect">
            <a:avLst/>
          </a:prstGeom>
          <a:noFill/>
        </p:spPr>
        <p:txBody>
          <a:bodyPr wrap="square" rtlCol="0">
            <a:spAutoFit/>
          </a:bodyPr>
          <a:lstStyle/>
          <a:p>
            <a:pPr algn="ctr"/>
            <a:r>
              <a:rPr lang="en-US" sz="600">
                <a:solidFill>
                  <a:schemeClr val="bg2"/>
                </a:solidFill>
                <a:latin typeface="Montserrat" panose="00000500000000000000" pitchFamily="2" charset="0"/>
              </a:rPr>
              <a:t>SLIDE </a:t>
            </a:r>
            <a:fld id="{7E7DF8DA-2BBC-4974-99EF-62657F72EFE3}" type="slidenum">
              <a:rPr lang="en-US" sz="600" smtClean="0">
                <a:solidFill>
                  <a:schemeClr val="bg2"/>
                </a:solidFill>
                <a:latin typeface="Montserrat" panose="00000500000000000000" pitchFamily="2" charset="0"/>
              </a:rPr>
              <a:pPr algn="ctr"/>
              <a:t>‹#›</a:t>
            </a:fld>
            <a:endParaRPr lang="en-US" sz="60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p:nvSpPr>
        <p:spPr>
          <a:xfrm>
            <a:off x="29381" y="6588371"/>
            <a:ext cx="1783091" cy="276999"/>
          </a:xfrm>
          <a:prstGeom prst="rect">
            <a:avLst/>
          </a:prstGeom>
          <a:noFill/>
        </p:spPr>
        <p:txBody>
          <a:bodyPr wrap="square" rtlCol="0">
            <a:spAutoFit/>
          </a:bodyPr>
          <a:lstStyle/>
          <a:p>
            <a:pPr algn="l"/>
            <a:r>
              <a:rPr lang="en-US" sz="600">
                <a:solidFill>
                  <a:schemeClr val="bg2"/>
                </a:solidFill>
                <a:latin typeface="Montserrat" panose="00000500000000000000" pitchFamily="2" charset="0"/>
              </a:rPr>
              <a:t>Digital Security and Forensics</a:t>
            </a:r>
            <a:br>
              <a:rPr lang="en-US" sz="600">
                <a:solidFill>
                  <a:schemeClr val="bg2"/>
                </a:solidFill>
                <a:latin typeface="Montserrat" panose="00000500000000000000" pitchFamily="2" charset="0"/>
              </a:rPr>
            </a:br>
            <a:r>
              <a:rPr lang="en-US" sz="600">
                <a:solidFill>
                  <a:schemeClr val="bg2"/>
                </a:solidFill>
                <a:latin typeface="Montserrat" panose="00000500000000000000" pitchFamily="2" charset="0"/>
              </a:rPr>
              <a:t>AICT006-4-2-DSF VE1</a:t>
            </a:r>
          </a:p>
        </p:txBody>
      </p:sp>
      <p:sp>
        <p:nvSpPr>
          <p:cNvPr id="8" name="TextBox 7">
            <a:extLst>
              <a:ext uri="{FF2B5EF4-FFF2-40B4-BE49-F238E27FC236}">
                <a16:creationId xmlns:a16="http://schemas.microsoft.com/office/drawing/2014/main" id="{9EBD054F-4D2B-C683-DC2F-88927DD0A10B}"/>
              </a:ext>
            </a:extLst>
          </p:cNvPr>
          <p:cNvSpPr txBox="1"/>
          <p:nvPr/>
        </p:nvSpPr>
        <p:spPr>
          <a:xfrm>
            <a:off x="3360421" y="6572476"/>
            <a:ext cx="2547257" cy="184666"/>
          </a:xfrm>
          <a:prstGeom prst="rect">
            <a:avLst/>
          </a:prstGeom>
          <a:noFill/>
        </p:spPr>
        <p:txBody>
          <a:bodyPr wrap="square" rtlCol="0">
            <a:spAutoFit/>
          </a:bodyPr>
          <a:lstStyle/>
          <a:p>
            <a:pPr algn="ctr"/>
            <a:r>
              <a:rPr lang="en-US" sz="600">
                <a:solidFill>
                  <a:schemeClr val="bg2"/>
                </a:solidFill>
                <a:latin typeface="Montserrat" panose="00000500000000000000" pitchFamily="2" charset="0"/>
              </a:rPr>
              <a:t>Threats Analysis</a:t>
            </a:r>
          </a:p>
        </p:txBody>
      </p:sp>
    </p:spTree>
    <p:extLst>
      <p:ext uri="{BB962C8B-B14F-4D97-AF65-F5344CB8AC3E}">
        <p14:creationId xmlns:p14="http://schemas.microsoft.com/office/powerpoint/2010/main" val="213050502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 id="2147483719" r:id="rId35"/>
    <p:sldLayoutId id="2147483720" r:id="rId36"/>
    <p:sldLayoutId id="2147483721" r:id="rId37"/>
    <p:sldLayoutId id="2147483722" r:id="rId38"/>
    <p:sldLayoutId id="2147483723" r:id="rId39"/>
    <p:sldLayoutId id="2147483724" r:id="rId40"/>
    <p:sldLayoutId id="2147483725" r:id="rId41"/>
  </p:sldLayoutIdLst>
  <p:txStyles>
    <p:titleStyle>
      <a:lvl1pPr algn="l" rtl="0" eaLnBrk="1" fontAlgn="base" hangingPunct="1">
        <a:spcBef>
          <a:spcPct val="0"/>
        </a:spcBef>
        <a:spcAft>
          <a:spcPct val="0"/>
        </a:spcAft>
        <a:defRPr sz="2800" b="1">
          <a:solidFill>
            <a:schemeClr val="tx2"/>
          </a:solidFill>
          <a:latin typeface="Montserrat" panose="00000500000000000000" pitchFamily="2" charset="0"/>
          <a:ea typeface="+mj-ea"/>
          <a:cs typeface="+mj-cs"/>
        </a:defRPr>
      </a:lvl1pPr>
      <a:lvl2pPr algn="ctr" rtl="0" eaLnBrk="1" fontAlgn="base" hangingPunct="1">
        <a:spcBef>
          <a:spcPct val="0"/>
        </a:spcBef>
        <a:spcAft>
          <a:spcPct val="0"/>
        </a:spcAft>
        <a:defRPr sz="2700">
          <a:solidFill>
            <a:schemeClr val="tx2"/>
          </a:solidFill>
          <a:latin typeface="Arial" charset="0"/>
        </a:defRPr>
      </a:lvl2pPr>
      <a:lvl3pPr algn="ctr" rtl="0" eaLnBrk="1" fontAlgn="base" hangingPunct="1">
        <a:spcBef>
          <a:spcPct val="0"/>
        </a:spcBef>
        <a:spcAft>
          <a:spcPct val="0"/>
        </a:spcAft>
        <a:defRPr sz="2700">
          <a:solidFill>
            <a:schemeClr val="tx2"/>
          </a:solidFill>
          <a:latin typeface="Arial" charset="0"/>
        </a:defRPr>
      </a:lvl3pPr>
      <a:lvl4pPr algn="ctr" rtl="0" eaLnBrk="1" fontAlgn="base" hangingPunct="1">
        <a:spcBef>
          <a:spcPct val="0"/>
        </a:spcBef>
        <a:spcAft>
          <a:spcPct val="0"/>
        </a:spcAft>
        <a:defRPr sz="2700">
          <a:solidFill>
            <a:schemeClr val="tx2"/>
          </a:solidFill>
          <a:latin typeface="Arial" charset="0"/>
        </a:defRPr>
      </a:lvl4pPr>
      <a:lvl5pPr algn="ctr" rtl="0" eaLnBrk="1" fontAlgn="base" hangingPunct="1">
        <a:spcBef>
          <a:spcPct val="0"/>
        </a:spcBef>
        <a:spcAft>
          <a:spcPct val="0"/>
        </a:spcAft>
        <a:defRPr sz="2700">
          <a:solidFill>
            <a:schemeClr val="tx2"/>
          </a:solidFill>
          <a:latin typeface="Arial" charset="0"/>
        </a:defRPr>
      </a:lvl5pPr>
      <a:lvl6pPr marL="342900" algn="ctr" rtl="0" eaLnBrk="1" fontAlgn="base" hangingPunct="1">
        <a:spcBef>
          <a:spcPct val="0"/>
        </a:spcBef>
        <a:spcAft>
          <a:spcPct val="0"/>
        </a:spcAft>
        <a:defRPr sz="2700">
          <a:solidFill>
            <a:schemeClr val="tx2"/>
          </a:solidFill>
          <a:latin typeface="Arial" charset="0"/>
        </a:defRPr>
      </a:lvl6pPr>
      <a:lvl7pPr marL="685800" algn="ctr" rtl="0" eaLnBrk="1" fontAlgn="base" hangingPunct="1">
        <a:spcBef>
          <a:spcPct val="0"/>
        </a:spcBef>
        <a:spcAft>
          <a:spcPct val="0"/>
        </a:spcAft>
        <a:defRPr sz="2700">
          <a:solidFill>
            <a:schemeClr val="tx2"/>
          </a:solidFill>
          <a:latin typeface="Arial" charset="0"/>
        </a:defRPr>
      </a:lvl7pPr>
      <a:lvl8pPr marL="1028700" algn="ctr" rtl="0" eaLnBrk="1" fontAlgn="base" hangingPunct="1">
        <a:spcBef>
          <a:spcPct val="0"/>
        </a:spcBef>
        <a:spcAft>
          <a:spcPct val="0"/>
        </a:spcAft>
        <a:defRPr sz="2700">
          <a:solidFill>
            <a:schemeClr val="tx2"/>
          </a:solidFill>
          <a:latin typeface="Arial" charset="0"/>
        </a:defRPr>
      </a:lvl8pPr>
      <a:lvl9pPr marL="1371600" algn="ctr" rtl="0" eaLnBrk="1" fontAlgn="base" hangingPunct="1">
        <a:spcBef>
          <a:spcPct val="0"/>
        </a:spcBef>
        <a:spcAft>
          <a:spcPct val="0"/>
        </a:spcAft>
        <a:defRPr sz="2700">
          <a:solidFill>
            <a:schemeClr val="tx2"/>
          </a:solidFill>
          <a:latin typeface="Arial" charset="0"/>
        </a:defRPr>
      </a:lvl9pPr>
    </p:titleStyle>
    <p:bodyStyle>
      <a:lvl1pPr marL="257175" indent="-257175" algn="l" rtl="0" eaLnBrk="1" fontAlgn="base" hangingPunct="1">
        <a:spcBef>
          <a:spcPct val="20000"/>
        </a:spcBef>
        <a:spcAft>
          <a:spcPct val="0"/>
        </a:spcAft>
        <a:buChar char="•"/>
        <a:defRPr sz="2400">
          <a:solidFill>
            <a:schemeClr val="tx1"/>
          </a:solidFill>
          <a:latin typeface="+mj-lt"/>
          <a:ea typeface="+mn-ea"/>
          <a:cs typeface="Calibri" panose="020F0502020204030204" pitchFamily="34" charset="0"/>
        </a:defRPr>
      </a:lvl1pPr>
      <a:lvl2pPr marL="557213" indent="-214313" algn="l" rtl="0" eaLnBrk="1" fontAlgn="base" hangingPunct="1">
        <a:spcBef>
          <a:spcPct val="20000"/>
        </a:spcBef>
        <a:spcAft>
          <a:spcPct val="0"/>
        </a:spcAft>
        <a:buChar char="–"/>
        <a:defRPr sz="1800">
          <a:solidFill>
            <a:schemeClr val="tx1"/>
          </a:solidFill>
          <a:latin typeface="+mj-lt"/>
          <a:cs typeface="Calibri" panose="020F0502020204030204" pitchFamily="34" charset="0"/>
        </a:defRPr>
      </a:lvl2pPr>
      <a:lvl3pPr marL="857250" indent="-171450" algn="l" rtl="0" eaLnBrk="1" fontAlgn="base" hangingPunct="1">
        <a:spcBef>
          <a:spcPct val="20000"/>
        </a:spcBef>
        <a:spcAft>
          <a:spcPct val="0"/>
        </a:spcAft>
        <a:buChar char="•"/>
        <a:defRPr sz="1600">
          <a:solidFill>
            <a:schemeClr val="tx1"/>
          </a:solidFill>
          <a:latin typeface="+mj-lt"/>
          <a:cs typeface="Calibri" panose="020F0502020204030204" pitchFamily="34" charset="0"/>
        </a:defRPr>
      </a:lvl3pPr>
      <a:lvl4pPr marL="1200150" indent="-171450" algn="l" rtl="0" eaLnBrk="1" fontAlgn="base" hangingPunct="1">
        <a:spcBef>
          <a:spcPct val="20000"/>
        </a:spcBef>
        <a:spcAft>
          <a:spcPct val="0"/>
        </a:spcAft>
        <a:buChar char="–"/>
        <a:defRPr sz="1400">
          <a:solidFill>
            <a:schemeClr val="tx1"/>
          </a:solidFill>
          <a:latin typeface="+mj-lt"/>
          <a:cs typeface="Calibri" panose="020F0502020204030204" pitchFamily="34" charset="0"/>
        </a:defRPr>
      </a:lvl4pPr>
      <a:lvl5pPr marL="1543050" indent="-171450" algn="l" rtl="0" eaLnBrk="1" fontAlgn="base" hangingPunct="1">
        <a:spcBef>
          <a:spcPct val="20000"/>
        </a:spcBef>
        <a:spcAft>
          <a:spcPct val="0"/>
        </a:spcAft>
        <a:buChar char="»"/>
        <a:defRPr sz="1050">
          <a:solidFill>
            <a:schemeClr val="tx1"/>
          </a:solidFill>
          <a:latin typeface="+mj-lt"/>
          <a:cs typeface="Calibri" panose="020F0502020204030204" pitchFamily="34" charset="0"/>
        </a:defRPr>
      </a:lvl5pPr>
      <a:lvl6pPr marL="1885950" indent="-171450" algn="l" rtl="0" eaLnBrk="1" fontAlgn="base" hangingPunct="1">
        <a:spcBef>
          <a:spcPct val="20000"/>
        </a:spcBef>
        <a:spcAft>
          <a:spcPct val="0"/>
        </a:spcAft>
        <a:buChar char="»"/>
        <a:defRPr sz="1500">
          <a:solidFill>
            <a:schemeClr val="tx1"/>
          </a:solidFill>
          <a:latin typeface="+mn-lt"/>
        </a:defRPr>
      </a:lvl6pPr>
      <a:lvl7pPr marL="2228850" indent="-171450" algn="l" rtl="0" eaLnBrk="1" fontAlgn="base" hangingPunct="1">
        <a:spcBef>
          <a:spcPct val="20000"/>
        </a:spcBef>
        <a:spcAft>
          <a:spcPct val="0"/>
        </a:spcAft>
        <a:buChar char="»"/>
        <a:defRPr sz="1500">
          <a:solidFill>
            <a:schemeClr val="tx1"/>
          </a:solidFill>
          <a:latin typeface="+mn-lt"/>
        </a:defRPr>
      </a:lvl7pPr>
      <a:lvl8pPr marL="2571750" indent="-171450" algn="l" rtl="0" eaLnBrk="1" fontAlgn="base" hangingPunct="1">
        <a:spcBef>
          <a:spcPct val="20000"/>
        </a:spcBef>
        <a:spcAft>
          <a:spcPct val="0"/>
        </a:spcAft>
        <a:buChar char="»"/>
        <a:defRPr sz="1500">
          <a:solidFill>
            <a:schemeClr val="tx1"/>
          </a:solidFill>
          <a:latin typeface="+mn-lt"/>
        </a:defRPr>
      </a:lvl8pPr>
      <a:lvl9pPr marL="2914650" indent="-171450"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5.jpe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7.jpe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www.mycorporatewebapp.com/remotemanagement.asp?auth=0" TargetMode="External"/><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hyperlink" Target="http://www.openvas.org/" TargetMode="External"/><Relationship Id="rId7" Type="http://schemas.openxmlformats.org/officeDocument/2006/relationships/image" Target="../media/image36.jpe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hyperlink" Target="http://www.tenable.com/products/nessus"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cve.mitre.org/&#8206;" TargetMode="External"/><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hyperlink" Target="http://cve.mitre.org/cgi-bin/cvename.cgi?name=CVE-2008-4250"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www.snort.org/" TargetMode="External"/><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40.jpeg"/><Relationship Id="rId4" Type="http://schemas.openxmlformats.org/officeDocument/2006/relationships/image" Target="../media/image39.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2456" y="2200277"/>
            <a:ext cx="6754812" cy="1470025"/>
          </a:xfrm>
        </p:spPr>
        <p:txBody>
          <a:bodyPr/>
          <a:lstStyle/>
          <a:p>
            <a:r>
              <a:rPr lang="en-US" dirty="0">
                <a:solidFill>
                  <a:schemeClr val="accent5"/>
                </a:solidFill>
              </a:rPr>
              <a:t>Cyber Security and Forensics</a:t>
            </a:r>
            <a:br>
              <a:rPr lang="en-US" dirty="0">
                <a:solidFill>
                  <a:schemeClr val="accent5"/>
                </a:solidFill>
              </a:rPr>
            </a:br>
            <a:r>
              <a:rPr lang="en-US" dirty="0">
                <a:solidFill>
                  <a:schemeClr val="accent5"/>
                </a:solidFill>
              </a:rPr>
              <a:t>AICT014-4-2-CSF </a:t>
            </a:r>
            <a:br>
              <a:rPr lang="en-US" dirty="0">
                <a:solidFill>
                  <a:schemeClr val="accent5"/>
                </a:solidFill>
              </a:rPr>
            </a:br>
            <a:r>
              <a:rPr lang="en-US" dirty="0">
                <a:solidFill>
                  <a:schemeClr val="accent5"/>
                </a:solidFill>
              </a:rPr>
              <a:t>VE3</a:t>
            </a:r>
            <a:endParaRPr lang="en-MY" dirty="0"/>
          </a:p>
        </p:txBody>
      </p:sp>
      <p:sp>
        <p:nvSpPr>
          <p:cNvPr id="3" name="Subtitle 2"/>
          <p:cNvSpPr>
            <a:spLocks noGrp="1"/>
          </p:cNvSpPr>
          <p:nvPr>
            <p:ph type="subTitle" idx="1"/>
          </p:nvPr>
        </p:nvSpPr>
        <p:spPr>
          <a:xfrm>
            <a:off x="3727655" y="3879851"/>
            <a:ext cx="5185325" cy="1752600"/>
          </a:xfrm>
        </p:spPr>
        <p:txBody>
          <a:bodyPr/>
          <a:lstStyle/>
          <a:p>
            <a:r>
              <a:rPr lang="en-US"/>
              <a:t>Threats Analysis</a:t>
            </a:r>
            <a:endParaRPr lang="en-MY"/>
          </a:p>
        </p:txBody>
      </p:sp>
    </p:spTree>
    <p:extLst>
      <p:ext uri="{BB962C8B-B14F-4D97-AF65-F5344CB8AC3E}">
        <p14:creationId xmlns:p14="http://schemas.microsoft.com/office/powerpoint/2010/main" val="247870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normAutofit/>
          </a:bodyPr>
          <a:lstStyle/>
          <a:p>
            <a:pPr marL="0" indent="0">
              <a:buNone/>
            </a:pPr>
            <a:r>
              <a:rPr lang="en-MY"/>
              <a:t>At the end of this topic, You should be able to:</a:t>
            </a:r>
          </a:p>
          <a:p>
            <a:r>
              <a:rPr lang="en-MY"/>
              <a:t>Describe Types of Hackers &amp; Threats</a:t>
            </a:r>
          </a:p>
          <a:p>
            <a:r>
              <a:rPr lang="en-MY"/>
              <a:t>Explain Types of Threats</a:t>
            </a:r>
          </a:p>
          <a:p>
            <a:r>
              <a:rPr lang="en-MY"/>
              <a:t>Explain Scanning Method</a:t>
            </a:r>
          </a:p>
          <a:p>
            <a:r>
              <a:rPr lang="en-MY"/>
              <a:t>Describe Vulnerability Analysis</a:t>
            </a:r>
          </a:p>
          <a:p>
            <a:r>
              <a:rPr lang="en-US"/>
              <a:t>Describe the basis steps that an intruder might undertake in an intrusion</a:t>
            </a:r>
          </a:p>
          <a:p>
            <a:r>
              <a:rPr lang="en-US"/>
              <a:t>Outline current threats, and their operation</a:t>
            </a:r>
            <a:endParaRPr lang="en-MY"/>
          </a:p>
          <a:p>
            <a:endParaRPr lang="en-MY"/>
          </a:p>
          <a:p>
            <a:endParaRPr lang="en-MY"/>
          </a:p>
        </p:txBody>
      </p:sp>
      <p:sp>
        <p:nvSpPr>
          <p:cNvPr id="2" name="Title 1"/>
          <p:cNvSpPr>
            <a:spLocks noGrp="1"/>
          </p:cNvSpPr>
          <p:nvPr>
            <p:ph type="title"/>
          </p:nvPr>
        </p:nvSpPr>
        <p:spPr>
          <a:xfrm>
            <a:off x="221514" y="274638"/>
            <a:ext cx="7843030" cy="1143000"/>
          </a:xfrm>
        </p:spPr>
        <p:txBody>
          <a:bodyPr/>
          <a:lstStyle/>
          <a:p>
            <a:r>
              <a:rPr lang="en-US"/>
              <a:t>Topic Learning Outcome</a:t>
            </a:r>
            <a:endParaRPr lang="en-MY"/>
          </a:p>
        </p:txBody>
      </p:sp>
    </p:spTree>
    <p:extLst>
      <p:ext uri="{BB962C8B-B14F-4D97-AF65-F5344CB8AC3E}">
        <p14:creationId xmlns:p14="http://schemas.microsoft.com/office/powerpoint/2010/main" val="1596975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
          </p:nvPr>
        </p:nvSpPr>
        <p:spPr>
          <a:xfrm>
            <a:off x="190500" y="1697038"/>
            <a:ext cx="8810625" cy="4525962"/>
          </a:xfrm>
        </p:spPr>
        <p:txBody>
          <a:bodyPr/>
          <a:lstStyle/>
          <a:p>
            <a:r>
              <a:rPr lang="en-MY"/>
              <a:t>Types of Hackers</a:t>
            </a:r>
          </a:p>
          <a:p>
            <a:r>
              <a:rPr lang="en-MY"/>
              <a:t>Threat Actors and their attributes</a:t>
            </a:r>
          </a:p>
          <a:p>
            <a:r>
              <a:rPr lang="en-MY"/>
              <a:t>Types of Threats</a:t>
            </a:r>
          </a:p>
          <a:p>
            <a:r>
              <a:rPr lang="en-MY"/>
              <a:t>Solution – Intruders Prevention</a:t>
            </a:r>
          </a:p>
          <a:p>
            <a:r>
              <a:rPr lang="en-MY"/>
              <a:t>Scanning Method</a:t>
            </a:r>
          </a:p>
          <a:p>
            <a:r>
              <a:rPr lang="en-MY"/>
              <a:t>Vulnerability Analysis</a:t>
            </a:r>
          </a:p>
        </p:txBody>
      </p:sp>
      <p:sp>
        <p:nvSpPr>
          <p:cNvPr id="8" name="Title 1"/>
          <p:cNvSpPr>
            <a:spLocks noGrp="1"/>
          </p:cNvSpPr>
          <p:nvPr>
            <p:ph type="title"/>
          </p:nvPr>
        </p:nvSpPr>
        <p:spPr>
          <a:xfrm>
            <a:off x="221514" y="274638"/>
            <a:ext cx="7843030" cy="1143000"/>
          </a:xfrm>
        </p:spPr>
        <p:txBody>
          <a:bodyPr/>
          <a:lstStyle/>
          <a:p>
            <a:r>
              <a:rPr lang="en-US"/>
              <a:t>Contents &amp; Structure</a:t>
            </a:r>
            <a:endParaRPr lang="en-MY"/>
          </a:p>
        </p:txBody>
      </p:sp>
    </p:spTree>
    <p:extLst>
      <p:ext uri="{BB962C8B-B14F-4D97-AF65-F5344CB8AC3E}">
        <p14:creationId xmlns:p14="http://schemas.microsoft.com/office/powerpoint/2010/main" val="420217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243452"/>
          </a:xfrm>
        </p:spPr>
        <p:txBody>
          <a:bodyPr/>
          <a:lstStyle/>
          <a:p>
            <a:r>
              <a:rPr lang="en-US" altLang="en-US"/>
              <a:t>Concepts of Security – What is Security</a:t>
            </a:r>
          </a:p>
          <a:p>
            <a:r>
              <a:rPr lang="en-US" altLang="en-US"/>
              <a:t>Security objectives / principles - ??</a:t>
            </a:r>
            <a:endParaRPr lang="en-GB" altLang="en-US"/>
          </a:p>
          <a:p>
            <a:r>
              <a:rPr lang="en-GB" altLang="en-US"/>
              <a:t>A security concept for a centralized platform that performs three separate identity-based tasks.</a:t>
            </a:r>
            <a:endParaRPr lang="en-US" altLang="en-US"/>
          </a:p>
          <a:p>
            <a:r>
              <a:rPr lang="en-US" altLang="en-US"/>
              <a:t>Security Management process -??</a:t>
            </a:r>
          </a:p>
        </p:txBody>
      </p:sp>
      <p:sp>
        <p:nvSpPr>
          <p:cNvPr id="4" name="Title 3"/>
          <p:cNvSpPr>
            <a:spLocks noGrp="1"/>
          </p:cNvSpPr>
          <p:nvPr>
            <p:ph type="title"/>
          </p:nvPr>
        </p:nvSpPr>
        <p:spPr>
          <a:xfrm>
            <a:off x="221514" y="274638"/>
            <a:ext cx="7843030" cy="1143000"/>
          </a:xfrm>
        </p:spPr>
        <p:txBody>
          <a:bodyPr/>
          <a:lstStyle/>
          <a:p>
            <a:r>
              <a:rPr lang="en-US" altLang="en-US"/>
              <a:t>Recap From Last Lesson</a:t>
            </a:r>
            <a:endParaRPr lang="en-US"/>
          </a:p>
        </p:txBody>
      </p:sp>
    </p:spTree>
    <p:extLst>
      <p:ext uri="{BB962C8B-B14F-4D97-AF65-F5344CB8AC3E}">
        <p14:creationId xmlns:p14="http://schemas.microsoft.com/office/powerpoint/2010/main" val="3250870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B2CD48-7268-661F-9204-962438A4D613}"/>
              </a:ext>
            </a:extLst>
          </p:cNvPr>
          <p:cNvSpPr>
            <a:spLocks noGrp="1"/>
          </p:cNvSpPr>
          <p:nvPr>
            <p:ph type="ctrTitle"/>
          </p:nvPr>
        </p:nvSpPr>
        <p:spPr/>
        <p:txBody>
          <a:bodyPr/>
          <a:lstStyle/>
          <a:p>
            <a:r>
              <a:rPr lang="en-US"/>
              <a:t>Type of Hackers / Attackers</a:t>
            </a:r>
            <a:endParaRPr lang="en-MY"/>
          </a:p>
        </p:txBody>
      </p:sp>
      <p:sp>
        <p:nvSpPr>
          <p:cNvPr id="2" name="Subtitle 1">
            <a:extLst>
              <a:ext uri="{FF2B5EF4-FFF2-40B4-BE49-F238E27FC236}">
                <a16:creationId xmlns:a16="http://schemas.microsoft.com/office/drawing/2014/main" id="{38E8B281-DD80-6F8D-BAF6-1F46F691438A}"/>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771647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What are Hackers/Attackers/Crackers?</a:t>
            </a:r>
            <a:endParaRPr lang="en-MY"/>
          </a:p>
        </p:txBody>
      </p:sp>
      <p:pic>
        <p:nvPicPr>
          <p:cNvPr id="13" name="Picture 12">
            <a:extLst>
              <a:ext uri="{FF2B5EF4-FFF2-40B4-BE49-F238E27FC236}">
                <a16:creationId xmlns:a16="http://schemas.microsoft.com/office/drawing/2014/main" id="{1661DE51-5ECE-72D7-B317-451ED76B313B}"/>
              </a:ext>
            </a:extLst>
          </p:cNvPr>
          <p:cNvPicPr>
            <a:picLocks noChangeAspect="1"/>
          </p:cNvPicPr>
          <p:nvPr/>
        </p:nvPicPr>
        <p:blipFill>
          <a:blip r:embed="rId3"/>
          <a:stretch>
            <a:fillRect/>
          </a:stretch>
        </p:blipFill>
        <p:spPr>
          <a:xfrm>
            <a:off x="-302253" y="2204864"/>
            <a:ext cx="9410757" cy="3434079"/>
          </a:xfrm>
          <a:prstGeom prst="rect">
            <a:avLst/>
          </a:prstGeom>
        </p:spPr>
      </p:pic>
    </p:spTree>
    <p:extLst>
      <p:ext uri="{BB962C8B-B14F-4D97-AF65-F5344CB8AC3E}">
        <p14:creationId xmlns:p14="http://schemas.microsoft.com/office/powerpoint/2010/main" val="472553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a:t>Types of Attackers/Intruders</a:t>
            </a:r>
            <a:endParaRPr lang="en-MY" b="1" u="sng"/>
          </a:p>
        </p:txBody>
      </p:sp>
      <p:pic>
        <p:nvPicPr>
          <p:cNvPr id="4100" name="Picture 4" descr="Image result for black hat hack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576" y="2996952"/>
            <a:ext cx="7560840" cy="3219265"/>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
        <p:nvSpPr>
          <p:cNvPr id="23" name="Title 1"/>
          <p:cNvSpPr txBox="1">
            <a:spLocks/>
          </p:cNvSpPr>
          <p:nvPr/>
        </p:nvSpPr>
        <p:spPr bwMode="auto">
          <a:xfrm>
            <a:off x="107504" y="1526390"/>
            <a:ext cx="845362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Arial" charset="0"/>
              </a:defRPr>
            </a:lvl2pPr>
            <a:lvl3pPr algn="ctr" rtl="0" eaLnBrk="1" fontAlgn="base" hangingPunct="1">
              <a:spcBef>
                <a:spcPct val="0"/>
              </a:spcBef>
              <a:spcAft>
                <a:spcPct val="0"/>
              </a:spcAft>
              <a:defRPr sz="3600">
                <a:solidFill>
                  <a:schemeClr val="tx2"/>
                </a:solidFill>
                <a:latin typeface="Arial" charset="0"/>
              </a:defRPr>
            </a:lvl3pPr>
            <a:lvl4pPr algn="ctr" rtl="0" eaLnBrk="1" fontAlgn="base" hangingPunct="1">
              <a:spcBef>
                <a:spcPct val="0"/>
              </a:spcBef>
              <a:spcAft>
                <a:spcPct val="0"/>
              </a:spcAft>
              <a:defRPr sz="3600">
                <a:solidFill>
                  <a:schemeClr val="tx2"/>
                </a:solidFill>
                <a:latin typeface="Arial" charset="0"/>
              </a:defRPr>
            </a:lvl4pPr>
            <a:lvl5pPr algn="ctr" rtl="0" eaLnBrk="1" fontAlgn="base" hangingPunct="1">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a:lstStyle>
          <a:p>
            <a:r>
              <a:rPr lang="en-US" sz="3200" b="1" i="1" kern="0">
                <a:solidFill>
                  <a:schemeClr val="tx1"/>
                </a:solidFill>
              </a:rPr>
              <a:t>What are they do?</a:t>
            </a:r>
            <a:endParaRPr lang="en-MY" sz="3200" b="1" i="1" kern="0">
              <a:solidFill>
                <a:schemeClr val="tx1"/>
              </a:solidFill>
            </a:endParaRPr>
          </a:p>
        </p:txBody>
      </p:sp>
      <p:sp>
        <p:nvSpPr>
          <p:cNvPr id="3" name="Footer Placeholder 2"/>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800" kern="1200">
                <a:solidFill>
                  <a:schemeClr val="tx1"/>
                </a:solidFill>
                <a:latin typeface="Calibri" pitchFamily="34" charset="0"/>
                <a:ea typeface="+mn-ea"/>
                <a:cs typeface="Calibri"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MY"/>
          </a:p>
        </p:txBody>
      </p:sp>
    </p:spTree>
    <p:extLst>
      <p:ext uri="{BB962C8B-B14F-4D97-AF65-F5344CB8AC3E}">
        <p14:creationId xmlns:p14="http://schemas.microsoft.com/office/powerpoint/2010/main" val="3995658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Type of Hackers/Attackers</a:t>
            </a:r>
            <a:endParaRPr lang="en-MY"/>
          </a:p>
        </p:txBody>
      </p:sp>
      <p:sp>
        <p:nvSpPr>
          <p:cNvPr id="4" name="Rectangle: Rounded Corners 3">
            <a:extLst>
              <a:ext uri="{FF2B5EF4-FFF2-40B4-BE49-F238E27FC236}">
                <a16:creationId xmlns:a16="http://schemas.microsoft.com/office/drawing/2014/main" id="{94183A7D-B63C-49D0-AAE2-D5CEC7257036}"/>
              </a:ext>
            </a:extLst>
          </p:cNvPr>
          <p:cNvSpPr/>
          <p:nvPr/>
        </p:nvSpPr>
        <p:spPr bwMode="auto">
          <a:xfrm>
            <a:off x="190234" y="1614576"/>
            <a:ext cx="2437550" cy="1454385"/>
          </a:xfrm>
          <a:prstGeom prst="roundRect">
            <a:avLst/>
          </a:prstGeom>
          <a:solidFill>
            <a:schemeClr val="bg1"/>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effectLst/>
                <a:latin typeface="Calibri" panose="020F0502020204030204" pitchFamily="34" charset="0"/>
                <a:cs typeface="Calibri" panose="020F0502020204030204" pitchFamily="34" charset="0"/>
              </a:rPr>
              <a:t>White Hat</a:t>
            </a:r>
            <a:endParaRPr kumimoji="0" lang="en-MY" sz="2000" b="0" i="0" u="none" strike="noStrike" cap="none" normalizeH="0" baseline="0">
              <a:ln>
                <a:noFill/>
              </a:ln>
              <a:effectLst/>
              <a:latin typeface="Calibri" panose="020F0502020204030204" pitchFamily="34" charset="0"/>
              <a:cs typeface="Calibri" panose="020F0502020204030204" pitchFamily="34" charset="0"/>
            </a:endParaRPr>
          </a:p>
        </p:txBody>
      </p:sp>
      <p:sp>
        <p:nvSpPr>
          <p:cNvPr id="8" name="Rectangle: Rounded Corners 7">
            <a:extLst>
              <a:ext uri="{FF2B5EF4-FFF2-40B4-BE49-F238E27FC236}">
                <a16:creationId xmlns:a16="http://schemas.microsoft.com/office/drawing/2014/main" id="{CE03CE2B-559B-441B-9B4E-A576458F2DEB}"/>
              </a:ext>
            </a:extLst>
          </p:cNvPr>
          <p:cNvSpPr/>
          <p:nvPr/>
        </p:nvSpPr>
        <p:spPr bwMode="auto">
          <a:xfrm>
            <a:off x="2771800" y="1786684"/>
            <a:ext cx="6178054" cy="1248270"/>
          </a:xfrm>
          <a:prstGeom prst="roundRect">
            <a:avLst/>
          </a:prstGeom>
          <a:solidFill>
            <a:schemeClr val="bg1"/>
          </a:solidFill>
          <a:ln w="1270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effectLst/>
                <a:latin typeface="Calibri" panose="020F0502020204030204" pitchFamily="34" charset="0"/>
                <a:cs typeface="Calibri" panose="020F0502020204030204" pitchFamily="34" charset="0"/>
              </a:rPr>
              <a:t>A hacker who discovers and exposes security flaws in applications and operating systems with an organization’s consent so that they can be fixed before they become widespread problems.</a:t>
            </a:r>
          </a:p>
        </p:txBody>
      </p:sp>
      <p:sp>
        <p:nvSpPr>
          <p:cNvPr id="9" name="Rectangle: Rounded Corners 8">
            <a:extLst>
              <a:ext uri="{FF2B5EF4-FFF2-40B4-BE49-F238E27FC236}">
                <a16:creationId xmlns:a16="http://schemas.microsoft.com/office/drawing/2014/main" id="{B7FE69F2-EDC2-4245-A0F5-443F0D35855D}"/>
              </a:ext>
            </a:extLst>
          </p:cNvPr>
          <p:cNvSpPr/>
          <p:nvPr/>
        </p:nvSpPr>
        <p:spPr bwMode="auto">
          <a:xfrm>
            <a:off x="2771800" y="4763593"/>
            <a:ext cx="6178054" cy="1291532"/>
          </a:xfrm>
          <a:prstGeom prst="roundRect">
            <a:avLst/>
          </a:prstGeom>
          <a:solidFill>
            <a:schemeClr val="tx1">
              <a:lumMod val="50000"/>
              <a:lumOff val="5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bg1"/>
                </a:solidFill>
                <a:effectLst/>
                <a:latin typeface="Calibri" panose="020F0502020204030204" pitchFamily="34" charset="0"/>
                <a:cs typeface="Calibri" panose="020F0502020204030204" pitchFamily="34" charset="0"/>
              </a:rPr>
              <a:t>A hacker who exposes security flaws in applications and operating systems without consent, but not ostensibly for malicious purposes.</a:t>
            </a:r>
          </a:p>
        </p:txBody>
      </p:sp>
      <p:sp>
        <p:nvSpPr>
          <p:cNvPr id="12" name="Rectangle: Rounded Corners 11">
            <a:extLst>
              <a:ext uri="{FF2B5EF4-FFF2-40B4-BE49-F238E27FC236}">
                <a16:creationId xmlns:a16="http://schemas.microsoft.com/office/drawing/2014/main" id="{F8298B3B-E18A-4354-8220-349B4A790BB0}"/>
              </a:ext>
            </a:extLst>
          </p:cNvPr>
          <p:cNvSpPr/>
          <p:nvPr/>
        </p:nvSpPr>
        <p:spPr bwMode="auto">
          <a:xfrm>
            <a:off x="2771800" y="3251547"/>
            <a:ext cx="6178054" cy="1310496"/>
          </a:xfrm>
          <a:prstGeom prst="roundRect">
            <a:avLst/>
          </a:prstGeom>
          <a:solidFill>
            <a:schemeClr val="tx1"/>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bg1"/>
                </a:solidFill>
                <a:effectLst/>
                <a:latin typeface="Calibri" panose="020F0502020204030204" pitchFamily="34" charset="0"/>
                <a:cs typeface="Calibri" panose="020F0502020204030204" pitchFamily="34" charset="0"/>
              </a:rPr>
              <a:t>A hacker who discovers and exposes security vulnerabilities without organizational consent, for financial gain, or for some malicious purpose</a:t>
            </a:r>
          </a:p>
        </p:txBody>
      </p:sp>
      <p:pic>
        <p:nvPicPr>
          <p:cNvPr id="13" name="Picture 6" descr="Image result for white hat">
            <a:extLst>
              <a:ext uri="{FF2B5EF4-FFF2-40B4-BE49-F238E27FC236}">
                <a16:creationId xmlns:a16="http://schemas.microsoft.com/office/drawing/2014/main" id="{CBFC8366-21B6-4469-B7AF-A92CAE48DA9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584" y="1844824"/>
            <a:ext cx="1046773" cy="715295"/>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Rounded Corners 15">
            <a:extLst>
              <a:ext uri="{FF2B5EF4-FFF2-40B4-BE49-F238E27FC236}">
                <a16:creationId xmlns:a16="http://schemas.microsoft.com/office/drawing/2014/main" id="{92ECDCD8-BD92-426A-A84C-EB3929A4DC54}"/>
              </a:ext>
            </a:extLst>
          </p:cNvPr>
          <p:cNvSpPr/>
          <p:nvPr/>
        </p:nvSpPr>
        <p:spPr bwMode="auto">
          <a:xfrm>
            <a:off x="175129" y="3265899"/>
            <a:ext cx="2437550" cy="1296144"/>
          </a:xfrm>
          <a:prstGeom prst="roundRect">
            <a:avLst/>
          </a:prstGeom>
          <a:solidFill>
            <a:schemeClr val="bg1"/>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effectLst/>
                <a:latin typeface="Calibri" panose="020F0502020204030204" pitchFamily="34" charset="0"/>
                <a:cs typeface="Calibri" panose="020F0502020204030204" pitchFamily="34" charset="0"/>
              </a:rPr>
              <a:t>Black Hat</a:t>
            </a:r>
            <a:endParaRPr kumimoji="0" lang="en-MY" sz="2000" b="0" i="0" u="none" strike="noStrike" cap="none" normalizeH="0" baseline="0">
              <a:ln>
                <a:noFill/>
              </a:ln>
              <a:effectLst/>
              <a:latin typeface="Calibri" panose="020F0502020204030204" pitchFamily="34" charset="0"/>
              <a:cs typeface="Calibri" panose="020F0502020204030204" pitchFamily="34" charset="0"/>
            </a:endParaRPr>
          </a:p>
        </p:txBody>
      </p:sp>
      <p:pic>
        <p:nvPicPr>
          <p:cNvPr id="14" name="Picture 12" descr="Image result for black hat">
            <a:extLst>
              <a:ext uri="{FF2B5EF4-FFF2-40B4-BE49-F238E27FC236}">
                <a16:creationId xmlns:a16="http://schemas.microsoft.com/office/drawing/2014/main" id="{95F01C56-B41C-49AF-9A0C-A7C49FB4BDA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5377" y="3284412"/>
            <a:ext cx="1236064" cy="88172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Rounded Corners 18">
            <a:extLst>
              <a:ext uri="{FF2B5EF4-FFF2-40B4-BE49-F238E27FC236}">
                <a16:creationId xmlns:a16="http://schemas.microsoft.com/office/drawing/2014/main" id="{B903CDA4-D959-43C7-8531-F67F091EFCB5}"/>
              </a:ext>
            </a:extLst>
          </p:cNvPr>
          <p:cNvSpPr/>
          <p:nvPr/>
        </p:nvSpPr>
        <p:spPr bwMode="auto">
          <a:xfrm>
            <a:off x="175129" y="4758981"/>
            <a:ext cx="2437550" cy="1296144"/>
          </a:xfrm>
          <a:prstGeom prst="roundRect">
            <a:avLst/>
          </a:prstGeom>
          <a:solidFill>
            <a:schemeClr val="bg1"/>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effectLst/>
                <a:latin typeface="Calibri" panose="020F0502020204030204" pitchFamily="34" charset="0"/>
                <a:cs typeface="Calibri" panose="020F0502020204030204" pitchFamily="34" charset="0"/>
              </a:rPr>
              <a:t>Grey Hat</a:t>
            </a:r>
            <a:endParaRPr kumimoji="0" lang="en-MY" sz="2000" b="0" i="0" u="none" strike="noStrike" cap="none" normalizeH="0" baseline="0">
              <a:ln>
                <a:noFill/>
              </a:ln>
              <a:effectLst/>
              <a:latin typeface="Calibri" panose="020F0502020204030204" pitchFamily="34" charset="0"/>
              <a:cs typeface="Calibri" panose="020F0502020204030204" pitchFamily="34" charset="0"/>
            </a:endParaRPr>
          </a:p>
        </p:txBody>
      </p:sp>
      <p:pic>
        <p:nvPicPr>
          <p:cNvPr id="20" name="Picture 19">
            <a:extLst>
              <a:ext uri="{FF2B5EF4-FFF2-40B4-BE49-F238E27FC236}">
                <a16:creationId xmlns:a16="http://schemas.microsoft.com/office/drawing/2014/main" id="{B7126AA5-AE76-4DF0-A924-E18DDD7ACBBF}"/>
              </a:ext>
            </a:extLst>
          </p:cNvPr>
          <p:cNvPicPr>
            <a:picLocks noChangeAspect="1"/>
          </p:cNvPicPr>
          <p:nvPr/>
        </p:nvPicPr>
        <p:blipFill>
          <a:blip r:embed="rId5"/>
          <a:stretch>
            <a:fillRect/>
          </a:stretch>
        </p:blipFill>
        <p:spPr>
          <a:xfrm>
            <a:off x="827584" y="4805274"/>
            <a:ext cx="1104900" cy="876300"/>
          </a:xfrm>
          <a:prstGeom prst="rect">
            <a:avLst/>
          </a:prstGeom>
        </p:spPr>
      </p:pic>
    </p:spTree>
    <p:extLst>
      <p:ext uri="{BB962C8B-B14F-4D97-AF65-F5344CB8AC3E}">
        <p14:creationId xmlns:p14="http://schemas.microsoft.com/office/powerpoint/2010/main" val="3654969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Threat Actors</a:t>
            </a:r>
            <a:endParaRPr lang="en-MY"/>
          </a:p>
        </p:txBody>
      </p:sp>
      <p:pic>
        <p:nvPicPr>
          <p:cNvPr id="55" name="Picture 54">
            <a:extLst>
              <a:ext uri="{FF2B5EF4-FFF2-40B4-BE49-F238E27FC236}">
                <a16:creationId xmlns:a16="http://schemas.microsoft.com/office/drawing/2014/main" id="{6701A58F-6230-8293-0A65-EF5E941CEC28}"/>
              </a:ext>
            </a:extLst>
          </p:cNvPr>
          <p:cNvPicPr>
            <a:picLocks noChangeAspect="1"/>
          </p:cNvPicPr>
          <p:nvPr/>
        </p:nvPicPr>
        <p:blipFill>
          <a:blip r:embed="rId3"/>
          <a:stretch>
            <a:fillRect/>
          </a:stretch>
        </p:blipFill>
        <p:spPr>
          <a:xfrm>
            <a:off x="206136" y="1114928"/>
            <a:ext cx="8791194" cy="701101"/>
          </a:xfrm>
          <a:prstGeom prst="rect">
            <a:avLst/>
          </a:prstGeom>
        </p:spPr>
      </p:pic>
      <p:pic>
        <p:nvPicPr>
          <p:cNvPr id="58" name="Picture 57">
            <a:extLst>
              <a:ext uri="{FF2B5EF4-FFF2-40B4-BE49-F238E27FC236}">
                <a16:creationId xmlns:a16="http://schemas.microsoft.com/office/drawing/2014/main" id="{1FB5C43F-0FA6-4B59-4BE1-7E3A9FBDEF37}"/>
              </a:ext>
            </a:extLst>
          </p:cNvPr>
          <p:cNvPicPr>
            <a:picLocks noChangeAspect="1"/>
          </p:cNvPicPr>
          <p:nvPr/>
        </p:nvPicPr>
        <p:blipFill>
          <a:blip r:embed="rId4"/>
          <a:stretch>
            <a:fillRect/>
          </a:stretch>
        </p:blipFill>
        <p:spPr>
          <a:xfrm>
            <a:off x="201010" y="1816216"/>
            <a:ext cx="8772904" cy="701101"/>
          </a:xfrm>
          <a:prstGeom prst="rect">
            <a:avLst/>
          </a:prstGeom>
        </p:spPr>
      </p:pic>
      <p:pic>
        <p:nvPicPr>
          <p:cNvPr id="61" name="Picture 60">
            <a:extLst>
              <a:ext uri="{FF2B5EF4-FFF2-40B4-BE49-F238E27FC236}">
                <a16:creationId xmlns:a16="http://schemas.microsoft.com/office/drawing/2014/main" id="{6B05BFD5-A8B4-0752-9B8A-E989BB476025}"/>
              </a:ext>
            </a:extLst>
          </p:cNvPr>
          <p:cNvPicPr>
            <a:picLocks noChangeAspect="1"/>
          </p:cNvPicPr>
          <p:nvPr/>
        </p:nvPicPr>
        <p:blipFill>
          <a:blip r:embed="rId5"/>
          <a:stretch>
            <a:fillRect/>
          </a:stretch>
        </p:blipFill>
        <p:spPr>
          <a:xfrm>
            <a:off x="246529" y="4890770"/>
            <a:ext cx="8772904" cy="774259"/>
          </a:xfrm>
          <a:prstGeom prst="rect">
            <a:avLst/>
          </a:prstGeom>
        </p:spPr>
      </p:pic>
      <p:pic>
        <p:nvPicPr>
          <p:cNvPr id="64" name="Picture 63">
            <a:extLst>
              <a:ext uri="{FF2B5EF4-FFF2-40B4-BE49-F238E27FC236}">
                <a16:creationId xmlns:a16="http://schemas.microsoft.com/office/drawing/2014/main" id="{0234B036-5C48-DD27-9052-66F9D6E84789}"/>
              </a:ext>
            </a:extLst>
          </p:cNvPr>
          <p:cNvPicPr>
            <a:picLocks noChangeAspect="1"/>
          </p:cNvPicPr>
          <p:nvPr/>
        </p:nvPicPr>
        <p:blipFill>
          <a:blip r:embed="rId6"/>
          <a:stretch>
            <a:fillRect/>
          </a:stretch>
        </p:blipFill>
        <p:spPr>
          <a:xfrm>
            <a:off x="240432" y="4057146"/>
            <a:ext cx="8779001" cy="810838"/>
          </a:xfrm>
          <a:prstGeom prst="rect">
            <a:avLst/>
          </a:prstGeom>
        </p:spPr>
      </p:pic>
      <p:pic>
        <p:nvPicPr>
          <p:cNvPr id="67" name="Picture 66">
            <a:extLst>
              <a:ext uri="{FF2B5EF4-FFF2-40B4-BE49-F238E27FC236}">
                <a16:creationId xmlns:a16="http://schemas.microsoft.com/office/drawing/2014/main" id="{B7FA4666-9575-7969-2487-91CB4A0A9550}"/>
              </a:ext>
            </a:extLst>
          </p:cNvPr>
          <p:cNvPicPr>
            <a:picLocks noChangeAspect="1"/>
          </p:cNvPicPr>
          <p:nvPr/>
        </p:nvPicPr>
        <p:blipFill>
          <a:blip r:embed="rId7"/>
          <a:stretch>
            <a:fillRect/>
          </a:stretch>
        </p:blipFill>
        <p:spPr>
          <a:xfrm>
            <a:off x="240432" y="5687815"/>
            <a:ext cx="8809484" cy="737680"/>
          </a:xfrm>
          <a:prstGeom prst="rect">
            <a:avLst/>
          </a:prstGeom>
        </p:spPr>
      </p:pic>
      <p:pic>
        <p:nvPicPr>
          <p:cNvPr id="70" name="Picture 69">
            <a:extLst>
              <a:ext uri="{FF2B5EF4-FFF2-40B4-BE49-F238E27FC236}">
                <a16:creationId xmlns:a16="http://schemas.microsoft.com/office/drawing/2014/main" id="{D484C826-9532-7D39-16E7-B2C05D93EDBC}"/>
              </a:ext>
            </a:extLst>
          </p:cNvPr>
          <p:cNvPicPr>
            <a:picLocks noChangeAspect="1"/>
          </p:cNvPicPr>
          <p:nvPr/>
        </p:nvPicPr>
        <p:blipFill>
          <a:blip r:embed="rId8"/>
          <a:stretch>
            <a:fillRect/>
          </a:stretch>
        </p:blipFill>
        <p:spPr>
          <a:xfrm>
            <a:off x="211262" y="2495399"/>
            <a:ext cx="8809484" cy="920576"/>
          </a:xfrm>
          <a:prstGeom prst="rect">
            <a:avLst/>
          </a:prstGeom>
        </p:spPr>
      </p:pic>
      <p:pic>
        <p:nvPicPr>
          <p:cNvPr id="73" name="Picture 72">
            <a:extLst>
              <a:ext uri="{FF2B5EF4-FFF2-40B4-BE49-F238E27FC236}">
                <a16:creationId xmlns:a16="http://schemas.microsoft.com/office/drawing/2014/main" id="{3F89BFFE-017E-0FE0-0FE9-7DCEA922A3BD}"/>
              </a:ext>
            </a:extLst>
          </p:cNvPr>
          <p:cNvPicPr>
            <a:picLocks noChangeAspect="1"/>
          </p:cNvPicPr>
          <p:nvPr/>
        </p:nvPicPr>
        <p:blipFill>
          <a:blip r:embed="rId9"/>
          <a:stretch>
            <a:fillRect/>
          </a:stretch>
        </p:blipFill>
        <p:spPr>
          <a:xfrm>
            <a:off x="221514" y="3356992"/>
            <a:ext cx="8809484" cy="713294"/>
          </a:xfrm>
          <a:prstGeom prst="rect">
            <a:avLst/>
          </a:prstGeom>
        </p:spPr>
      </p:pic>
    </p:spTree>
    <p:extLst>
      <p:ext uri="{BB962C8B-B14F-4D97-AF65-F5344CB8AC3E}">
        <p14:creationId xmlns:p14="http://schemas.microsoft.com/office/powerpoint/2010/main" val="320478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5588F20-2A1A-16C7-F910-FF1B1CA3FBE0}"/>
              </a:ext>
            </a:extLst>
          </p:cNvPr>
          <p:cNvSpPr>
            <a:spLocks noGrp="1"/>
          </p:cNvSpPr>
          <p:nvPr>
            <p:ph idx="1"/>
          </p:nvPr>
        </p:nvSpPr>
        <p:spPr/>
        <p:txBody>
          <a:bodyPr/>
          <a:lstStyle/>
          <a:p>
            <a:endParaRPr lang="en-MY"/>
          </a:p>
        </p:txBody>
      </p:sp>
      <p:sp>
        <p:nvSpPr>
          <p:cNvPr id="2" name="Title 1"/>
          <p:cNvSpPr>
            <a:spLocks noGrp="1"/>
          </p:cNvSpPr>
          <p:nvPr>
            <p:ph type="title"/>
          </p:nvPr>
        </p:nvSpPr>
        <p:spPr>
          <a:xfrm>
            <a:off x="221514" y="274638"/>
            <a:ext cx="7843030" cy="1143000"/>
          </a:xfrm>
        </p:spPr>
        <p:txBody>
          <a:bodyPr/>
          <a:lstStyle/>
          <a:p>
            <a:r>
              <a:rPr lang="en-US"/>
              <a:t>Threat Actor Attributes</a:t>
            </a:r>
            <a:endParaRPr lang="en-MY"/>
          </a:p>
        </p:txBody>
      </p:sp>
      <p:graphicFrame>
        <p:nvGraphicFramePr>
          <p:cNvPr id="24" name="Group 23">
            <a:extLst>
              <a:ext uri="{FF2B5EF4-FFF2-40B4-BE49-F238E27FC236}">
                <a16:creationId xmlns:a16="http://schemas.microsoft.com/office/drawing/2014/main" id="{5D0D33DA-C1E0-41AD-A478-A197510D6803}"/>
              </a:ext>
            </a:extLst>
          </p:cNvPr>
          <p:cNvGraphicFramePr>
            <a:graphicFrameLocks noGrp="1"/>
          </p:cNvGraphicFramePr>
          <p:nvPr>
            <p:extLst>
              <p:ext uri="{D42A27DB-BD31-4B8C-83A1-F6EECF244321}">
                <p14:modId xmlns:p14="http://schemas.microsoft.com/office/powerpoint/2010/main" val="2227702012"/>
              </p:ext>
            </p:extLst>
          </p:nvPr>
        </p:nvGraphicFramePr>
        <p:xfrm>
          <a:off x="179512" y="1241024"/>
          <a:ext cx="8784975" cy="5140305"/>
        </p:xfrm>
        <a:graphic>
          <a:graphicData uri="http://schemas.openxmlformats.org/drawingml/2006/table">
            <a:tbl>
              <a:tblPr/>
              <a:tblGrid>
                <a:gridCol w="2034415">
                  <a:extLst>
                    <a:ext uri="{9D8B030D-6E8A-4147-A177-3AD203B41FA5}">
                      <a16:colId xmlns:a16="http://schemas.microsoft.com/office/drawing/2014/main" val="20000"/>
                    </a:ext>
                  </a:extLst>
                </a:gridCol>
                <a:gridCol w="6750560">
                  <a:extLst>
                    <a:ext uri="{9D8B030D-6E8A-4147-A177-3AD203B41FA5}">
                      <a16:colId xmlns:a16="http://schemas.microsoft.com/office/drawing/2014/main" val="20001"/>
                    </a:ext>
                  </a:extLst>
                </a:gridCol>
              </a:tblGrid>
              <a:tr h="783834">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bg1"/>
                          </a:solidFill>
                          <a:effectLst/>
                          <a:latin typeface="Calibri"/>
                          <a:cs typeface="Calibri"/>
                        </a:rPr>
                        <a:t>Type of Threat Actor</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a:ln>
                            <a:noFill/>
                          </a:ln>
                          <a:solidFill>
                            <a:prstClr val="white"/>
                          </a:solidFill>
                          <a:effectLst/>
                          <a:uLnTx/>
                          <a:uFillTx/>
                          <a:latin typeface="Calibri"/>
                          <a:ea typeface="+mn-ea"/>
                          <a:cs typeface="Calibri"/>
                        </a:rPr>
                        <a:t>Attributes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452157">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Script kiddie</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Internal or external?</a:t>
                      </a:r>
                      <a:r>
                        <a:rPr kumimoji="0" lang="en-US" sz="1600" b="0" i="0" u="none" strike="noStrike" cap="none" normalizeH="0" baseline="0">
                          <a:ln>
                            <a:noFill/>
                          </a:ln>
                          <a:solidFill>
                            <a:schemeClr val="tx1"/>
                          </a:solidFill>
                          <a:effectLst/>
                          <a:latin typeface="Calibri"/>
                          <a:cs typeface="Calibri"/>
                        </a:rPr>
                        <a:t> External.</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Level of sophistication:</a:t>
                      </a:r>
                      <a:r>
                        <a:rPr kumimoji="0" lang="en-US" sz="1600" b="0" i="0" u="none" strike="noStrike" cap="none" normalizeH="0" baseline="0">
                          <a:ln>
                            <a:noFill/>
                          </a:ln>
                          <a:solidFill>
                            <a:schemeClr val="tx1"/>
                          </a:solidFill>
                          <a:effectLst/>
                          <a:latin typeface="Calibri"/>
                          <a:cs typeface="Calibri"/>
                        </a:rPr>
                        <a:t> Simple code samples and automated attack tools.</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Resources/Funding:</a:t>
                      </a:r>
                      <a:r>
                        <a:rPr kumimoji="0" lang="en-US" sz="1600" b="0" i="0" u="none" strike="noStrike" cap="none" normalizeH="0" baseline="0">
                          <a:ln>
                            <a:noFill/>
                          </a:ln>
                          <a:solidFill>
                            <a:schemeClr val="tx1"/>
                          </a:solidFill>
                          <a:effectLst/>
                          <a:latin typeface="Calibri"/>
                          <a:cs typeface="Calibri"/>
                        </a:rPr>
                        <a:t> Minimal.</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Intent/Motivation:</a:t>
                      </a:r>
                      <a:r>
                        <a:rPr kumimoji="0" lang="en-US" sz="1600" b="0" i="0" u="none" strike="noStrike" cap="none" normalizeH="0" baseline="0">
                          <a:ln>
                            <a:noFill/>
                          </a:ln>
                          <a:solidFill>
                            <a:schemeClr val="tx1"/>
                          </a:solidFill>
                          <a:effectLst/>
                          <a:latin typeface="Calibri"/>
                          <a:cs typeface="Calibri"/>
                        </a:rPr>
                        <a:t> Gain attention or prove technical abilities.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452157">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Insiders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Internal or external?</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Internal.</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Level of sophistication:</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Varies.</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Resources/Funding:</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Varies.</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Intent/Motivation:</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Revenge, monetary gain, or even unintentional.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392519187"/>
                  </a:ext>
                </a:extLst>
              </a:tr>
              <a:tr h="1452157">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Competitors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Internal or external?</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External.</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Level of sophistication:</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Relatively high.</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Resources/Funding:</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Relatively high.</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Intent/Motivation:</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Monetary. </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925146523"/>
                  </a:ext>
                </a:extLst>
              </a:tr>
            </a:tbl>
          </a:graphicData>
        </a:graphic>
      </p:graphicFrame>
    </p:spTree>
    <p:extLst>
      <p:ext uri="{BB962C8B-B14F-4D97-AF65-F5344CB8AC3E}">
        <p14:creationId xmlns:p14="http://schemas.microsoft.com/office/powerpoint/2010/main" val="1307843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E39F06A-9336-EFE4-BE3E-7F8EC340897E}"/>
              </a:ext>
            </a:extLst>
          </p:cNvPr>
          <p:cNvSpPr>
            <a:spLocks noGrp="1"/>
          </p:cNvSpPr>
          <p:nvPr>
            <p:ph idx="1"/>
          </p:nvPr>
        </p:nvSpPr>
        <p:spPr/>
        <p:txBody>
          <a:bodyPr/>
          <a:lstStyle/>
          <a:p>
            <a:endParaRPr lang="en-MY"/>
          </a:p>
        </p:txBody>
      </p:sp>
      <p:sp>
        <p:nvSpPr>
          <p:cNvPr id="2" name="Title 1"/>
          <p:cNvSpPr>
            <a:spLocks noGrp="1"/>
          </p:cNvSpPr>
          <p:nvPr>
            <p:ph type="title"/>
          </p:nvPr>
        </p:nvSpPr>
        <p:spPr>
          <a:xfrm>
            <a:off x="221514" y="274638"/>
            <a:ext cx="7843030" cy="1143000"/>
          </a:xfrm>
        </p:spPr>
        <p:txBody>
          <a:bodyPr/>
          <a:lstStyle/>
          <a:p>
            <a:r>
              <a:rPr lang="en-US"/>
              <a:t>Threat Actor Attributes</a:t>
            </a:r>
            <a:endParaRPr lang="en-MY"/>
          </a:p>
        </p:txBody>
      </p:sp>
      <p:graphicFrame>
        <p:nvGraphicFramePr>
          <p:cNvPr id="5" name="Group 23">
            <a:extLst>
              <a:ext uri="{FF2B5EF4-FFF2-40B4-BE49-F238E27FC236}">
                <a16:creationId xmlns:a16="http://schemas.microsoft.com/office/drawing/2014/main" id="{7E158879-11DE-495F-879B-F6D8D23DE44D}"/>
              </a:ext>
            </a:extLst>
          </p:cNvPr>
          <p:cNvGraphicFramePr>
            <a:graphicFrameLocks noGrp="1"/>
          </p:cNvGraphicFramePr>
          <p:nvPr>
            <p:extLst>
              <p:ext uri="{D42A27DB-BD31-4B8C-83A1-F6EECF244321}">
                <p14:modId xmlns:p14="http://schemas.microsoft.com/office/powerpoint/2010/main" val="128792527"/>
              </p:ext>
            </p:extLst>
          </p:nvPr>
        </p:nvGraphicFramePr>
        <p:xfrm>
          <a:off x="179512" y="1268760"/>
          <a:ext cx="8784975" cy="4957911"/>
        </p:xfrm>
        <a:graphic>
          <a:graphicData uri="http://schemas.openxmlformats.org/drawingml/2006/table">
            <a:tbl>
              <a:tblPr/>
              <a:tblGrid>
                <a:gridCol w="2034415">
                  <a:extLst>
                    <a:ext uri="{9D8B030D-6E8A-4147-A177-3AD203B41FA5}">
                      <a16:colId xmlns:a16="http://schemas.microsoft.com/office/drawing/2014/main" val="20000"/>
                    </a:ext>
                  </a:extLst>
                </a:gridCol>
                <a:gridCol w="6750560">
                  <a:extLst>
                    <a:ext uri="{9D8B030D-6E8A-4147-A177-3AD203B41FA5}">
                      <a16:colId xmlns:a16="http://schemas.microsoft.com/office/drawing/2014/main" val="20001"/>
                    </a:ext>
                  </a:extLst>
                </a:gridCol>
              </a:tblGrid>
              <a:tr h="715808">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bg1"/>
                          </a:solidFill>
                          <a:effectLst/>
                          <a:latin typeface="Calibri" panose="020F0502020204030204" pitchFamily="34" charset="0"/>
                          <a:cs typeface="Calibri" panose="020F0502020204030204" pitchFamily="34" charset="0"/>
                        </a:rPr>
                        <a:t>Type of Threat Actor</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Attributes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589847">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kern="1200" cap="none" normalizeH="0" baseline="0">
                          <a:ln>
                            <a:noFill/>
                          </a:ln>
                          <a:solidFill>
                            <a:schemeClr val="tx1"/>
                          </a:solidFill>
                          <a:effectLst/>
                          <a:latin typeface="Calibri"/>
                          <a:ea typeface="+mn-ea"/>
                          <a:cs typeface="Calibri"/>
                        </a:rPr>
                        <a:t>Organized crime</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Internal or external?</a:t>
                      </a:r>
                      <a:r>
                        <a:rPr kumimoji="0" lang="en-US" sz="1600" b="0" i="0" u="none" strike="noStrike" cap="none" normalizeH="0" baseline="0">
                          <a:ln>
                            <a:noFill/>
                          </a:ln>
                          <a:solidFill>
                            <a:schemeClr val="tx1"/>
                          </a:solidFill>
                          <a:effectLst/>
                          <a:latin typeface="Calibri"/>
                          <a:cs typeface="Calibri"/>
                        </a:rPr>
                        <a:t> External.</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Level of sophistication:</a:t>
                      </a:r>
                      <a:r>
                        <a:rPr kumimoji="0" lang="en-US" sz="1600" b="0" i="0" u="none" strike="noStrike" cap="none" normalizeH="0" baseline="0">
                          <a:ln>
                            <a:noFill/>
                          </a:ln>
                          <a:solidFill>
                            <a:schemeClr val="tx1"/>
                          </a:solidFill>
                          <a:effectLst/>
                          <a:latin typeface="Calibri"/>
                          <a:cs typeface="Calibri"/>
                        </a:rPr>
                        <a:t> Highly sophisticated.</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Resources/Funding:</a:t>
                      </a:r>
                      <a:r>
                        <a:rPr kumimoji="0" lang="en-US" sz="1600" b="0" i="0" u="none" strike="noStrike" cap="none" normalizeH="0" baseline="0">
                          <a:ln>
                            <a:noFill/>
                          </a:ln>
                          <a:solidFill>
                            <a:schemeClr val="tx1"/>
                          </a:solidFill>
                          <a:effectLst/>
                          <a:latin typeface="Calibri"/>
                          <a:cs typeface="Calibri"/>
                        </a:rPr>
                        <a:t> Amply funded.</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Intent/Motivation:</a:t>
                      </a:r>
                      <a:r>
                        <a:rPr kumimoji="0" lang="en-US" sz="1600" b="0" i="0" u="none" strike="noStrike" cap="none" normalizeH="0" baseline="0">
                          <a:ln>
                            <a:noFill/>
                          </a:ln>
                          <a:solidFill>
                            <a:schemeClr val="tx1"/>
                          </a:solidFill>
                          <a:effectLst/>
                          <a:latin typeface="Calibri"/>
                          <a:cs typeface="Calibri"/>
                        </a:rPr>
                        <a:t> Monetary profit, through ransomware and data theft.</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700119102"/>
                  </a:ext>
                </a:extLst>
              </a:tr>
              <a:tr h="1326128">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kern="1200" cap="none" normalizeH="0" baseline="0">
                          <a:ln>
                            <a:noFill/>
                          </a:ln>
                          <a:solidFill>
                            <a:schemeClr val="tx1"/>
                          </a:solidFill>
                          <a:effectLst/>
                          <a:latin typeface="Calibri"/>
                          <a:ea typeface="+mn-ea"/>
                          <a:cs typeface="Calibri"/>
                        </a:rPr>
                        <a:t>Hacktivist</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Internal or external?</a:t>
                      </a:r>
                      <a:r>
                        <a:rPr kumimoji="0" lang="en-US" sz="1600" b="0" i="0" u="none" strike="noStrike" cap="none" normalizeH="0" baseline="0">
                          <a:ln>
                            <a:noFill/>
                          </a:ln>
                          <a:solidFill>
                            <a:schemeClr val="tx1"/>
                          </a:solidFill>
                          <a:effectLst/>
                          <a:latin typeface="Calibri"/>
                          <a:cs typeface="Calibri"/>
                        </a:rPr>
                        <a:t> External.</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Level of sophistication:</a:t>
                      </a:r>
                      <a:r>
                        <a:rPr kumimoji="0" lang="en-US" sz="1600" b="0" i="0" u="none" strike="noStrike" cap="none" normalizeH="0" baseline="0">
                          <a:ln>
                            <a:noFill/>
                          </a:ln>
                          <a:solidFill>
                            <a:schemeClr val="tx1"/>
                          </a:solidFill>
                          <a:effectLst/>
                          <a:latin typeface="Calibri"/>
                          <a:cs typeface="Calibri"/>
                        </a:rPr>
                        <a:t> Varies.</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Resources/Funding:</a:t>
                      </a:r>
                      <a:r>
                        <a:rPr kumimoji="0" lang="en-US" sz="1600" b="0" i="0" u="none" strike="noStrike" cap="none" normalizeH="0" baseline="0">
                          <a:ln>
                            <a:noFill/>
                          </a:ln>
                          <a:solidFill>
                            <a:schemeClr val="tx1"/>
                          </a:solidFill>
                          <a:effectLst/>
                          <a:latin typeface="Calibri"/>
                          <a:cs typeface="Calibri"/>
                        </a:rPr>
                        <a:t> Varies.</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a:cs typeface="Calibri"/>
                        </a:rPr>
                        <a:t>Intent/Motivation:</a:t>
                      </a:r>
                      <a:r>
                        <a:rPr kumimoji="0" lang="en-US" sz="1600" b="0" i="0" u="none" strike="noStrike" cap="none" normalizeH="0" baseline="0">
                          <a:ln>
                            <a:noFill/>
                          </a:ln>
                          <a:solidFill>
                            <a:schemeClr val="tx1"/>
                          </a:solidFill>
                          <a:effectLst/>
                          <a:latin typeface="Calibri"/>
                          <a:cs typeface="Calibri"/>
                        </a:rPr>
                        <a:t> Cause social or political change.</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326128">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Nation states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Internal or external?</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External.</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Level of sophistication:</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Highly sophisticated.</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Resources/Funding:</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Amply funded.</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Intent/Motivation:</a:t>
                      </a:r>
                      <a:r>
                        <a:rPr kumimoji="0" 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Political, military, technical, or economic agendas.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92320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a:t>Quick Review Question</a:t>
            </a:r>
            <a:endParaRPr lang="en-MY" b="1" u="sng"/>
          </a:p>
        </p:txBody>
      </p:sp>
      <p:sp>
        <p:nvSpPr>
          <p:cNvPr id="23" name="Title 1"/>
          <p:cNvSpPr txBox="1">
            <a:spLocks/>
          </p:cNvSpPr>
          <p:nvPr/>
        </p:nvSpPr>
        <p:spPr bwMode="auto">
          <a:xfrm>
            <a:off x="107504" y="1526390"/>
            <a:ext cx="845362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Arial" charset="0"/>
              </a:defRPr>
            </a:lvl2pPr>
            <a:lvl3pPr algn="ctr" rtl="0" eaLnBrk="1" fontAlgn="base" hangingPunct="1">
              <a:spcBef>
                <a:spcPct val="0"/>
              </a:spcBef>
              <a:spcAft>
                <a:spcPct val="0"/>
              </a:spcAft>
              <a:defRPr sz="3600">
                <a:solidFill>
                  <a:schemeClr val="tx2"/>
                </a:solidFill>
                <a:latin typeface="Arial" charset="0"/>
              </a:defRPr>
            </a:lvl3pPr>
            <a:lvl4pPr algn="ctr" rtl="0" eaLnBrk="1" fontAlgn="base" hangingPunct="1">
              <a:spcBef>
                <a:spcPct val="0"/>
              </a:spcBef>
              <a:spcAft>
                <a:spcPct val="0"/>
              </a:spcAft>
              <a:defRPr sz="3600">
                <a:solidFill>
                  <a:schemeClr val="tx2"/>
                </a:solidFill>
                <a:latin typeface="Arial" charset="0"/>
              </a:defRPr>
            </a:lvl4pPr>
            <a:lvl5pPr algn="ctr" rtl="0" eaLnBrk="1" fontAlgn="base" hangingPunct="1">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a:lstStyle>
          <a:p>
            <a:r>
              <a:rPr lang="en-US" sz="3200" b="1" i="1" kern="0">
                <a:solidFill>
                  <a:schemeClr val="tx1"/>
                </a:solidFill>
              </a:rPr>
              <a:t>What makes them different from each other?</a:t>
            </a:r>
            <a:endParaRPr lang="en-MY" sz="3200" b="1" i="1" kern="0">
              <a:solidFill>
                <a:schemeClr val="tx1"/>
              </a:solidFill>
            </a:endParaRPr>
          </a:p>
        </p:txBody>
      </p:sp>
      <p:pic>
        <p:nvPicPr>
          <p:cNvPr id="5" name="Picture 2" descr="Image result for different types of hack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53" y="2420888"/>
            <a:ext cx="7142723" cy="374992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Footer Placeholder 2"/>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800" kern="1200">
                <a:solidFill>
                  <a:schemeClr val="tx1"/>
                </a:solidFill>
                <a:latin typeface="Calibri" pitchFamily="34" charset="0"/>
                <a:ea typeface="+mn-ea"/>
                <a:cs typeface="Calibri"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MY"/>
          </a:p>
        </p:txBody>
      </p:sp>
    </p:spTree>
    <p:extLst>
      <p:ext uri="{BB962C8B-B14F-4D97-AF65-F5344CB8AC3E}">
        <p14:creationId xmlns:p14="http://schemas.microsoft.com/office/powerpoint/2010/main" val="4255745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C04DBC-717B-5DD7-4D5E-923DE5A1A52D}"/>
              </a:ext>
            </a:extLst>
          </p:cNvPr>
          <p:cNvSpPr>
            <a:spLocks noGrp="1"/>
          </p:cNvSpPr>
          <p:nvPr>
            <p:ph type="ctrTitle"/>
          </p:nvPr>
        </p:nvSpPr>
        <p:spPr/>
        <p:txBody>
          <a:bodyPr/>
          <a:lstStyle/>
          <a:p>
            <a:r>
              <a:rPr lang="en-US"/>
              <a:t>Types of Threats</a:t>
            </a:r>
            <a:endParaRPr lang="en-MY"/>
          </a:p>
        </p:txBody>
      </p:sp>
      <p:sp>
        <p:nvSpPr>
          <p:cNvPr id="2" name="Subtitle 1">
            <a:extLst>
              <a:ext uri="{FF2B5EF4-FFF2-40B4-BE49-F238E27FC236}">
                <a16:creationId xmlns:a16="http://schemas.microsoft.com/office/drawing/2014/main" id="{E6D2CED6-7C12-BC8C-6DAB-6452C67AB031}"/>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2885527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Types of Threats</a:t>
            </a:r>
            <a:endParaRPr lang="en-MY"/>
          </a:p>
        </p:txBody>
      </p:sp>
      <p:sp>
        <p:nvSpPr>
          <p:cNvPr id="3" name="Rectangle: Rounded Corners 2">
            <a:extLst>
              <a:ext uri="{FF2B5EF4-FFF2-40B4-BE49-F238E27FC236}">
                <a16:creationId xmlns:a16="http://schemas.microsoft.com/office/drawing/2014/main" id="{A7106085-28D0-D57B-CB8D-10B1BA00C8ED}"/>
              </a:ext>
            </a:extLst>
          </p:cNvPr>
          <p:cNvSpPr/>
          <p:nvPr/>
        </p:nvSpPr>
        <p:spPr bwMode="auto">
          <a:xfrm>
            <a:off x="405822" y="2027679"/>
            <a:ext cx="2448272" cy="914400"/>
          </a:xfrm>
          <a:prstGeom prst="roundRect">
            <a:avLst/>
          </a:prstGeom>
          <a:solidFill>
            <a:schemeClr val="accent3">
              <a:lumMod val="75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Intruders</a:t>
            </a:r>
            <a:endParaRPr kumimoji="0" lang="en-MY"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15" name="Rectangle: Rounded Corners 14">
            <a:extLst>
              <a:ext uri="{FF2B5EF4-FFF2-40B4-BE49-F238E27FC236}">
                <a16:creationId xmlns:a16="http://schemas.microsoft.com/office/drawing/2014/main" id="{9126D3F4-92CB-599B-1A4E-2EDD4731E769}"/>
              </a:ext>
            </a:extLst>
          </p:cNvPr>
          <p:cNvSpPr/>
          <p:nvPr/>
        </p:nvSpPr>
        <p:spPr bwMode="auto">
          <a:xfrm>
            <a:off x="6156176" y="2040745"/>
            <a:ext cx="2448272" cy="914400"/>
          </a:xfrm>
          <a:prstGeom prst="roundRect">
            <a:avLst/>
          </a:prstGeom>
          <a:solidFill>
            <a:schemeClr val="accent3">
              <a:lumMod val="75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Social Engineering</a:t>
            </a:r>
            <a:endParaRPr kumimoji="0" lang="en-MY"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16" name="Rectangle: Rounded Corners 15">
            <a:extLst>
              <a:ext uri="{FF2B5EF4-FFF2-40B4-BE49-F238E27FC236}">
                <a16:creationId xmlns:a16="http://schemas.microsoft.com/office/drawing/2014/main" id="{C1568758-5FF8-BB35-A184-31AADCDBD859}"/>
              </a:ext>
            </a:extLst>
          </p:cNvPr>
          <p:cNvSpPr/>
          <p:nvPr/>
        </p:nvSpPr>
        <p:spPr bwMode="auto">
          <a:xfrm>
            <a:off x="421748" y="3332685"/>
            <a:ext cx="2448272" cy="914400"/>
          </a:xfrm>
          <a:prstGeom prst="roundRect">
            <a:avLst/>
          </a:prstGeom>
          <a:solidFill>
            <a:schemeClr val="accent3">
              <a:lumMod val="75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Insider Attacks</a:t>
            </a:r>
            <a:endParaRPr kumimoji="0" lang="en-MY"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17" name="Rectangle: Rounded Corners 16">
            <a:extLst>
              <a:ext uri="{FF2B5EF4-FFF2-40B4-BE49-F238E27FC236}">
                <a16:creationId xmlns:a16="http://schemas.microsoft.com/office/drawing/2014/main" id="{D2C9B6D5-7E81-B10D-A20C-C59FF86116D0}"/>
              </a:ext>
            </a:extLst>
          </p:cNvPr>
          <p:cNvSpPr/>
          <p:nvPr/>
        </p:nvSpPr>
        <p:spPr bwMode="auto">
          <a:xfrm>
            <a:off x="3314571" y="3378394"/>
            <a:ext cx="2448272" cy="914400"/>
          </a:xfrm>
          <a:prstGeom prst="roundRect">
            <a:avLst/>
          </a:prstGeom>
          <a:solidFill>
            <a:schemeClr val="accent3">
              <a:lumMod val="75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Scripts</a:t>
            </a:r>
            <a:endParaRPr kumimoji="0" lang="en-MY"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167F8161-776D-5EAD-9E93-45479214C4B7}"/>
              </a:ext>
            </a:extLst>
          </p:cNvPr>
          <p:cNvSpPr/>
          <p:nvPr/>
        </p:nvSpPr>
        <p:spPr bwMode="auto">
          <a:xfrm>
            <a:off x="6156176" y="3360826"/>
            <a:ext cx="2448272" cy="914400"/>
          </a:xfrm>
          <a:prstGeom prst="roundRect">
            <a:avLst/>
          </a:prstGeom>
          <a:solidFill>
            <a:schemeClr val="accent3">
              <a:lumMod val="75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Bypass Authentication</a:t>
            </a:r>
            <a:endParaRPr kumimoji="0" lang="en-MY"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95CB3C63-1083-D5EB-25B8-6C8717487B4F}"/>
              </a:ext>
            </a:extLst>
          </p:cNvPr>
          <p:cNvSpPr/>
          <p:nvPr/>
        </p:nvSpPr>
        <p:spPr bwMode="auto">
          <a:xfrm>
            <a:off x="405822" y="4644464"/>
            <a:ext cx="2448272" cy="914400"/>
          </a:xfrm>
          <a:prstGeom prst="roundRect">
            <a:avLst/>
          </a:prstGeom>
          <a:solidFill>
            <a:schemeClr val="accent3">
              <a:lumMod val="75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Botnets</a:t>
            </a:r>
            <a:endParaRPr kumimoji="0" lang="en-MY"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20" name="Rectangle: Rounded Corners 19">
            <a:extLst>
              <a:ext uri="{FF2B5EF4-FFF2-40B4-BE49-F238E27FC236}">
                <a16:creationId xmlns:a16="http://schemas.microsoft.com/office/drawing/2014/main" id="{491378E7-DE82-09C2-0735-A5EE2CE14276}"/>
              </a:ext>
            </a:extLst>
          </p:cNvPr>
          <p:cNvSpPr/>
          <p:nvPr/>
        </p:nvSpPr>
        <p:spPr bwMode="auto">
          <a:xfrm>
            <a:off x="3280999" y="4641150"/>
            <a:ext cx="2448272" cy="914400"/>
          </a:xfrm>
          <a:prstGeom prst="roundRect">
            <a:avLst/>
          </a:prstGeom>
          <a:solidFill>
            <a:schemeClr val="accent3">
              <a:lumMod val="75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Phishing</a:t>
            </a:r>
            <a:endParaRPr kumimoji="0" lang="en-MY"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21" name="Rectangle: Rounded Corners 20">
            <a:extLst>
              <a:ext uri="{FF2B5EF4-FFF2-40B4-BE49-F238E27FC236}">
                <a16:creationId xmlns:a16="http://schemas.microsoft.com/office/drawing/2014/main" id="{478C9FBE-9A56-AB74-7C82-994DC3FC403B}"/>
              </a:ext>
            </a:extLst>
          </p:cNvPr>
          <p:cNvSpPr/>
          <p:nvPr/>
        </p:nvSpPr>
        <p:spPr bwMode="auto">
          <a:xfrm>
            <a:off x="6156176" y="4641150"/>
            <a:ext cx="2448272" cy="914400"/>
          </a:xfrm>
          <a:prstGeom prst="roundRect">
            <a:avLst/>
          </a:prstGeom>
          <a:solidFill>
            <a:schemeClr val="accent3">
              <a:lumMod val="75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Password Cracking</a:t>
            </a:r>
            <a:endParaRPr kumimoji="0" lang="en-MY"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22" name="Rectangle: Rounded Corners 21">
            <a:extLst>
              <a:ext uri="{FF2B5EF4-FFF2-40B4-BE49-F238E27FC236}">
                <a16:creationId xmlns:a16="http://schemas.microsoft.com/office/drawing/2014/main" id="{0165EC2C-CB8F-6B1A-DA61-44854E50619F}"/>
              </a:ext>
            </a:extLst>
          </p:cNvPr>
          <p:cNvSpPr/>
          <p:nvPr/>
        </p:nvSpPr>
        <p:spPr bwMode="auto">
          <a:xfrm>
            <a:off x="3314571" y="2027679"/>
            <a:ext cx="2448272" cy="914400"/>
          </a:xfrm>
          <a:prstGeom prst="roundRect">
            <a:avLst/>
          </a:prstGeom>
          <a:solidFill>
            <a:schemeClr val="accent3">
              <a:lumMod val="75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Physical Thefts</a:t>
            </a:r>
            <a:endParaRPr kumimoji="0" lang="en-MY" sz="2400" i="0" u="none" strike="noStrike" cap="none" normalizeH="0" baseline="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98472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Intruders</a:t>
            </a:r>
            <a:endParaRPr lang="en-MY"/>
          </a:p>
        </p:txBody>
      </p:sp>
      <p:sp>
        <p:nvSpPr>
          <p:cNvPr id="14" name="Rectangle: Rounded Corners 13">
            <a:extLst>
              <a:ext uri="{FF2B5EF4-FFF2-40B4-BE49-F238E27FC236}">
                <a16:creationId xmlns:a16="http://schemas.microsoft.com/office/drawing/2014/main" id="{38E39EB4-56C2-49AF-B758-B0AEE8E9D527}"/>
              </a:ext>
            </a:extLst>
          </p:cNvPr>
          <p:cNvSpPr/>
          <p:nvPr/>
        </p:nvSpPr>
        <p:spPr bwMode="auto">
          <a:xfrm>
            <a:off x="179512" y="1208528"/>
            <a:ext cx="8873459" cy="914401"/>
          </a:xfrm>
          <a:prstGeom prst="roundRect">
            <a:avLst/>
          </a:prstGeom>
          <a:solidFill>
            <a:schemeClr val="accent6">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An intruder can be a malicious hacker, former employee or one of the thousands of third-party connections organizations have opened to help further business goals.</a:t>
            </a:r>
          </a:p>
        </p:txBody>
      </p:sp>
      <p:sp>
        <p:nvSpPr>
          <p:cNvPr id="12" name="Rectangle: Rounded Corners 11">
            <a:extLst>
              <a:ext uri="{FF2B5EF4-FFF2-40B4-BE49-F238E27FC236}">
                <a16:creationId xmlns:a16="http://schemas.microsoft.com/office/drawing/2014/main" id="{1FD64652-BD61-4B78-A1E0-176A4D6D4783}"/>
              </a:ext>
            </a:extLst>
          </p:cNvPr>
          <p:cNvSpPr/>
          <p:nvPr/>
        </p:nvSpPr>
        <p:spPr bwMode="auto">
          <a:xfrm>
            <a:off x="179512" y="2202407"/>
            <a:ext cx="3528392" cy="1295711"/>
          </a:xfrm>
          <a:prstGeom prst="roundRect">
            <a:avLst>
              <a:gd name="adj" fmla="val 3109"/>
            </a:avLst>
          </a:prstGeom>
          <a:solidFill>
            <a:schemeClr val="accent6">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FF0000"/>
                </a:solidFill>
                <a:effectLst>
                  <a:outerShdw blurRad="38100" dist="38100" dir="2700000" algn="tl">
                    <a:srgbClr val="000000">
                      <a:alpha val="43137"/>
                    </a:srgbClr>
                  </a:outerShdw>
                </a:effectLst>
                <a:highlight>
                  <a:srgbClr val="FFFF00"/>
                </a:highlight>
                <a:latin typeface="Calibri" panose="020F0502020204030204" pitchFamily="34" charset="0"/>
                <a:cs typeface="Calibri" panose="020F0502020204030204" pitchFamily="34" charset="0"/>
              </a:rPr>
              <a:t>Masquerader</a:t>
            </a:r>
            <a:r>
              <a:rPr kumimoji="0" lang="en-US" sz="1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An individual who is not authorized to use the computer and who penetrates a system’s access controls to exploit a legitimate user’s account</a:t>
            </a:r>
          </a:p>
        </p:txBody>
      </p:sp>
      <p:sp>
        <p:nvSpPr>
          <p:cNvPr id="18" name="Rectangle: Rounded Corners 17">
            <a:extLst>
              <a:ext uri="{FF2B5EF4-FFF2-40B4-BE49-F238E27FC236}">
                <a16:creationId xmlns:a16="http://schemas.microsoft.com/office/drawing/2014/main" id="{D9C11A05-330F-4A54-A34E-32E69180EE78}"/>
              </a:ext>
            </a:extLst>
          </p:cNvPr>
          <p:cNvSpPr/>
          <p:nvPr/>
        </p:nvSpPr>
        <p:spPr bwMode="auto">
          <a:xfrm>
            <a:off x="179512" y="3577596"/>
            <a:ext cx="3528392" cy="1485278"/>
          </a:xfrm>
          <a:prstGeom prst="roundRect">
            <a:avLst>
              <a:gd name="adj" fmla="val 3109"/>
            </a:avLst>
          </a:prstGeom>
          <a:solidFill>
            <a:schemeClr val="accent6">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400" b="1" i="0" strike="noStrike" cap="none" normalizeH="0" baseline="0" dirty="0">
                <a:ln>
                  <a:noFill/>
                </a:ln>
                <a:solidFill>
                  <a:srgbClr val="FF0000"/>
                </a:solidFill>
                <a:effectLst>
                  <a:outerShdw blurRad="38100" dist="38100" dir="2700000" algn="tl">
                    <a:srgbClr val="000000">
                      <a:alpha val="43137"/>
                    </a:srgbClr>
                  </a:outerShdw>
                </a:effectLst>
                <a:highlight>
                  <a:srgbClr val="FFFF00"/>
                </a:highlight>
                <a:latin typeface="Calibri" panose="020F0502020204030204" pitchFamily="34" charset="0"/>
                <a:cs typeface="Calibri" panose="020F0502020204030204" pitchFamily="34" charset="0"/>
              </a:rPr>
              <a:t>Misfeasor</a:t>
            </a:r>
            <a:r>
              <a:rPr kumimoji="0" lang="en-US" sz="1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 legitimate user who accesses data, programs, or resources for which such access is not authorized, or who is authorized for such access but</a:t>
            </a:r>
          </a:p>
          <a:p>
            <a:pPr marL="0" marR="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misuses his or her privileges</a:t>
            </a:r>
          </a:p>
        </p:txBody>
      </p:sp>
      <p:sp>
        <p:nvSpPr>
          <p:cNvPr id="19" name="Rectangle: Rounded Corners 18">
            <a:extLst>
              <a:ext uri="{FF2B5EF4-FFF2-40B4-BE49-F238E27FC236}">
                <a16:creationId xmlns:a16="http://schemas.microsoft.com/office/drawing/2014/main" id="{DEE2403A-A326-4E3A-94B7-87D99FC90E32}"/>
              </a:ext>
            </a:extLst>
          </p:cNvPr>
          <p:cNvSpPr/>
          <p:nvPr/>
        </p:nvSpPr>
        <p:spPr bwMode="auto">
          <a:xfrm>
            <a:off x="179512" y="5139245"/>
            <a:ext cx="3528392" cy="1297472"/>
          </a:xfrm>
          <a:prstGeom prst="roundRect">
            <a:avLst>
              <a:gd name="adj" fmla="val 3109"/>
            </a:avLst>
          </a:prstGeom>
          <a:solidFill>
            <a:schemeClr val="accent6">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FF0000"/>
                </a:solidFill>
                <a:effectLst>
                  <a:outerShdw blurRad="38100" dist="38100" dir="2700000" algn="tl">
                    <a:srgbClr val="000000">
                      <a:alpha val="43137"/>
                    </a:srgbClr>
                  </a:outerShdw>
                </a:effectLst>
                <a:highlight>
                  <a:srgbClr val="FFFF00"/>
                </a:highlight>
                <a:latin typeface="Calibri" panose="020F0502020204030204" pitchFamily="34" charset="0"/>
                <a:cs typeface="Calibri" panose="020F0502020204030204" pitchFamily="34" charset="0"/>
              </a:rPr>
              <a:t>Clandestine user</a:t>
            </a:r>
            <a:r>
              <a:rPr kumimoji="0" lang="en-US" sz="1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An individual who seizes supervisory control of the system and uses this control to evade auditing and access controls or to suppress audit collection</a:t>
            </a:r>
          </a:p>
        </p:txBody>
      </p:sp>
      <p:sp>
        <p:nvSpPr>
          <p:cNvPr id="20" name="Rectangle: Rounded Corners 19">
            <a:extLst>
              <a:ext uri="{FF2B5EF4-FFF2-40B4-BE49-F238E27FC236}">
                <a16:creationId xmlns:a16="http://schemas.microsoft.com/office/drawing/2014/main" id="{8070680E-17DD-4361-A71A-1B0778FE365C}"/>
              </a:ext>
            </a:extLst>
          </p:cNvPr>
          <p:cNvSpPr/>
          <p:nvPr/>
        </p:nvSpPr>
        <p:spPr bwMode="auto">
          <a:xfrm>
            <a:off x="3851920" y="2204864"/>
            <a:ext cx="5156809" cy="4231853"/>
          </a:xfrm>
          <a:prstGeom prst="roundRect">
            <a:avLst>
              <a:gd name="adj" fmla="val 3109"/>
            </a:avLst>
          </a:prstGeom>
          <a:solidFill>
            <a:schemeClr val="accent6">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R="0" algn="just" defTabSz="914400" rtl="0" eaLnBrk="1" fontAlgn="base" latinLnBrk="0" hangingPunct="1">
              <a:lnSpc>
                <a:spcPct val="100000"/>
              </a:lnSpc>
              <a:spcBef>
                <a:spcPct val="0"/>
              </a:spcBef>
              <a:spcAft>
                <a:spcPct val="0"/>
              </a:spcAft>
              <a:buClrTx/>
              <a:buSzTx/>
              <a:tabLst/>
            </a:pPr>
            <a:r>
              <a:rPr kumimoji="0" lang="en-US" sz="1400" b="0" i="0" u="none" strike="noStrike" cap="none" normalizeH="0" baseline="0">
                <a:ln>
                  <a:noFill/>
                </a:ln>
                <a:solidFill>
                  <a:srgbClr val="FFFF00"/>
                </a:solidFill>
                <a:effectLst/>
                <a:latin typeface="Calibri" panose="020F0502020204030204" pitchFamily="34" charset="0"/>
                <a:cs typeface="Calibri" panose="020F0502020204030204" pitchFamily="34" charset="0"/>
              </a:rPr>
              <a:t>Examples</a:t>
            </a: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a:t>
            </a:r>
          </a:p>
          <a:p>
            <a:pPr marR="0" algn="just" defTabSz="914400" rtl="0" eaLnBrk="1" fontAlgn="base" latinLnBrk="0" hangingPunct="1">
              <a:lnSpc>
                <a:spcPct val="100000"/>
              </a:lnSpc>
              <a:spcBef>
                <a:spcPct val="0"/>
              </a:spcBef>
              <a:spcAft>
                <a:spcPct val="0"/>
              </a:spcAft>
              <a:buClrTx/>
              <a:buSzTx/>
              <a:tabLst/>
            </a:pPr>
            <a:endPar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endParaRP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Performing a remote root compromise of an e-mail server.</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Defacing a Web server.</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Guessing and cracking passwords.</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Copying a database containing credit card numbers.</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Viewing sensitive data, including payroll records and medical information, without authorization.</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Running a packet sniffer on a workstation to capture usernames and passwords.</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Dialing into an unsecured modem and gaining internal network access.</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Posing as an executive, calling the help desk, resetting the executive’s e-mail password, and learning the new password.</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Using an unattended, logged-in workstation without permission.</a:t>
            </a:r>
          </a:p>
        </p:txBody>
      </p:sp>
    </p:spTree>
    <p:extLst>
      <p:ext uri="{BB962C8B-B14F-4D97-AF65-F5344CB8AC3E}">
        <p14:creationId xmlns:p14="http://schemas.microsoft.com/office/powerpoint/2010/main" val="732425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Physical Thefts</a:t>
            </a:r>
            <a:endParaRPr lang="en-MY"/>
          </a:p>
        </p:txBody>
      </p:sp>
      <p:sp>
        <p:nvSpPr>
          <p:cNvPr id="13" name="Rectangle: Rounded Corners 12">
            <a:extLst>
              <a:ext uri="{FF2B5EF4-FFF2-40B4-BE49-F238E27FC236}">
                <a16:creationId xmlns:a16="http://schemas.microsoft.com/office/drawing/2014/main" id="{3B11108E-FFF1-4AB4-B2BE-0259F164427B}"/>
              </a:ext>
            </a:extLst>
          </p:cNvPr>
          <p:cNvSpPr/>
          <p:nvPr/>
        </p:nvSpPr>
        <p:spPr bwMode="auto">
          <a:xfrm>
            <a:off x="221514" y="2921436"/>
            <a:ext cx="6006670" cy="3531899"/>
          </a:xfrm>
          <a:prstGeom prst="roundRect">
            <a:avLst>
              <a:gd name="adj" fmla="val 2595"/>
            </a:avLst>
          </a:prstGeom>
          <a:no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latin typeface="Calibri" panose="020F0502020204030204" pitchFamily="34" charset="0"/>
                <a:cs typeface="Calibri" panose="020F0502020204030204" pitchFamily="34" charset="0"/>
              </a:rPr>
              <a:t>Examples</a:t>
            </a:r>
            <a:r>
              <a:rPr kumimoji="0" lang="en-US" sz="1600" i="0" u="none" strike="noStrike" cap="none" normalizeH="0" baseline="0">
                <a:ln>
                  <a:noFill/>
                </a:ln>
                <a:latin typeface="Calibri" panose="020F0502020204030204" pitchFamily="34" charset="0"/>
                <a:cs typeface="Calibri" panose="020F0502020204030204" pitchFamily="34" charset="0"/>
              </a:rPr>
              <a:t>: A data center is located in a country known to support domestic companies via industrial espionage. The host country has access to internal data center areas via the use of IT technicians hired by the data center. That “insider” could copy the VM to portable storage media and then access this data on their own machine without physically stealing a hard drive.</a:t>
            </a:r>
          </a:p>
          <a:p>
            <a:pPr marL="0" marR="0" indent="0" algn="just"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a:ln>
                <a:noFill/>
              </a:ln>
              <a:latin typeface="Calibri" panose="020F0502020204030204" pitchFamily="34" charset="0"/>
              <a:cs typeface="Calibri" panose="020F0502020204030204" pitchFamily="34" charset="0"/>
            </a:endParaRPr>
          </a:p>
          <a:p>
            <a:pPr marL="0" marR="0" indent="0" algn="just" defTabSz="914400" rtl="0" eaLnBrk="1" fontAlgn="base" latinLnBrk="0" hangingPunct="1">
              <a:lnSpc>
                <a:spcPct val="100000"/>
              </a:lnSpc>
              <a:spcBef>
                <a:spcPct val="0"/>
              </a:spcBef>
              <a:spcAft>
                <a:spcPct val="0"/>
              </a:spcAft>
              <a:buClrTx/>
              <a:buSzTx/>
              <a:buFontTx/>
              <a:buNone/>
              <a:tabLst/>
            </a:pPr>
            <a:r>
              <a:rPr kumimoji="0" lang="en-US" sz="1600" i="0" u="none" strike="noStrike" cap="none" normalizeH="0" baseline="0">
                <a:ln>
                  <a:noFill/>
                </a:ln>
                <a:latin typeface="Calibri" panose="020F0502020204030204" pitchFamily="34" charset="0"/>
                <a:cs typeface="Calibri" panose="020F0502020204030204" pitchFamily="34" charset="0"/>
              </a:rPr>
              <a:t>Once </a:t>
            </a:r>
            <a:r>
              <a:rPr kumimoji="0" lang="en-US" sz="1600" b="1" i="0" u="none" strike="noStrike" cap="none" normalizeH="0" baseline="0">
                <a:ln>
                  <a:noFill/>
                </a:ln>
                <a:latin typeface="Calibri" panose="020F0502020204030204" pitchFamily="34" charset="0"/>
                <a:cs typeface="Calibri" panose="020F0502020204030204" pitchFamily="34" charset="0"/>
              </a:rPr>
              <a:t>an individual has direct access </a:t>
            </a:r>
            <a:r>
              <a:rPr kumimoji="0" lang="en-US" sz="1600" i="0" u="none" strike="noStrike" cap="none" normalizeH="0" baseline="0">
                <a:ln>
                  <a:noFill/>
                </a:ln>
                <a:latin typeface="Calibri" panose="020F0502020204030204" pitchFamily="34" charset="0"/>
                <a:cs typeface="Calibri" panose="020F0502020204030204" pitchFamily="34" charset="0"/>
              </a:rPr>
              <a:t>to the virtual disk, he or she has all the time in the world to defeat security mechanisms. These include the use of standard tools such as password cracking and other offline attacks. Importantly, the attacker is accessing a copy of the VM rather than the original file. Therefore, the VM itself will not show any record of intrusion.</a:t>
            </a:r>
            <a:endParaRPr kumimoji="0" lang="en-MY" sz="1600" i="0" u="none" strike="noStrike" cap="none" normalizeH="0" baseline="0">
              <a:ln>
                <a:noFill/>
              </a:ln>
              <a:latin typeface="Calibri" panose="020F0502020204030204" pitchFamily="34" charset="0"/>
              <a:cs typeface="Calibri" panose="020F0502020204030204" pitchFamily="34" charset="0"/>
            </a:endParaRPr>
          </a:p>
        </p:txBody>
      </p:sp>
      <p:sp>
        <p:nvSpPr>
          <p:cNvPr id="15" name="Rectangle: Rounded Corners 14">
            <a:extLst>
              <a:ext uri="{FF2B5EF4-FFF2-40B4-BE49-F238E27FC236}">
                <a16:creationId xmlns:a16="http://schemas.microsoft.com/office/drawing/2014/main" id="{D5D29966-BE5A-490D-9903-BA745AA610E4}"/>
              </a:ext>
            </a:extLst>
          </p:cNvPr>
          <p:cNvSpPr/>
          <p:nvPr/>
        </p:nvSpPr>
        <p:spPr bwMode="auto">
          <a:xfrm>
            <a:off x="190500" y="1268760"/>
            <a:ext cx="8784976" cy="1539606"/>
          </a:xfrm>
          <a:prstGeom prst="roundRect">
            <a:avLst/>
          </a:prstGeom>
          <a:solidFill>
            <a:schemeClr val="accent5">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just" fontAlgn="base">
              <a:spcBef>
                <a:spcPct val="0"/>
              </a:spcBef>
              <a:spcAft>
                <a:spcPct val="0"/>
              </a:spcAft>
            </a:pPr>
            <a:r>
              <a:rPr kumimoji="0" lang="en-US" sz="1600" b="1" i="0" u="none" strike="noStrike" cap="none" normalizeH="0" baseline="0">
                <a:ln>
                  <a:noFill/>
                </a:ln>
                <a:solidFill>
                  <a:srgbClr val="C00000"/>
                </a:solidFill>
                <a:effectLst/>
                <a:highlight>
                  <a:srgbClr val="000000"/>
                </a:highlight>
                <a:latin typeface="Calibri" panose="020F0502020204030204" pitchFamily="34" charset="0"/>
                <a:cs typeface="Calibri" panose="020F0502020204030204" pitchFamily="34" charset="0"/>
              </a:rPr>
              <a:t>Physical thefts </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cause damage to computer systems hardware and infrastructure. An </a:t>
            </a:r>
            <a:r>
              <a:rPr kumimoji="0" lang="en-US" sz="1600" b="0" i="0" u="none" strike="noStrike" cap="none" normalizeH="0" baseline="0">
                <a:ln>
                  <a:noFill/>
                </a:ln>
                <a:solidFill>
                  <a:srgbClr val="FFFF00"/>
                </a:solidFill>
                <a:effectLst/>
                <a:latin typeface="Calibri" panose="020F0502020204030204" pitchFamily="34" charset="0"/>
                <a:cs typeface="Calibri" panose="020F0502020204030204" pitchFamily="34" charset="0"/>
              </a:rPr>
              <a:t>adversary gains physical access to a system or device through the theft of the item</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 Possession of a system or device enables a number of unique attacks to be executed and often provides the adversary with an extended timeframe for which to perform an attack. Most protections put in place to secure sensitive information can be defeated when an adversary has physical access and enough time.</a:t>
            </a:r>
            <a:endParaRPr kumimoji="0" lang="en-MY" sz="1600" b="0" i="0" u="none" strike="noStrike" cap="none" normalizeH="0" baseline="0">
              <a:ln>
                <a:noFill/>
              </a:ln>
              <a:solidFill>
                <a:schemeClr val="bg1"/>
              </a:solidFill>
              <a:effectLst/>
              <a:latin typeface="Calibri" panose="020F0502020204030204" pitchFamily="34" charset="0"/>
              <a:cs typeface="Calibri" panose="020F0502020204030204" pitchFamily="34" charset="0"/>
            </a:endParaRPr>
          </a:p>
        </p:txBody>
      </p:sp>
      <p:pic>
        <p:nvPicPr>
          <p:cNvPr id="1026" name="Picture 2" descr="Hardware Theft, Software Theft, and Hardware Vandalism – kiarabay">
            <a:extLst>
              <a:ext uri="{FF2B5EF4-FFF2-40B4-BE49-F238E27FC236}">
                <a16:creationId xmlns:a16="http://schemas.microsoft.com/office/drawing/2014/main" id="{64F9B55F-744B-3F82-72B0-57725831A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3730" y="4653136"/>
            <a:ext cx="2431346" cy="18305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ardware Theft">
            <a:extLst>
              <a:ext uri="{FF2B5EF4-FFF2-40B4-BE49-F238E27FC236}">
                <a16:creationId xmlns:a16="http://schemas.microsoft.com/office/drawing/2014/main" id="{50D7DEF6-9DAD-EA7D-1F56-ADE39A6FA1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6576" y="2852936"/>
            <a:ext cx="2628900"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322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Social Engineering</a:t>
            </a:r>
            <a:endParaRPr lang="en-MY"/>
          </a:p>
        </p:txBody>
      </p:sp>
      <p:sp>
        <p:nvSpPr>
          <p:cNvPr id="16" name="Rectangle: Rounded Corners 15">
            <a:extLst>
              <a:ext uri="{FF2B5EF4-FFF2-40B4-BE49-F238E27FC236}">
                <a16:creationId xmlns:a16="http://schemas.microsoft.com/office/drawing/2014/main" id="{91AAB918-6D1A-4781-A968-F3F224603E9D}"/>
              </a:ext>
            </a:extLst>
          </p:cNvPr>
          <p:cNvSpPr/>
          <p:nvPr/>
        </p:nvSpPr>
        <p:spPr bwMode="auto">
          <a:xfrm>
            <a:off x="288091" y="1196752"/>
            <a:ext cx="8541759" cy="1156027"/>
          </a:xfrm>
          <a:prstGeom prst="roundRect">
            <a:avLst/>
          </a:prstGeom>
          <a:solidFill>
            <a:schemeClr val="accent4">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3"/>
                </a:solidFill>
                <a:effectLst/>
                <a:highlight>
                  <a:srgbClr val="000000"/>
                </a:highlight>
                <a:latin typeface="Calibri" panose="020F0502020204030204" pitchFamily="34" charset="0"/>
                <a:cs typeface="Calibri" panose="020F0502020204030204" pitchFamily="34" charset="0"/>
              </a:rPr>
              <a:t>Social Engineering </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is </a:t>
            </a:r>
            <a:r>
              <a:rPr kumimoji="0" lang="en-US" sz="1600" b="1" i="0" u="none" strike="noStrike" cap="none" normalizeH="0" baseline="0">
                <a:ln>
                  <a:noFill/>
                </a:ln>
                <a:solidFill>
                  <a:srgbClr val="FFFF00"/>
                </a:solidFill>
                <a:effectLst/>
                <a:latin typeface="Calibri" panose="020F0502020204030204" pitchFamily="34" charset="0"/>
                <a:cs typeface="Calibri" panose="020F0502020204030204" pitchFamily="34" charset="0"/>
              </a:rPr>
              <a:t>the art of manipulating people </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so that, they give up confidential data and bank information as well as giving them control over your computer. They seek passwords or bank information or access your computer to secretly install malicious software.</a:t>
            </a:r>
          </a:p>
        </p:txBody>
      </p:sp>
      <p:sp>
        <p:nvSpPr>
          <p:cNvPr id="12" name="Rectangle: Rounded Corners 11">
            <a:extLst>
              <a:ext uri="{FF2B5EF4-FFF2-40B4-BE49-F238E27FC236}">
                <a16:creationId xmlns:a16="http://schemas.microsoft.com/office/drawing/2014/main" id="{72B6E502-EA19-4692-B764-BD0941E13D79}"/>
              </a:ext>
            </a:extLst>
          </p:cNvPr>
          <p:cNvSpPr/>
          <p:nvPr/>
        </p:nvSpPr>
        <p:spPr bwMode="auto">
          <a:xfrm>
            <a:off x="323528" y="2492896"/>
            <a:ext cx="5220011" cy="3875071"/>
          </a:xfrm>
          <a:prstGeom prst="roundRect">
            <a:avLst>
              <a:gd name="adj" fmla="val 1118"/>
            </a:avLst>
          </a:prstGeom>
          <a:solidFill>
            <a:schemeClr val="accent4">
              <a:lumMod val="40000"/>
              <a:lumOff val="60000"/>
            </a:schemeClr>
          </a:solidFill>
          <a:ln w="12700" cap="flat" cmpd="sng" algn="ctr">
            <a:noFill/>
            <a:prstDash val="solid"/>
            <a:round/>
            <a:headEnd type="none" w="med" len="med"/>
            <a:tailEnd type="none" w="med" len="med"/>
          </a:ln>
          <a:effectLst>
            <a:outerShdw blurRad="107950" dist="12700" dir="5400000" algn="ctr">
              <a:srgbClr val="000000"/>
            </a:outerShdw>
          </a:effectLst>
        </p:spPr>
        <p:txBody>
          <a:bodyPr vert="horz" wrap="square" lIns="91440" tIns="45720" rIns="91440" bIns="45720" numCol="1" rtlCol="0" anchor="ctr" anchorCtr="0" compatLnSpc="1">
            <a:prstTxWarp prst="textNoShape">
              <a:avLst/>
            </a:prstTxWarp>
          </a:bodyPr>
          <a:lstStyle/>
          <a:p>
            <a:pPr marR="0" algn="just" defTabSz="914400" rtl="0" eaLnBrk="1" fontAlgn="base" latinLnBrk="0" hangingPunct="1">
              <a:lnSpc>
                <a:spcPct val="100000"/>
              </a:lnSpc>
              <a:spcBef>
                <a:spcPct val="0"/>
              </a:spcBef>
              <a:spcAft>
                <a:spcPct val="0"/>
              </a:spcAft>
              <a:buClrTx/>
              <a:buSzTx/>
              <a:tabLst/>
            </a:pPr>
            <a:r>
              <a:rPr kumimoji="0" lang="en-US" sz="1600" b="1" i="0" u="none" strike="noStrike" cap="none" normalizeH="0" baseline="0">
                <a:ln>
                  <a:noFill/>
                </a:ln>
                <a:solidFill>
                  <a:schemeClr val="accent6"/>
                </a:solidFill>
                <a:effectLst/>
                <a:latin typeface="Calibri" panose="020F0502020204030204" pitchFamily="34" charset="0"/>
                <a:cs typeface="Calibri" panose="020F0502020204030204" pitchFamily="34" charset="0"/>
              </a:rPr>
              <a:t>Examples:</a:t>
            </a:r>
          </a:p>
          <a:p>
            <a:pPr marR="0" algn="just" defTabSz="914400" rtl="0" eaLnBrk="1" fontAlgn="base" latinLnBrk="0" hangingPunct="1">
              <a:lnSpc>
                <a:spcPct val="100000"/>
              </a:lnSpc>
              <a:spcBef>
                <a:spcPct val="0"/>
              </a:spcBef>
              <a:spcAft>
                <a:spcPct val="0"/>
              </a:spcAft>
              <a:buClrTx/>
              <a:buSzTx/>
              <a:tabLst/>
            </a:pPr>
            <a:endParaRPr kumimoji="0" lang="en-US" sz="1600" b="1" i="0" u="none" strike="noStrike" cap="none" normalizeH="0" baseline="0">
              <a:ln>
                <a:noFill/>
              </a:ln>
              <a:solidFill>
                <a:schemeClr val="accent6"/>
              </a:solidFill>
              <a:effectLst/>
              <a:latin typeface="Calibri" panose="020F0502020204030204" pitchFamily="34" charset="0"/>
              <a:cs typeface="Calibri" panose="020F0502020204030204" pitchFamily="34" charset="0"/>
            </a:endParaRP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1" i="0" u="none" strike="noStrike" cap="none" normalizeH="0" baseline="0">
                <a:ln>
                  <a:noFill/>
                </a:ln>
                <a:effectLst/>
                <a:latin typeface="Calibri" panose="020F0502020204030204" pitchFamily="34" charset="0"/>
                <a:cs typeface="Calibri" panose="020F0502020204030204" pitchFamily="34" charset="0"/>
              </a:rPr>
              <a:t>Phishing</a:t>
            </a:r>
            <a:r>
              <a:rPr kumimoji="0" lang="en-US" sz="1600" b="0" i="0" u="none" strike="noStrike" cap="none" normalizeH="0" baseline="0">
                <a:ln>
                  <a:noFill/>
                </a:ln>
                <a:effectLst/>
                <a:latin typeface="Calibri" panose="020F0502020204030204" pitchFamily="34" charset="0"/>
                <a:cs typeface="Calibri" panose="020F0502020204030204" pitchFamily="34" charset="0"/>
              </a:rPr>
              <a:t>: tactics include deceptive emails, websites, and text messages to steal information.</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Spear Phishing: email is used to carry out targeted attacks against individuals or businesses.</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1" i="0" u="none" strike="noStrike" cap="none" normalizeH="0" baseline="0">
                <a:ln>
                  <a:noFill/>
                </a:ln>
                <a:effectLst/>
                <a:latin typeface="Calibri" panose="020F0502020204030204" pitchFamily="34" charset="0"/>
                <a:cs typeface="Calibri" panose="020F0502020204030204" pitchFamily="34" charset="0"/>
              </a:rPr>
              <a:t>Baiting</a:t>
            </a:r>
            <a:r>
              <a:rPr kumimoji="0" lang="en-US" sz="1600" b="0" i="0" u="none" strike="noStrike" cap="none" normalizeH="0" baseline="0">
                <a:ln>
                  <a:noFill/>
                </a:ln>
                <a:effectLst/>
                <a:latin typeface="Calibri" panose="020F0502020204030204" pitchFamily="34" charset="0"/>
                <a:cs typeface="Calibri" panose="020F0502020204030204" pitchFamily="34" charset="0"/>
              </a:rPr>
              <a:t>: an online and physical social engineering attack that promises the victim a reward.</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1" i="0" u="none" strike="noStrike" cap="none" normalizeH="0" baseline="0">
                <a:ln>
                  <a:noFill/>
                </a:ln>
                <a:effectLst/>
                <a:latin typeface="Calibri" panose="020F0502020204030204" pitchFamily="34" charset="0"/>
                <a:cs typeface="Calibri" panose="020F0502020204030204" pitchFamily="34" charset="0"/>
              </a:rPr>
              <a:t>Malware</a:t>
            </a:r>
            <a:r>
              <a:rPr kumimoji="0" lang="en-US" sz="1600" b="0" i="0" u="none" strike="noStrike" cap="none" normalizeH="0" baseline="0">
                <a:ln>
                  <a:noFill/>
                </a:ln>
                <a:effectLst/>
                <a:latin typeface="Calibri" panose="020F0502020204030204" pitchFamily="34" charset="0"/>
                <a:cs typeface="Calibri" panose="020F0502020204030204" pitchFamily="34" charset="0"/>
              </a:rPr>
              <a:t>: victims are tricked into believing that malware is installed on their computer and that if they pay, the malware will be removed.</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1" i="0" u="none" strike="noStrike" cap="none" normalizeH="0" baseline="0">
                <a:ln>
                  <a:noFill/>
                </a:ln>
                <a:effectLst/>
                <a:latin typeface="Calibri" panose="020F0502020204030204" pitchFamily="34" charset="0"/>
                <a:cs typeface="Calibri" panose="020F0502020204030204" pitchFamily="34" charset="0"/>
              </a:rPr>
              <a:t>Pretexting:</a:t>
            </a:r>
            <a:r>
              <a:rPr kumimoji="0" lang="en-US" sz="1600" b="0" i="0" u="none" strike="noStrike" cap="none" normalizeH="0" baseline="0">
                <a:ln>
                  <a:noFill/>
                </a:ln>
                <a:effectLst/>
                <a:latin typeface="Calibri" panose="020F0502020204030204" pitchFamily="34" charset="0"/>
                <a:cs typeface="Calibri" panose="020F0502020204030204" pitchFamily="34" charset="0"/>
              </a:rPr>
              <a:t> uses a false identity to trick victims into giving up information.</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1" i="0" u="none" strike="noStrike" cap="none" normalizeH="0" baseline="0">
                <a:ln>
                  <a:noFill/>
                </a:ln>
                <a:effectLst/>
                <a:latin typeface="Calibri" panose="020F0502020204030204" pitchFamily="34" charset="0"/>
                <a:cs typeface="Calibri" panose="020F0502020204030204" pitchFamily="34" charset="0"/>
              </a:rPr>
              <a:t>Water-Holing</a:t>
            </a:r>
            <a:r>
              <a:rPr kumimoji="0" lang="en-US" sz="1600" b="0" i="0" u="none" strike="noStrike" cap="none" normalizeH="0" baseline="0">
                <a:ln>
                  <a:noFill/>
                </a:ln>
                <a:effectLst/>
                <a:latin typeface="Calibri" panose="020F0502020204030204" pitchFamily="34" charset="0"/>
                <a:cs typeface="Calibri" panose="020F0502020204030204" pitchFamily="34" charset="0"/>
              </a:rPr>
              <a:t>: an advanced social engineering attack that infects both a website and its visitors with malware.</a:t>
            </a:r>
          </a:p>
        </p:txBody>
      </p:sp>
      <p:pic>
        <p:nvPicPr>
          <p:cNvPr id="15" name="Picture 14">
            <a:extLst>
              <a:ext uri="{FF2B5EF4-FFF2-40B4-BE49-F238E27FC236}">
                <a16:creationId xmlns:a16="http://schemas.microsoft.com/office/drawing/2014/main" id="{6C2C379D-CAD1-DD9C-AED4-E9F300E546A6}"/>
              </a:ext>
            </a:extLst>
          </p:cNvPr>
          <p:cNvPicPr>
            <a:picLocks noChangeAspect="1"/>
          </p:cNvPicPr>
          <p:nvPr/>
        </p:nvPicPr>
        <p:blipFill>
          <a:blip r:embed="rId3"/>
          <a:stretch>
            <a:fillRect/>
          </a:stretch>
        </p:blipFill>
        <p:spPr>
          <a:xfrm>
            <a:off x="5873035" y="4100058"/>
            <a:ext cx="2956816" cy="2267909"/>
          </a:xfrm>
          <a:prstGeom prst="rect">
            <a:avLst/>
          </a:prstGeom>
        </p:spPr>
      </p:pic>
      <p:pic>
        <p:nvPicPr>
          <p:cNvPr id="2050" name="Picture 2" descr="The Why and How of Social Engineering: Secure Triad">
            <a:extLst>
              <a:ext uri="{FF2B5EF4-FFF2-40B4-BE49-F238E27FC236}">
                <a16:creationId xmlns:a16="http://schemas.microsoft.com/office/drawing/2014/main" id="{6C056081-AB12-5E59-65E5-C29EB613EB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1263" y="2551633"/>
            <a:ext cx="2583071" cy="1446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2658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Insider Threats</a:t>
            </a:r>
            <a:endParaRPr lang="en-MY"/>
          </a:p>
        </p:txBody>
      </p:sp>
      <p:sp>
        <p:nvSpPr>
          <p:cNvPr id="7" name="Rectangle: Rounded Corners 6">
            <a:extLst>
              <a:ext uri="{FF2B5EF4-FFF2-40B4-BE49-F238E27FC236}">
                <a16:creationId xmlns:a16="http://schemas.microsoft.com/office/drawing/2014/main" id="{C03390A0-E8ED-4761-B667-B3E1C05F37DD}"/>
              </a:ext>
            </a:extLst>
          </p:cNvPr>
          <p:cNvSpPr/>
          <p:nvPr/>
        </p:nvSpPr>
        <p:spPr bwMode="auto">
          <a:xfrm>
            <a:off x="4518158" y="2441664"/>
            <a:ext cx="4448237" cy="3858420"/>
          </a:xfrm>
          <a:prstGeom prst="roundRect">
            <a:avLst>
              <a:gd name="adj" fmla="val 3178"/>
            </a:avLst>
          </a:prstGeom>
          <a:solidFill>
            <a:schemeClr val="accent3">
              <a:lumMod val="60000"/>
              <a:lumOff val="40000"/>
            </a:schemeClr>
          </a:solidFill>
          <a:ln w="12700" cap="flat" cmpd="sng" algn="ctr">
            <a:noFill/>
            <a:prstDash val="solid"/>
            <a:round/>
            <a:headEnd type="none" w="med" len="med"/>
            <a:tailEnd type="none" w="med" len="med"/>
          </a:ln>
          <a:effectLst>
            <a:outerShdw blurRad="50800" dist="38100" dir="10800000" algn="r"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accent6"/>
                </a:solidFill>
                <a:effectLst/>
                <a:latin typeface="Calibri" panose="020F0502020204030204" pitchFamily="34" charset="0"/>
                <a:cs typeface="Calibri" panose="020F0502020204030204" pitchFamily="34" charset="0"/>
              </a:rPr>
              <a:t>Examples  (Real incident):</a:t>
            </a:r>
          </a:p>
          <a:p>
            <a:pPr marL="0" marR="0" indent="0" algn="just"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a:ln>
                <a:noFill/>
              </a:ln>
              <a:solidFill>
                <a:schemeClr val="accent6"/>
              </a:solidFill>
              <a:effectLst/>
              <a:latin typeface="Calibri" panose="020F0502020204030204" pitchFamily="34" charset="0"/>
              <a:cs typeface="Calibri" panose="020F0502020204030204" pitchFamily="34" charset="0"/>
            </a:endParaRP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solidFill>
                  <a:schemeClr val="accent6"/>
                </a:solidFill>
                <a:effectLst/>
                <a:latin typeface="Calibri" panose="020F0502020204030204" pitchFamily="34" charset="0"/>
                <a:cs typeface="Calibri" panose="020F0502020204030204" pitchFamily="34" charset="0"/>
              </a:rPr>
              <a:t>Tesla: A malicious insider sabotaged systems and sent proprietary data to third parties.</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endParaRPr kumimoji="0" lang="en-US" sz="1600" b="0" i="0" u="none" strike="noStrike" cap="none" normalizeH="0" baseline="0">
              <a:ln>
                <a:noFill/>
              </a:ln>
              <a:solidFill>
                <a:schemeClr val="accent6"/>
              </a:solidFill>
              <a:effectLst/>
              <a:latin typeface="Calibri" panose="020F0502020204030204" pitchFamily="34" charset="0"/>
              <a:cs typeface="Calibri" panose="020F0502020204030204" pitchFamily="34" charset="0"/>
            </a:endParaRP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solidFill>
                  <a:schemeClr val="accent6"/>
                </a:solidFill>
                <a:effectLst/>
                <a:latin typeface="Calibri" panose="020F0502020204030204" pitchFamily="34" charset="0"/>
                <a:cs typeface="Calibri" panose="020F0502020204030204" pitchFamily="34" charset="0"/>
              </a:rPr>
              <a:t>Facebook: A security engineer abused his access to stalk women.</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endParaRPr kumimoji="0" lang="en-US" sz="1600" b="0" i="0" u="none" strike="noStrike" cap="none" normalizeH="0" baseline="0">
              <a:ln>
                <a:noFill/>
              </a:ln>
              <a:solidFill>
                <a:schemeClr val="accent6"/>
              </a:solidFill>
              <a:effectLst/>
              <a:latin typeface="Calibri" panose="020F0502020204030204" pitchFamily="34" charset="0"/>
              <a:cs typeface="Calibri" panose="020F0502020204030204" pitchFamily="34" charset="0"/>
            </a:endParaRP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solidFill>
                  <a:schemeClr val="accent6"/>
                </a:solidFill>
                <a:effectLst/>
                <a:latin typeface="Calibri" panose="020F0502020204030204" pitchFamily="34" charset="0"/>
                <a:cs typeface="Calibri" panose="020F0502020204030204" pitchFamily="34" charset="0"/>
              </a:rPr>
              <a:t>Coca-Cola:  A malicious insider stole a hard drive full of personnel data.</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endParaRPr kumimoji="0" lang="en-US" sz="1600" b="0" i="0" u="none" strike="noStrike" cap="none" normalizeH="0" baseline="0">
              <a:ln>
                <a:noFill/>
              </a:ln>
              <a:solidFill>
                <a:schemeClr val="accent6"/>
              </a:solidFill>
              <a:effectLst/>
              <a:latin typeface="Calibri" panose="020F0502020204030204" pitchFamily="34" charset="0"/>
              <a:cs typeface="Calibri" panose="020F0502020204030204" pitchFamily="34" charset="0"/>
            </a:endParaRP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err="1">
                <a:ln>
                  <a:noFill/>
                </a:ln>
                <a:solidFill>
                  <a:schemeClr val="accent6"/>
                </a:solidFill>
                <a:effectLst/>
                <a:latin typeface="Calibri" panose="020F0502020204030204" pitchFamily="34" charset="0"/>
                <a:cs typeface="Calibri" panose="020F0502020204030204" pitchFamily="34" charset="0"/>
              </a:rPr>
              <a:t>Suntrust</a:t>
            </a:r>
            <a:r>
              <a:rPr kumimoji="0" lang="en-US" sz="1600" b="0" i="0" u="none" strike="noStrike" cap="none" normalizeH="0" baseline="0">
                <a:ln>
                  <a:noFill/>
                </a:ln>
                <a:solidFill>
                  <a:schemeClr val="accent6"/>
                </a:solidFill>
                <a:effectLst/>
                <a:latin typeface="Calibri" panose="020F0502020204030204" pitchFamily="34" charset="0"/>
                <a:cs typeface="Calibri" panose="020F0502020204030204" pitchFamily="34" charset="0"/>
              </a:rPr>
              <a:t> Bank: A malicious insider stole personal data, including account information, for 1.5 million customers to provide to a criminal organization.</a:t>
            </a:r>
            <a:endParaRPr kumimoji="0" lang="en-MY" sz="1600" b="0" i="0" u="none" strike="noStrike" cap="none" normalizeH="0" baseline="0">
              <a:ln>
                <a:noFill/>
              </a:ln>
              <a:solidFill>
                <a:schemeClr val="accent6"/>
              </a:solidFill>
              <a:effectLst/>
              <a:latin typeface="Calibri" panose="020F0502020204030204" pitchFamily="34" charset="0"/>
              <a:cs typeface="Calibri" panose="020F0502020204030204" pitchFamily="34" charset="0"/>
            </a:endParaRPr>
          </a:p>
        </p:txBody>
      </p:sp>
      <p:sp>
        <p:nvSpPr>
          <p:cNvPr id="17" name="Rectangle: Rounded Corners 16">
            <a:extLst>
              <a:ext uri="{FF2B5EF4-FFF2-40B4-BE49-F238E27FC236}">
                <a16:creationId xmlns:a16="http://schemas.microsoft.com/office/drawing/2014/main" id="{0E19A432-F5A2-4A50-9A7E-26E1C0A60EFA}"/>
              </a:ext>
            </a:extLst>
          </p:cNvPr>
          <p:cNvSpPr/>
          <p:nvPr/>
        </p:nvSpPr>
        <p:spPr bwMode="auto">
          <a:xfrm>
            <a:off x="233175" y="1242513"/>
            <a:ext cx="8689311" cy="936104"/>
          </a:xfrm>
          <a:prstGeom prst="roundRect">
            <a:avLst/>
          </a:prstGeom>
          <a:solidFill>
            <a:schemeClr val="accent3">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An </a:t>
            </a:r>
            <a:r>
              <a:rPr kumimoji="0" lang="en-US" sz="1600" b="0" i="0" u="none" strike="noStrike" cap="none" normalizeH="0" baseline="0">
                <a:ln>
                  <a:noFill/>
                </a:ln>
                <a:solidFill>
                  <a:schemeClr val="accent3"/>
                </a:solidFill>
                <a:effectLst/>
                <a:highlight>
                  <a:srgbClr val="000000"/>
                </a:highlight>
                <a:latin typeface="Calibri" panose="020F0502020204030204" pitchFamily="34" charset="0"/>
                <a:cs typeface="Calibri" panose="020F0502020204030204" pitchFamily="34" charset="0"/>
              </a:rPr>
              <a:t>insider threat</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 is a malicious threat to an organization </a:t>
            </a:r>
            <a:r>
              <a:rPr kumimoji="0" lang="en-US" sz="1600" b="1" i="0" u="none" strike="noStrike" cap="none" normalizeH="0" baseline="0">
                <a:ln>
                  <a:noFill/>
                </a:ln>
                <a:solidFill>
                  <a:schemeClr val="accent5"/>
                </a:solidFill>
                <a:effectLst/>
                <a:highlight>
                  <a:srgbClr val="000000"/>
                </a:highlight>
                <a:latin typeface="Calibri" panose="020F0502020204030204" pitchFamily="34" charset="0"/>
                <a:cs typeface="Calibri" panose="020F0502020204030204" pitchFamily="34" charset="0"/>
              </a:rPr>
              <a:t>that comes from people within the organization</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 such as </a:t>
            </a:r>
            <a:r>
              <a:rPr kumimoji="0" lang="en-US" sz="1600" b="0" i="0" u="none" strike="noStrike" cap="none" normalizeH="0" baseline="0">
                <a:ln>
                  <a:noFill/>
                </a:ln>
                <a:solidFill>
                  <a:schemeClr val="bg1"/>
                </a:solidFill>
                <a:effectLst/>
                <a:highlight>
                  <a:srgbClr val="808080"/>
                </a:highlight>
                <a:latin typeface="Calibri" panose="020F0502020204030204" pitchFamily="34" charset="0"/>
                <a:cs typeface="Calibri" panose="020F0502020204030204" pitchFamily="34" charset="0"/>
              </a:rPr>
              <a:t>employees, former employees, contractors </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or </a:t>
            </a:r>
            <a:r>
              <a:rPr kumimoji="0" lang="en-US" sz="1600" b="0" i="0" u="none" strike="noStrike" cap="none" normalizeH="0" baseline="0">
                <a:ln>
                  <a:noFill/>
                </a:ln>
                <a:solidFill>
                  <a:schemeClr val="bg1"/>
                </a:solidFill>
                <a:effectLst/>
                <a:highlight>
                  <a:srgbClr val="808080"/>
                </a:highlight>
                <a:latin typeface="Calibri" panose="020F0502020204030204" pitchFamily="34" charset="0"/>
                <a:cs typeface="Calibri" panose="020F0502020204030204" pitchFamily="34" charset="0"/>
              </a:rPr>
              <a:t>business associates</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 who have inside information concerning the organization's security practices, data and computer systems.</a:t>
            </a:r>
          </a:p>
        </p:txBody>
      </p:sp>
      <p:pic>
        <p:nvPicPr>
          <p:cNvPr id="21" name="Picture 20">
            <a:extLst>
              <a:ext uri="{FF2B5EF4-FFF2-40B4-BE49-F238E27FC236}">
                <a16:creationId xmlns:a16="http://schemas.microsoft.com/office/drawing/2014/main" id="{F8B43FBB-8CB1-86E2-A944-D220DBBC4D08}"/>
              </a:ext>
            </a:extLst>
          </p:cNvPr>
          <p:cNvPicPr>
            <a:picLocks noChangeAspect="1"/>
          </p:cNvPicPr>
          <p:nvPr/>
        </p:nvPicPr>
        <p:blipFill>
          <a:blip r:embed="rId3"/>
          <a:stretch>
            <a:fillRect/>
          </a:stretch>
        </p:blipFill>
        <p:spPr>
          <a:xfrm>
            <a:off x="-7335" y="2178617"/>
            <a:ext cx="4438273" cy="4450466"/>
          </a:xfrm>
          <a:prstGeom prst="rect">
            <a:avLst/>
          </a:prstGeom>
        </p:spPr>
      </p:pic>
    </p:spTree>
    <p:extLst>
      <p:ext uri="{BB962C8B-B14F-4D97-AF65-F5344CB8AC3E}">
        <p14:creationId xmlns:p14="http://schemas.microsoft.com/office/powerpoint/2010/main" val="2086989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Script Threat</a:t>
            </a:r>
            <a:endParaRPr lang="en-MY"/>
          </a:p>
        </p:txBody>
      </p:sp>
      <p:sp>
        <p:nvSpPr>
          <p:cNvPr id="14" name="Rectangle: Rounded Corners 13">
            <a:extLst>
              <a:ext uri="{FF2B5EF4-FFF2-40B4-BE49-F238E27FC236}">
                <a16:creationId xmlns:a16="http://schemas.microsoft.com/office/drawing/2014/main" id="{38E39EB4-56C2-49AF-B758-B0AEE8E9D527}"/>
              </a:ext>
            </a:extLst>
          </p:cNvPr>
          <p:cNvSpPr/>
          <p:nvPr/>
        </p:nvSpPr>
        <p:spPr bwMode="auto">
          <a:xfrm>
            <a:off x="216480" y="1229958"/>
            <a:ext cx="8706006" cy="1102452"/>
          </a:xfrm>
          <a:prstGeom prst="roundRect">
            <a:avLst/>
          </a:prstGeom>
          <a:solidFill>
            <a:schemeClr val="accent6">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Script is </a:t>
            </a:r>
            <a:r>
              <a:rPr kumimoji="0" lang="en-US" sz="1600" b="1" i="0" u="none" strike="noStrike" cap="none" normalizeH="0" baseline="0">
                <a:ln>
                  <a:noFill/>
                </a:ln>
                <a:solidFill>
                  <a:schemeClr val="accent3"/>
                </a:solidFill>
                <a:effectLst/>
                <a:highlight>
                  <a:srgbClr val="000000"/>
                </a:highlight>
                <a:latin typeface="Calibri" panose="020F0502020204030204" pitchFamily="34" charset="0"/>
                <a:cs typeface="Calibri" panose="020F0502020204030204" pitchFamily="34" charset="0"/>
              </a:rPr>
              <a:t>written code </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that is </a:t>
            </a:r>
            <a:r>
              <a:rPr kumimoji="0" lang="en-US" sz="1600" b="0" i="0" u="none" strike="noStrike" cap="none" normalizeH="0" baseline="0">
                <a:ln>
                  <a:noFill/>
                </a:ln>
                <a:solidFill>
                  <a:schemeClr val="accent5"/>
                </a:solidFill>
                <a:effectLst/>
                <a:latin typeface="Calibri" panose="020F0502020204030204" pitchFamily="34" charset="0"/>
                <a:cs typeface="Calibri" panose="020F0502020204030204" pitchFamily="34" charset="0"/>
              </a:rPr>
              <a:t>interpreted and implemented by another application</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 Malware authors have taken advantage of the relative ease of producing scripts and have produced significant numbers of script-based malware, many of which are written using Visual Basic Script, JavaScript, and HTML.</a:t>
            </a:r>
          </a:p>
        </p:txBody>
      </p:sp>
      <p:sp>
        <p:nvSpPr>
          <p:cNvPr id="13" name="Rectangle: Rounded Corners 12">
            <a:extLst>
              <a:ext uri="{FF2B5EF4-FFF2-40B4-BE49-F238E27FC236}">
                <a16:creationId xmlns:a16="http://schemas.microsoft.com/office/drawing/2014/main" id="{BC1BC8A6-46C7-4334-B7B1-CEE9451F53EB}"/>
              </a:ext>
            </a:extLst>
          </p:cNvPr>
          <p:cNvSpPr/>
          <p:nvPr/>
        </p:nvSpPr>
        <p:spPr bwMode="auto">
          <a:xfrm>
            <a:off x="227191" y="5600688"/>
            <a:ext cx="8706006" cy="828201"/>
          </a:xfrm>
          <a:prstGeom prst="roundRect">
            <a:avLst>
              <a:gd name="adj" fmla="val 8362"/>
            </a:avLst>
          </a:prstGeom>
          <a:solidFill>
            <a:schemeClr val="accent6">
              <a:lumMod val="60000"/>
              <a:lumOff val="40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just" defTabSz="914400" rtl="0" eaLnBrk="1" fontAlgn="base" latinLnBrk="0" hangingPunct="1">
              <a:lnSpc>
                <a:spcPct val="100000"/>
              </a:lnSpc>
              <a:spcBef>
                <a:spcPct val="0"/>
              </a:spcBef>
              <a:spcAft>
                <a:spcPct val="0"/>
              </a:spcAft>
              <a:buClrTx/>
              <a:buSzTx/>
              <a:tabLst/>
            </a:pPr>
            <a:r>
              <a:rPr lang="en-US" sz="1600" b="1">
                <a:highlight>
                  <a:srgbClr val="00FF00"/>
                </a:highlight>
                <a:latin typeface="Calibri" panose="020F0502020204030204" pitchFamily="34" charset="0"/>
                <a:cs typeface="Calibri" panose="020F0502020204030204" pitchFamily="34" charset="0"/>
              </a:rPr>
              <a:t>Defense Plan</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lang="en-US" sz="1600">
                <a:latin typeface="Calibri" panose="020F0502020204030204" pitchFamily="34" charset="0"/>
                <a:cs typeface="Calibri" panose="020F0502020204030204" pitchFamily="34" charset="0"/>
              </a:rPr>
              <a:t>B</a:t>
            </a:r>
            <a:r>
              <a:rPr kumimoji="0" lang="en-US" sz="1600" b="0" i="0" u="none" strike="noStrike" cap="none" normalizeH="0" baseline="0">
                <a:ln>
                  <a:noFill/>
                </a:ln>
                <a:effectLst/>
                <a:latin typeface="Calibri" panose="020F0502020204030204" pitchFamily="34" charset="0"/>
                <a:cs typeface="Calibri" panose="020F0502020204030204" pitchFamily="34" charset="0"/>
              </a:rPr>
              <a:t>lack box testing can be performed.</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Code review is always a recommended practice, and it brings more reliable results too. </a:t>
            </a:r>
          </a:p>
        </p:txBody>
      </p:sp>
      <p:grpSp>
        <p:nvGrpSpPr>
          <p:cNvPr id="6" name="Group 5">
            <a:extLst>
              <a:ext uri="{FF2B5EF4-FFF2-40B4-BE49-F238E27FC236}">
                <a16:creationId xmlns:a16="http://schemas.microsoft.com/office/drawing/2014/main" id="{6CC59498-2B2A-4E24-B953-AC54F2B955E8}"/>
              </a:ext>
            </a:extLst>
          </p:cNvPr>
          <p:cNvGrpSpPr/>
          <p:nvPr/>
        </p:nvGrpSpPr>
        <p:grpSpPr>
          <a:xfrm>
            <a:off x="250876" y="2868224"/>
            <a:ext cx="1971528" cy="2517003"/>
            <a:chOff x="5580112" y="2564904"/>
            <a:chExt cx="2304256" cy="2448272"/>
          </a:xfrm>
        </p:grpSpPr>
        <p:sp>
          <p:nvSpPr>
            <p:cNvPr id="5" name="Rectangle 4">
              <a:extLst>
                <a:ext uri="{FF2B5EF4-FFF2-40B4-BE49-F238E27FC236}">
                  <a16:creationId xmlns:a16="http://schemas.microsoft.com/office/drawing/2014/main" id="{277788F5-8AE2-42AB-A539-B1EB4F5F9981}"/>
                </a:ext>
              </a:extLst>
            </p:cNvPr>
            <p:cNvSpPr/>
            <p:nvPr/>
          </p:nvSpPr>
          <p:spPr bwMode="auto">
            <a:xfrm>
              <a:off x="5580112" y="2564904"/>
              <a:ext cx="2304256" cy="2448272"/>
            </a:xfrm>
            <a:prstGeom prst="rect">
              <a:avLst/>
            </a:prstGeom>
            <a:solidFill>
              <a:schemeClr val="accent6">
                <a:lumMod val="40000"/>
                <a:lumOff val="6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MY" sz="14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sp>
          <p:nvSpPr>
            <p:cNvPr id="3" name="Rectangle: Rounded Corners 2">
              <a:extLst>
                <a:ext uri="{FF2B5EF4-FFF2-40B4-BE49-F238E27FC236}">
                  <a16:creationId xmlns:a16="http://schemas.microsoft.com/office/drawing/2014/main" id="{0D2C2FBC-6D20-4B02-B96E-3F32F67C5C58}"/>
                </a:ext>
              </a:extLst>
            </p:cNvPr>
            <p:cNvSpPr/>
            <p:nvPr/>
          </p:nvSpPr>
          <p:spPr bwMode="auto">
            <a:xfrm>
              <a:off x="5774587" y="2765143"/>
              <a:ext cx="1872208" cy="576064"/>
            </a:xfrm>
            <a:prstGeom prst="roundRect">
              <a:avLst/>
            </a:prstGeom>
            <a:solidFill>
              <a:schemeClr val="accent6">
                <a:lumMod val="20000"/>
                <a:lumOff val="80000"/>
              </a:schemeClr>
            </a:solidFill>
            <a:ln w="12700" cap="flat" cmpd="sng" algn="ctr">
              <a:noFill/>
              <a:prstDash val="solid"/>
              <a:round/>
              <a:headEnd type="none" w="med" len="med"/>
              <a:tailEnd type="none" w="med" len="me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Calibri" panose="020F0502020204030204" pitchFamily="34" charset="0"/>
                  <a:cs typeface="Calibri" panose="020F0502020204030204" pitchFamily="34" charset="0"/>
                </a:rPr>
                <a:t>Username</a:t>
              </a:r>
              <a:endParaRPr kumimoji="0" lang="en-MY" sz="14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sp>
          <p:nvSpPr>
            <p:cNvPr id="11" name="Rectangle: Rounded Corners 10">
              <a:extLst>
                <a:ext uri="{FF2B5EF4-FFF2-40B4-BE49-F238E27FC236}">
                  <a16:creationId xmlns:a16="http://schemas.microsoft.com/office/drawing/2014/main" id="{9ACA1BF7-345F-497E-A4FF-4FE51EC33390}"/>
                </a:ext>
              </a:extLst>
            </p:cNvPr>
            <p:cNvSpPr/>
            <p:nvPr/>
          </p:nvSpPr>
          <p:spPr bwMode="auto">
            <a:xfrm>
              <a:off x="5774587" y="3389574"/>
              <a:ext cx="1872208" cy="576064"/>
            </a:xfrm>
            <a:prstGeom prst="roundRect">
              <a:avLst/>
            </a:prstGeom>
            <a:solidFill>
              <a:schemeClr val="accent6">
                <a:lumMod val="20000"/>
                <a:lumOff val="80000"/>
              </a:schemeClr>
            </a:solidFill>
            <a:ln w="12700" cap="flat" cmpd="sng" algn="ctr">
              <a:noFill/>
              <a:prstDash val="solid"/>
              <a:round/>
              <a:headEnd type="none" w="med" len="med"/>
              <a:tailEnd type="none" w="med" len="me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400">
                  <a:latin typeface="Calibri" panose="020F0502020204030204" pitchFamily="34" charset="0"/>
                  <a:cs typeface="Calibri" panose="020F0502020204030204" pitchFamily="34" charset="0"/>
                </a:rPr>
                <a:t>Password</a:t>
              </a:r>
              <a:endParaRPr kumimoji="0" lang="en-MY" sz="14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sp>
          <p:nvSpPr>
            <p:cNvPr id="12" name="Rectangle: Rounded Corners 11">
              <a:extLst>
                <a:ext uri="{FF2B5EF4-FFF2-40B4-BE49-F238E27FC236}">
                  <a16:creationId xmlns:a16="http://schemas.microsoft.com/office/drawing/2014/main" id="{CDA08410-75FE-47DD-BC91-EABAC8D97CAB}"/>
                </a:ext>
              </a:extLst>
            </p:cNvPr>
            <p:cNvSpPr/>
            <p:nvPr/>
          </p:nvSpPr>
          <p:spPr bwMode="auto">
            <a:xfrm>
              <a:off x="5774587" y="4222060"/>
              <a:ext cx="1872208" cy="576064"/>
            </a:xfrm>
            <a:prstGeom prst="roundRect">
              <a:avLst/>
            </a:prstGeom>
            <a:solidFill>
              <a:schemeClr val="accent6">
                <a:lumMod val="75000"/>
              </a:schemeClr>
            </a:solidFill>
            <a:ln w="12700" cap="flat" cmpd="sng" algn="ctr">
              <a:solidFill>
                <a:schemeClr val="bg1"/>
              </a:solidFill>
              <a:prstDash val="solid"/>
              <a:round/>
              <a:headEnd type="none" w="med" len="med"/>
              <a:tailEnd type="none" w="med" len="med"/>
            </a:ln>
            <a:effectLst>
              <a:outerShdw blurRad="57785" dist="33020" dir="3180000" algn="ctr">
                <a:srgbClr val="000000">
                  <a:alpha val="30000"/>
                </a:srgb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LOGIN</a:t>
              </a:r>
              <a:endParaRPr kumimoji="0" lang="en-MY" sz="1400" b="0" i="0" u="none" strike="noStrike" cap="none" normalizeH="0" baseline="0">
                <a:ln>
                  <a:noFill/>
                </a:ln>
                <a:solidFill>
                  <a:schemeClr val="bg1"/>
                </a:solidFill>
                <a:effectLst/>
                <a:latin typeface="Calibri" panose="020F0502020204030204" pitchFamily="34" charset="0"/>
                <a:cs typeface="Calibri" panose="020F0502020204030204" pitchFamily="34" charset="0"/>
              </a:endParaRPr>
            </a:p>
          </p:txBody>
        </p:sp>
      </p:grpSp>
      <p:sp>
        <p:nvSpPr>
          <p:cNvPr id="21" name="Rectangle: Rounded Corners 20">
            <a:extLst>
              <a:ext uri="{FF2B5EF4-FFF2-40B4-BE49-F238E27FC236}">
                <a16:creationId xmlns:a16="http://schemas.microsoft.com/office/drawing/2014/main" id="{9469D213-5F68-4F83-9F5C-6A693CB15D69}"/>
              </a:ext>
            </a:extLst>
          </p:cNvPr>
          <p:cNvSpPr/>
          <p:nvPr/>
        </p:nvSpPr>
        <p:spPr bwMode="auto">
          <a:xfrm>
            <a:off x="6912660" y="2852765"/>
            <a:ext cx="1971528" cy="2532462"/>
          </a:xfrm>
          <a:prstGeom prst="roundRect">
            <a:avLst>
              <a:gd name="adj" fmla="val 4707"/>
            </a:avLst>
          </a:prstGeom>
          <a:solidFill>
            <a:schemeClr val="accent6">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just" fontAlgn="base">
              <a:spcBef>
                <a:spcPct val="0"/>
              </a:spcBef>
              <a:spcAft>
                <a:spcPct val="0"/>
              </a:spcAft>
            </a:pPr>
            <a:r>
              <a:rPr kumimoji="0" lang="en-US" sz="1400" b="0" i="0" u="none" strike="noStrike" cap="none" normalizeH="0" baseline="0">
                <a:ln>
                  <a:noFill/>
                </a:ln>
                <a:effectLst/>
                <a:latin typeface="Calibri" panose="020F0502020204030204" pitchFamily="34" charset="0"/>
                <a:cs typeface="Calibri" panose="020F0502020204030204" pitchFamily="34" charset="0"/>
              </a:rPr>
              <a:t>The username is a parameter that is typed by the user in the login form as </a:t>
            </a:r>
            <a:r>
              <a:rPr kumimoji="0" lang="en-US" sz="1400" b="1" i="0" u="none" strike="noStrike" cap="none" normalizeH="0" baseline="0">
                <a:ln>
                  <a:noFill/>
                </a:ln>
                <a:solidFill>
                  <a:schemeClr val="tx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&lt;script&gt; function Login(form)</a:t>
            </a:r>
            <a:r>
              <a:rPr kumimoji="0" lang="en-US" sz="1400" b="0" i="0" u="none" strike="noStrike" cap="none" normalizeH="0" baseline="0">
                <a:ln>
                  <a:noFill/>
                </a:ln>
                <a:effectLst/>
                <a:latin typeface="Calibri" panose="020F0502020204030204" pitchFamily="34" charset="0"/>
                <a:cs typeface="Calibri" panose="020F0502020204030204" pitchFamily="34" charset="0"/>
              </a:rPr>
              <a:t>. This way an attacker can type the malicious script instead of the correct username.</a:t>
            </a:r>
          </a:p>
        </p:txBody>
      </p:sp>
      <p:grpSp>
        <p:nvGrpSpPr>
          <p:cNvPr id="8" name="Group 7">
            <a:extLst>
              <a:ext uri="{FF2B5EF4-FFF2-40B4-BE49-F238E27FC236}">
                <a16:creationId xmlns:a16="http://schemas.microsoft.com/office/drawing/2014/main" id="{6854D02C-AABE-41E7-BBBD-A37303E19EE3}"/>
              </a:ext>
            </a:extLst>
          </p:cNvPr>
          <p:cNvGrpSpPr/>
          <p:nvPr/>
        </p:nvGrpSpPr>
        <p:grpSpPr>
          <a:xfrm>
            <a:off x="4863007" y="2879432"/>
            <a:ext cx="1971530" cy="2517003"/>
            <a:chOff x="6612357" y="2303184"/>
            <a:chExt cx="2238759" cy="2131989"/>
          </a:xfrm>
        </p:grpSpPr>
        <p:sp>
          <p:nvSpPr>
            <p:cNvPr id="23" name="Rectangle 22">
              <a:extLst>
                <a:ext uri="{FF2B5EF4-FFF2-40B4-BE49-F238E27FC236}">
                  <a16:creationId xmlns:a16="http://schemas.microsoft.com/office/drawing/2014/main" id="{362A29A5-A029-44CB-829F-1410A2F0D41C}"/>
                </a:ext>
              </a:extLst>
            </p:cNvPr>
            <p:cNvSpPr/>
            <p:nvPr/>
          </p:nvSpPr>
          <p:spPr bwMode="auto">
            <a:xfrm>
              <a:off x="6612357" y="2303184"/>
              <a:ext cx="2238759" cy="2131989"/>
            </a:xfrm>
            <a:prstGeom prst="rect">
              <a:avLst/>
            </a:prstGeom>
            <a:solidFill>
              <a:schemeClr val="accent6">
                <a:lumMod val="40000"/>
                <a:lumOff val="6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MY" sz="14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9BE72B5C-532C-4067-B5FB-9F5D99937E47}"/>
                </a:ext>
              </a:extLst>
            </p:cNvPr>
            <p:cNvSpPr/>
            <p:nvPr/>
          </p:nvSpPr>
          <p:spPr bwMode="auto">
            <a:xfrm>
              <a:off x="6772075" y="2477555"/>
              <a:ext cx="1914685" cy="501644"/>
            </a:xfrm>
            <a:prstGeom prst="roundRect">
              <a:avLst/>
            </a:prstGeom>
            <a:solidFill>
              <a:schemeClr val="accent6">
                <a:lumMod val="20000"/>
                <a:lumOff val="80000"/>
              </a:schemeClr>
            </a:solidFill>
            <a:ln w="12700" cap="flat" cmpd="sng" algn="ctr">
              <a:noFill/>
              <a:prstDash val="solid"/>
              <a:round/>
              <a:headEnd type="none" w="med" len="med"/>
              <a:tailEnd type="none" w="med" len="me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050" b="0" i="0" u="none" strike="noStrike" cap="none" normalizeH="0" baseline="0">
                  <a:ln>
                    <a:noFill/>
                  </a:ln>
                  <a:solidFill>
                    <a:schemeClr val="tx1"/>
                  </a:solidFill>
                  <a:effectLst/>
                  <a:latin typeface="Calibri" panose="020F0502020204030204" pitchFamily="34" charset="0"/>
                  <a:cs typeface="Calibri" panose="020F0502020204030204" pitchFamily="34" charset="0"/>
                </a:rPr>
                <a:t>&lt;script&gt; function Login(form)</a:t>
              </a:r>
              <a:endParaRPr kumimoji="0" lang="en-MY" sz="105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sp>
          <p:nvSpPr>
            <p:cNvPr id="26" name="Rectangle: Rounded Corners 25">
              <a:extLst>
                <a:ext uri="{FF2B5EF4-FFF2-40B4-BE49-F238E27FC236}">
                  <a16:creationId xmlns:a16="http://schemas.microsoft.com/office/drawing/2014/main" id="{01F4EF1D-285E-4145-8CA1-FC4A4E1F1ED8}"/>
                </a:ext>
              </a:extLst>
            </p:cNvPr>
            <p:cNvSpPr/>
            <p:nvPr/>
          </p:nvSpPr>
          <p:spPr bwMode="auto">
            <a:xfrm>
              <a:off x="6772075" y="3021318"/>
              <a:ext cx="1914685" cy="501644"/>
            </a:xfrm>
            <a:prstGeom prst="roundRect">
              <a:avLst/>
            </a:prstGeom>
            <a:solidFill>
              <a:schemeClr val="accent6">
                <a:lumMod val="20000"/>
                <a:lumOff val="80000"/>
              </a:schemeClr>
            </a:solidFill>
            <a:ln w="12700" cap="flat" cmpd="sng" algn="ctr">
              <a:noFill/>
              <a:prstDash val="solid"/>
              <a:round/>
              <a:headEnd type="none" w="med" len="med"/>
              <a:tailEnd type="none" w="med" len="me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400">
                  <a:latin typeface="Calibri" panose="020F0502020204030204" pitchFamily="34" charset="0"/>
                  <a:cs typeface="Calibri" panose="020F0502020204030204" pitchFamily="34" charset="0"/>
                </a:rPr>
                <a:t>Password</a:t>
              </a:r>
              <a:endParaRPr kumimoji="0" lang="en-MY" sz="14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sp>
          <p:nvSpPr>
            <p:cNvPr id="27" name="Rectangle: Rounded Corners 26">
              <a:extLst>
                <a:ext uri="{FF2B5EF4-FFF2-40B4-BE49-F238E27FC236}">
                  <a16:creationId xmlns:a16="http://schemas.microsoft.com/office/drawing/2014/main" id="{61EF780E-9825-4F8B-B48E-7980745A8E6C}"/>
                </a:ext>
              </a:extLst>
            </p:cNvPr>
            <p:cNvSpPr/>
            <p:nvPr/>
          </p:nvSpPr>
          <p:spPr bwMode="auto">
            <a:xfrm>
              <a:off x="6772075" y="3759098"/>
              <a:ext cx="1914684" cy="501644"/>
            </a:xfrm>
            <a:prstGeom prst="roundRect">
              <a:avLst/>
            </a:prstGeom>
            <a:solidFill>
              <a:schemeClr val="accent6">
                <a:lumMod val="75000"/>
              </a:schemeClr>
            </a:solidFill>
            <a:ln w="12700" cap="flat" cmpd="sng" algn="ctr">
              <a:solidFill>
                <a:schemeClr val="bg1"/>
              </a:solidFill>
              <a:prstDash val="solid"/>
              <a:round/>
              <a:headEnd type="none" w="med" len="med"/>
              <a:tailEnd type="none" w="med" len="med"/>
            </a:ln>
            <a:effectLst>
              <a:outerShdw blurRad="57785" dist="33020" dir="3180000" algn="ctr">
                <a:srgbClr val="000000">
                  <a:alpha val="30000"/>
                </a:srgb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bg1"/>
                  </a:solidFill>
                  <a:effectLst/>
                  <a:latin typeface="Calibri" panose="020F0502020204030204" pitchFamily="34" charset="0"/>
                  <a:cs typeface="Calibri" panose="020F0502020204030204" pitchFamily="34" charset="0"/>
                </a:rPr>
                <a:t>LOGIN</a:t>
              </a:r>
              <a:endParaRPr kumimoji="0" lang="en-MY" sz="1400" b="0" i="0" u="none" strike="noStrike" cap="none" normalizeH="0" baseline="0">
                <a:ln>
                  <a:noFill/>
                </a:ln>
                <a:solidFill>
                  <a:schemeClr val="bg1"/>
                </a:solidFill>
                <a:effectLst/>
                <a:latin typeface="Calibri" panose="020F0502020204030204" pitchFamily="34" charset="0"/>
                <a:cs typeface="Calibri" panose="020F0502020204030204" pitchFamily="34" charset="0"/>
              </a:endParaRPr>
            </a:p>
          </p:txBody>
        </p:sp>
      </p:grpSp>
      <p:sp>
        <p:nvSpPr>
          <p:cNvPr id="29" name="TextBox 28">
            <a:extLst>
              <a:ext uri="{FF2B5EF4-FFF2-40B4-BE49-F238E27FC236}">
                <a16:creationId xmlns:a16="http://schemas.microsoft.com/office/drawing/2014/main" id="{2D91D950-6F02-422A-A790-6F9AD9E387B3}"/>
              </a:ext>
            </a:extLst>
          </p:cNvPr>
          <p:cNvSpPr txBox="1"/>
          <p:nvPr/>
        </p:nvSpPr>
        <p:spPr>
          <a:xfrm>
            <a:off x="3919709" y="2432627"/>
            <a:ext cx="1083951" cy="338554"/>
          </a:xfrm>
          <a:prstGeom prst="rect">
            <a:avLst/>
          </a:prstGeom>
          <a:noFill/>
        </p:spPr>
        <p:txBody>
          <a:bodyPr wrap="none" rtlCol="0">
            <a:spAutoFit/>
          </a:bodyPr>
          <a:lstStyle/>
          <a:p>
            <a:r>
              <a:rPr lang="en-US" sz="1600" u="sng">
                <a:effectLst>
                  <a:outerShdw blurRad="38100" dist="38100" dir="2700000" algn="tl">
                    <a:srgbClr val="000000">
                      <a:alpha val="43137"/>
                    </a:srgbClr>
                  </a:outerShdw>
                </a:effectLst>
              </a:rPr>
              <a:t>Examples</a:t>
            </a:r>
            <a:endParaRPr lang="en-MY" sz="1600" u="sng">
              <a:effectLst>
                <a:outerShdw blurRad="38100" dist="38100" dir="2700000" algn="tl">
                  <a:srgbClr val="000000">
                    <a:alpha val="43137"/>
                  </a:srgbClr>
                </a:outerShdw>
              </a:effectLst>
            </a:endParaRPr>
          </a:p>
        </p:txBody>
      </p:sp>
      <p:sp>
        <p:nvSpPr>
          <p:cNvPr id="30" name="Rectangle: Rounded Corners 29">
            <a:extLst>
              <a:ext uri="{FF2B5EF4-FFF2-40B4-BE49-F238E27FC236}">
                <a16:creationId xmlns:a16="http://schemas.microsoft.com/office/drawing/2014/main" id="{72C0CB21-6CEA-4A44-828A-C643C411803E}"/>
              </a:ext>
            </a:extLst>
          </p:cNvPr>
          <p:cNvSpPr/>
          <p:nvPr/>
        </p:nvSpPr>
        <p:spPr bwMode="auto">
          <a:xfrm>
            <a:off x="2300528" y="2852936"/>
            <a:ext cx="1971529" cy="2532291"/>
          </a:xfrm>
          <a:prstGeom prst="roundRect">
            <a:avLst>
              <a:gd name="adj" fmla="val 2630"/>
            </a:avLst>
          </a:prstGeom>
          <a:solidFill>
            <a:schemeClr val="accent6">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effectLst/>
                <a:latin typeface="Calibri" panose="020F0502020204030204" pitchFamily="34" charset="0"/>
                <a:cs typeface="Calibri" panose="020F0502020204030204" pitchFamily="34" charset="0"/>
              </a:rPr>
              <a:t>Wrong credentials are typed, an error message like “</a:t>
            </a:r>
            <a:r>
              <a:rPr kumimoji="0" lang="en-US" sz="1400" b="1" i="0" u="none" strike="noStrike" cap="none" normalizeH="0" baseline="0">
                <a:ln>
                  <a:noFill/>
                </a:ln>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Sorry your username or your credentials are wrong</a:t>
            </a:r>
            <a:r>
              <a:rPr kumimoji="0" lang="en-US" sz="1400" b="0" i="0" u="none" strike="noStrike" cap="none" normalizeH="0" baseline="0">
                <a:ln>
                  <a:noFill/>
                </a:ln>
                <a:effectLst/>
                <a:latin typeface="Calibri" panose="020F0502020204030204" pitchFamily="34" charset="0"/>
                <a:cs typeface="Calibri" panose="020F0502020204030204" pitchFamily="34" charset="0"/>
              </a:rPr>
              <a:t>” will be displayed.</a:t>
            </a:r>
          </a:p>
        </p:txBody>
      </p:sp>
    </p:spTree>
    <p:extLst>
      <p:ext uri="{BB962C8B-B14F-4D97-AF65-F5344CB8AC3E}">
        <p14:creationId xmlns:p14="http://schemas.microsoft.com/office/powerpoint/2010/main" val="2144970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Bypass Authentication Threat</a:t>
            </a:r>
            <a:endParaRPr lang="en-MY"/>
          </a:p>
        </p:txBody>
      </p:sp>
      <p:sp>
        <p:nvSpPr>
          <p:cNvPr id="18" name="Rectangle: Rounded Corners 17">
            <a:extLst>
              <a:ext uri="{FF2B5EF4-FFF2-40B4-BE49-F238E27FC236}">
                <a16:creationId xmlns:a16="http://schemas.microsoft.com/office/drawing/2014/main" id="{13D819C9-FF00-4402-9FAC-609D59B5D4AF}"/>
              </a:ext>
            </a:extLst>
          </p:cNvPr>
          <p:cNvSpPr/>
          <p:nvPr/>
        </p:nvSpPr>
        <p:spPr bwMode="auto">
          <a:xfrm>
            <a:off x="264058" y="1331708"/>
            <a:ext cx="8664708" cy="1252829"/>
          </a:xfrm>
          <a:prstGeom prst="roundRect">
            <a:avLst>
              <a:gd name="adj" fmla="val 7948"/>
            </a:avLst>
          </a:prstGeom>
          <a:solidFill>
            <a:schemeClr val="accent1">
              <a:lumMod val="75000"/>
            </a:schemeClr>
          </a:solidFill>
          <a:ln w="127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A </a:t>
            </a:r>
            <a:r>
              <a:rPr kumimoji="0" lang="en-US" sz="1600" b="0" i="0" u="none" strike="noStrike" cap="none" normalizeH="0" baseline="0">
                <a:ln>
                  <a:noFill/>
                </a:ln>
                <a:solidFill>
                  <a:schemeClr val="accent3"/>
                </a:solidFill>
                <a:effectLst/>
                <a:highlight>
                  <a:srgbClr val="000000"/>
                </a:highlight>
                <a:latin typeface="Calibri" panose="020F0502020204030204" pitchFamily="34" charset="0"/>
                <a:cs typeface="Calibri" panose="020F0502020204030204" pitchFamily="34" charset="0"/>
              </a:rPr>
              <a:t>flaw in the application </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that </a:t>
            </a:r>
            <a:r>
              <a:rPr kumimoji="0" lang="en-US" sz="1600" b="0" i="0" u="none" strike="noStrike" cap="none" normalizeH="0" baseline="0">
                <a:ln>
                  <a:noFill/>
                </a:ln>
                <a:solidFill>
                  <a:schemeClr val="accent5"/>
                </a:solidFill>
                <a:effectLst/>
                <a:latin typeface="Calibri" panose="020F0502020204030204" pitchFamily="34" charset="0"/>
                <a:cs typeface="Calibri" panose="020F0502020204030204" pitchFamily="34" charset="0"/>
              </a:rPr>
              <a:t>allows users to access application </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resources </a:t>
            </a:r>
            <a:r>
              <a:rPr kumimoji="0" lang="en-US" sz="1600" b="1" i="0" u="none" strike="noStrike" cap="none" normalizeH="0" baseline="0">
                <a:ln>
                  <a:noFill/>
                </a:ln>
                <a:solidFill>
                  <a:schemeClr val="accent5"/>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without authentication </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is referred as’ Authentication Bypass’. Authentication bypass vulnerability is generally caused when it is assumed that users will behave in a certain way and failing to foresee the consequences of users doing the unexpected.</a:t>
            </a:r>
            <a:endParaRPr lang="en-US" sz="1600">
              <a:solidFill>
                <a:schemeClr val="bg1"/>
              </a:solidFill>
              <a:latin typeface="Calibri" panose="020F0502020204030204" pitchFamily="34" charset="0"/>
              <a:cs typeface="Calibri" panose="020F0502020204030204" pitchFamily="34" charset="0"/>
            </a:endParaRPr>
          </a:p>
        </p:txBody>
      </p:sp>
      <p:sp>
        <p:nvSpPr>
          <p:cNvPr id="24" name="Rectangle: Rounded Corners 23">
            <a:extLst>
              <a:ext uri="{FF2B5EF4-FFF2-40B4-BE49-F238E27FC236}">
                <a16:creationId xmlns:a16="http://schemas.microsoft.com/office/drawing/2014/main" id="{5DC09573-BC25-43BC-BDBD-31BE5E48EACB}"/>
              </a:ext>
            </a:extLst>
          </p:cNvPr>
          <p:cNvSpPr/>
          <p:nvPr/>
        </p:nvSpPr>
        <p:spPr bwMode="auto">
          <a:xfrm>
            <a:off x="276596" y="5008081"/>
            <a:ext cx="8652170" cy="1373247"/>
          </a:xfrm>
          <a:prstGeom prst="roundRect">
            <a:avLst>
              <a:gd name="adj" fmla="val 3869"/>
            </a:avLst>
          </a:prstGeom>
          <a:solidFill>
            <a:schemeClr val="tx2">
              <a:lumMod val="40000"/>
              <a:lumOff val="60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just" defTabSz="914400" rtl="0" eaLnBrk="1" fontAlgn="base" latinLnBrk="0" hangingPunct="1">
              <a:lnSpc>
                <a:spcPct val="100000"/>
              </a:lnSpc>
              <a:spcBef>
                <a:spcPct val="0"/>
              </a:spcBef>
              <a:spcAft>
                <a:spcPct val="0"/>
              </a:spcAft>
              <a:buClrTx/>
              <a:buSzTx/>
              <a:tabLst/>
            </a:pPr>
            <a:r>
              <a:rPr kumimoji="0" lang="en-US" sz="1600" b="1" i="0" u="sng" strike="noStrike" cap="none" normalizeH="0" baseline="0">
                <a:ln>
                  <a:noFill/>
                </a:ln>
                <a:effectLst/>
                <a:latin typeface="Calibri" panose="020F0502020204030204" pitchFamily="34" charset="0"/>
                <a:cs typeface="Calibri" panose="020F0502020204030204" pitchFamily="34" charset="0"/>
              </a:rPr>
              <a:t>Defense Plan</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Authenticate each application resource.</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Manage session cookies appropriately.</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Take extra care while validating authentication parameters to prevent SQL injection attacks. Use parametrized SQL queries or DB stored procedures for database calls.</a:t>
            </a:r>
          </a:p>
        </p:txBody>
      </p:sp>
      <p:sp>
        <p:nvSpPr>
          <p:cNvPr id="15" name="Rectangle: Rounded Corners 14">
            <a:extLst>
              <a:ext uri="{FF2B5EF4-FFF2-40B4-BE49-F238E27FC236}">
                <a16:creationId xmlns:a16="http://schemas.microsoft.com/office/drawing/2014/main" id="{B7520523-F265-40F7-9F5B-1D138422BF8E}"/>
              </a:ext>
            </a:extLst>
          </p:cNvPr>
          <p:cNvSpPr/>
          <p:nvPr/>
        </p:nvSpPr>
        <p:spPr bwMode="auto">
          <a:xfrm>
            <a:off x="251520" y="2708920"/>
            <a:ext cx="8664708" cy="2232248"/>
          </a:xfrm>
          <a:prstGeom prst="roundRect">
            <a:avLst>
              <a:gd name="adj" fmla="val 3335"/>
            </a:avLst>
          </a:prstGeom>
          <a:solidFill>
            <a:schemeClr val="accent1">
              <a:lumMod val="20000"/>
              <a:lumOff val="80000"/>
            </a:schemeClr>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600" b="1" i="0" u="sng" strike="noStrike" cap="none" normalizeH="0" baseline="0">
                <a:ln>
                  <a:noFill/>
                </a:ln>
                <a:effectLst/>
                <a:latin typeface="Calibri" panose="020F0502020204030204" pitchFamily="34" charset="0"/>
                <a:cs typeface="Calibri" panose="020F0502020204030204" pitchFamily="34" charset="0"/>
              </a:rPr>
              <a:t>Examples: </a:t>
            </a:r>
          </a:p>
          <a:p>
            <a:pPr marL="0" marR="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Imagine a system that uses a parameter “auth” to signify if a user has been authenticated, and prompts for the ‘log in’ procedure if auth=0. As long as auth=1, the user remains authenticated and able to access restricted pages.</a:t>
            </a:r>
          </a:p>
          <a:p>
            <a:pPr marL="0" marR="0" indent="0" algn="just"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effectLst/>
              <a:latin typeface="Calibri" panose="020F0502020204030204" pitchFamily="34" charset="0"/>
              <a:cs typeface="Calibri" panose="020F0502020204030204" pitchFamily="34" charset="0"/>
            </a:endParaRPr>
          </a:p>
          <a:p>
            <a:pPr marL="0" marR="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While trying to get to a restricted page, a user’s browser might submit the below URL: </a:t>
            </a:r>
            <a:r>
              <a:rPr kumimoji="0" lang="en-US" sz="1600" b="0" i="0" u="none" strike="noStrike" cap="none" normalizeH="0" baseline="0">
                <a:ln>
                  <a:noFill/>
                </a:ln>
                <a:effectLst/>
                <a:highlight>
                  <a:srgbClr val="000000"/>
                </a:highlight>
                <a:latin typeface="Calibri" panose="020F0502020204030204" pitchFamily="34" charset="0"/>
                <a:cs typeface="Calibri" panose="020F0502020204030204" pitchFamily="34" charset="0"/>
                <a:hlinkClick r:id="rId3"/>
              </a:rPr>
              <a:t>http://www.mycorporatewebapp.com/remotemanagement.asp?auth=0</a:t>
            </a:r>
            <a:endParaRPr kumimoji="0" lang="en-US" sz="1600" b="0" i="0" u="none" strike="noStrike" cap="none" normalizeH="0" baseline="0">
              <a:ln>
                <a:noFill/>
              </a:ln>
              <a:effectLst/>
              <a:highlight>
                <a:srgbClr val="000000"/>
              </a:highlight>
              <a:latin typeface="Calibri" panose="020F0502020204030204" pitchFamily="34" charset="0"/>
              <a:cs typeface="Calibri" panose="020F0502020204030204" pitchFamily="34" charset="0"/>
            </a:endParaRPr>
          </a:p>
          <a:p>
            <a:pPr marL="0" marR="0" indent="0" algn="just"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effectLst/>
              <a:latin typeface="Calibri" panose="020F0502020204030204" pitchFamily="34" charset="0"/>
              <a:cs typeface="Calibri" panose="020F0502020204030204" pitchFamily="34" charset="0"/>
            </a:endParaRPr>
          </a:p>
          <a:p>
            <a:pPr marL="0" marR="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Bypassing this authentication might then be as simple as changing auth=0 to auth=1.</a:t>
            </a:r>
          </a:p>
        </p:txBody>
      </p:sp>
    </p:spTree>
    <p:extLst>
      <p:ext uri="{BB962C8B-B14F-4D97-AF65-F5344CB8AC3E}">
        <p14:creationId xmlns:p14="http://schemas.microsoft.com/office/powerpoint/2010/main" val="2922769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ntroduction of Botnet in Computer Networks - GeeksforGeeks">
            <a:extLst>
              <a:ext uri="{FF2B5EF4-FFF2-40B4-BE49-F238E27FC236}">
                <a16:creationId xmlns:a16="http://schemas.microsoft.com/office/drawing/2014/main" id="{27A39A6F-3245-C264-BF17-E2BF44628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2420888"/>
            <a:ext cx="4210620" cy="229922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21514" y="274638"/>
            <a:ext cx="7843030" cy="1143000"/>
          </a:xfrm>
        </p:spPr>
        <p:txBody>
          <a:bodyPr/>
          <a:lstStyle/>
          <a:p>
            <a:r>
              <a:rPr lang="en-US"/>
              <a:t>Botnets Threat</a:t>
            </a:r>
            <a:endParaRPr lang="en-MY"/>
          </a:p>
        </p:txBody>
      </p:sp>
      <p:sp>
        <p:nvSpPr>
          <p:cNvPr id="13" name="Rectangle: Rounded Corners 12">
            <a:extLst>
              <a:ext uri="{FF2B5EF4-FFF2-40B4-BE49-F238E27FC236}">
                <a16:creationId xmlns:a16="http://schemas.microsoft.com/office/drawing/2014/main" id="{F00F4587-F81D-4A06-AF50-D706F2034429}"/>
              </a:ext>
            </a:extLst>
          </p:cNvPr>
          <p:cNvSpPr/>
          <p:nvPr/>
        </p:nvSpPr>
        <p:spPr bwMode="auto">
          <a:xfrm>
            <a:off x="323528" y="1243753"/>
            <a:ext cx="8517226" cy="1033119"/>
          </a:xfrm>
          <a:prstGeom prst="roundRect">
            <a:avLst>
              <a:gd name="adj" fmla="val 7352"/>
            </a:avLst>
          </a:prstGeom>
          <a:solidFill>
            <a:schemeClr val="bg1">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Botnet is a number of </a:t>
            </a:r>
            <a:r>
              <a:rPr kumimoji="0" lang="en-US" sz="1600" b="1" i="0" u="none" strike="noStrike" cap="none" normalizeH="0" baseline="0">
                <a:ln>
                  <a:noFill/>
                </a:ln>
                <a:solidFill>
                  <a:schemeClr val="accent3"/>
                </a:solidFill>
                <a:effectLst/>
                <a:highlight>
                  <a:srgbClr val="000000"/>
                </a:highlight>
                <a:latin typeface="Calibri" panose="020F0502020204030204" pitchFamily="34" charset="0"/>
                <a:cs typeface="Calibri" panose="020F0502020204030204" pitchFamily="34" charset="0"/>
              </a:rPr>
              <a:t>Internet-connected devices</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 each of which is </a:t>
            </a:r>
            <a:r>
              <a:rPr kumimoji="0" lang="en-US" sz="1600" b="0" i="0" u="none" strike="noStrike" cap="none" normalizeH="0" baseline="0">
                <a:ln>
                  <a:noFill/>
                </a:ln>
                <a:solidFill>
                  <a:schemeClr val="accent5"/>
                </a:solidFill>
                <a:effectLst/>
                <a:latin typeface="Calibri" panose="020F0502020204030204" pitchFamily="34" charset="0"/>
                <a:cs typeface="Calibri" panose="020F0502020204030204" pitchFamily="34" charset="0"/>
              </a:rPr>
              <a:t>running one or more bots</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 Botnets can be used to perform distributed denial-of-service attack </a:t>
            </a:r>
            <a:r>
              <a:rPr kumimoji="0" lang="en-US" sz="1600" b="0" i="0" u="none" strike="noStrike" cap="none" normalizeH="0" baseline="0">
                <a:ln>
                  <a:noFill/>
                </a:ln>
                <a:solidFill>
                  <a:schemeClr val="accent5"/>
                </a:solidFill>
                <a:effectLst/>
                <a:latin typeface="Calibri" panose="020F0502020204030204" pitchFamily="34" charset="0"/>
                <a:cs typeface="Calibri" panose="020F0502020204030204" pitchFamily="34" charset="0"/>
              </a:rPr>
              <a:t>(DDoS attack), steal data, send spam</a:t>
            </a: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 and allows the attacker to access the device and its connection.</a:t>
            </a:r>
          </a:p>
        </p:txBody>
      </p:sp>
      <p:sp>
        <p:nvSpPr>
          <p:cNvPr id="18" name="Rectangle: Rounded Corners 17">
            <a:extLst>
              <a:ext uri="{FF2B5EF4-FFF2-40B4-BE49-F238E27FC236}">
                <a16:creationId xmlns:a16="http://schemas.microsoft.com/office/drawing/2014/main" id="{1BE6777A-9ABC-46A5-A496-91EC802B5722}"/>
              </a:ext>
            </a:extLst>
          </p:cNvPr>
          <p:cNvSpPr/>
          <p:nvPr/>
        </p:nvSpPr>
        <p:spPr bwMode="auto">
          <a:xfrm>
            <a:off x="303246" y="2386753"/>
            <a:ext cx="4412770" cy="2339543"/>
          </a:xfrm>
          <a:prstGeom prst="roundRect">
            <a:avLst>
              <a:gd name="adj" fmla="val 6121"/>
            </a:avLst>
          </a:prstGeom>
          <a:solidFill>
            <a:schemeClr val="bg1">
              <a:lumMod val="75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R="0" algn="just" defTabSz="914400" rtl="0" eaLnBrk="1" fontAlgn="base" latinLnBrk="0" hangingPunct="1">
              <a:lnSpc>
                <a:spcPct val="100000"/>
              </a:lnSpc>
              <a:spcBef>
                <a:spcPct val="0"/>
              </a:spcBef>
              <a:spcAft>
                <a:spcPct val="0"/>
              </a:spcAft>
              <a:buClrTx/>
              <a:buSzTx/>
              <a:tabLst/>
            </a:pPr>
            <a:r>
              <a:rPr kumimoji="0" lang="en-US" sz="1600" b="1" i="0" u="none" strike="noStrike" cap="none" normalizeH="0" baseline="0">
                <a:ln>
                  <a:noFill/>
                </a:ln>
                <a:solidFill>
                  <a:schemeClr val="accent5"/>
                </a:solidFill>
                <a:effectLst/>
                <a:highlight>
                  <a:srgbClr val="000000"/>
                </a:highlight>
                <a:latin typeface="Calibri" panose="020F0502020204030204" pitchFamily="34" charset="0"/>
                <a:cs typeface="Calibri" panose="020F0502020204030204" pitchFamily="34" charset="0"/>
              </a:rPr>
              <a:t>Defense Plan</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Improve all user passwords for smart devices. </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Avoid buying devices with weak security. </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Update admin settings and passwords across all your devices. </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Be wary of any email attachments. </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Never click links in any message you receive.</a:t>
            </a:r>
          </a:p>
        </p:txBody>
      </p:sp>
      <p:sp>
        <p:nvSpPr>
          <p:cNvPr id="11" name="Rectangle: Rounded Corners 10">
            <a:extLst>
              <a:ext uri="{FF2B5EF4-FFF2-40B4-BE49-F238E27FC236}">
                <a16:creationId xmlns:a16="http://schemas.microsoft.com/office/drawing/2014/main" id="{F663FE8D-FB55-4C78-B06C-781DB1FC1B26}"/>
              </a:ext>
            </a:extLst>
          </p:cNvPr>
          <p:cNvSpPr/>
          <p:nvPr/>
        </p:nvSpPr>
        <p:spPr bwMode="auto">
          <a:xfrm>
            <a:off x="336214" y="4871184"/>
            <a:ext cx="8504539" cy="1294120"/>
          </a:xfrm>
          <a:prstGeom prst="roundRect">
            <a:avLst>
              <a:gd name="adj" fmla="val 6121"/>
            </a:avLst>
          </a:prstGeom>
          <a:solidFill>
            <a:schemeClr val="bg1">
              <a:lumMod val="95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R="0" algn="just" defTabSz="914400" rtl="0" eaLnBrk="1" fontAlgn="base" latinLnBrk="0" hangingPunct="1">
              <a:lnSpc>
                <a:spcPct val="100000"/>
              </a:lnSpc>
              <a:spcBef>
                <a:spcPct val="0"/>
              </a:spcBef>
              <a:spcAft>
                <a:spcPct val="0"/>
              </a:spcAft>
              <a:buClrTx/>
              <a:buSzTx/>
              <a:tabLst/>
            </a:pPr>
            <a:r>
              <a:rPr kumimoji="0" lang="en-US" sz="1600" b="1" i="0" u="none" strike="noStrike" cap="none" normalizeH="0" baseline="0">
                <a:ln>
                  <a:noFill/>
                </a:ln>
                <a:solidFill>
                  <a:schemeClr val="accent5"/>
                </a:solidFill>
                <a:effectLst/>
                <a:highlight>
                  <a:srgbClr val="000000"/>
                </a:highlight>
                <a:latin typeface="Calibri" panose="020F0502020204030204" pitchFamily="34" charset="0"/>
                <a:cs typeface="Calibri" panose="020F0502020204030204" pitchFamily="34" charset="0"/>
              </a:rPr>
              <a:t>Examples:</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Prep and Expose - hacker exploits a vulnerability to expose users to malware.</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Infect - user devices are infected with malware that can take control of their device.</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Activate - hackers mobilize infected devices to carry out attacks.</a:t>
            </a:r>
          </a:p>
        </p:txBody>
      </p:sp>
    </p:spTree>
    <p:extLst>
      <p:ext uri="{BB962C8B-B14F-4D97-AF65-F5344CB8AC3E}">
        <p14:creationId xmlns:p14="http://schemas.microsoft.com/office/powerpoint/2010/main" val="3382894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BE915DD-15CA-F02C-3D4F-E3662CD87817}"/>
              </a:ext>
            </a:extLst>
          </p:cNvPr>
          <p:cNvSpPr>
            <a:spLocks noGrp="1"/>
          </p:cNvSpPr>
          <p:nvPr>
            <p:ph idx="1"/>
          </p:nvPr>
        </p:nvSpPr>
        <p:spPr/>
        <p:txBody>
          <a:bodyPr/>
          <a:lstStyle/>
          <a:p>
            <a:endParaRPr lang="en-MY"/>
          </a:p>
        </p:txBody>
      </p:sp>
      <p:sp>
        <p:nvSpPr>
          <p:cNvPr id="2" name="Title 1"/>
          <p:cNvSpPr>
            <a:spLocks noGrp="1"/>
          </p:cNvSpPr>
          <p:nvPr>
            <p:ph type="title"/>
          </p:nvPr>
        </p:nvSpPr>
        <p:spPr>
          <a:xfrm>
            <a:off x="221514" y="274638"/>
            <a:ext cx="7843030" cy="1143000"/>
          </a:xfrm>
        </p:spPr>
        <p:txBody>
          <a:bodyPr/>
          <a:lstStyle/>
          <a:p>
            <a:r>
              <a:rPr lang="en-US"/>
              <a:t>Botnets Threat</a:t>
            </a:r>
            <a:endParaRPr lang="en-MY"/>
          </a:p>
        </p:txBody>
      </p:sp>
      <p:pic>
        <p:nvPicPr>
          <p:cNvPr id="5" name="Picture 4">
            <a:extLst>
              <a:ext uri="{FF2B5EF4-FFF2-40B4-BE49-F238E27FC236}">
                <a16:creationId xmlns:a16="http://schemas.microsoft.com/office/drawing/2014/main" id="{2DE884E4-AA9E-4891-9C83-F330604E6F69}"/>
              </a:ext>
            </a:extLst>
          </p:cNvPr>
          <p:cNvPicPr>
            <a:picLocks noChangeAspect="1"/>
          </p:cNvPicPr>
          <p:nvPr/>
        </p:nvPicPr>
        <p:blipFill>
          <a:blip r:embed="rId3"/>
          <a:stretch>
            <a:fillRect/>
          </a:stretch>
        </p:blipFill>
        <p:spPr>
          <a:xfrm>
            <a:off x="155911" y="253335"/>
            <a:ext cx="8784975" cy="3518415"/>
          </a:xfrm>
          <a:prstGeom prst="rect">
            <a:avLst/>
          </a:prstGeom>
          <a:ln>
            <a:solidFill>
              <a:schemeClr val="bg2">
                <a:lumMod val="50000"/>
              </a:schemeClr>
            </a:solidFill>
          </a:ln>
        </p:spPr>
      </p:pic>
      <p:pic>
        <p:nvPicPr>
          <p:cNvPr id="16" name="Picture 15">
            <a:extLst>
              <a:ext uri="{FF2B5EF4-FFF2-40B4-BE49-F238E27FC236}">
                <a16:creationId xmlns:a16="http://schemas.microsoft.com/office/drawing/2014/main" id="{71FC2A66-E2DD-4F7A-ADBB-94564CF2B6FA}"/>
              </a:ext>
            </a:extLst>
          </p:cNvPr>
          <p:cNvPicPr/>
          <p:nvPr/>
        </p:nvPicPr>
        <p:blipFill rotWithShape="1">
          <a:blip r:embed="rId4">
            <a:extLst>
              <a:ext uri="{28A0092B-C50C-407E-A947-70E740481C1C}">
                <a14:useLocalDpi xmlns:a14="http://schemas.microsoft.com/office/drawing/2010/main" val="0"/>
              </a:ext>
            </a:extLst>
          </a:blip>
          <a:srcRect t="2224"/>
          <a:stretch/>
        </p:blipFill>
        <p:spPr bwMode="auto">
          <a:xfrm>
            <a:off x="168526" y="3829494"/>
            <a:ext cx="8784974" cy="2485688"/>
          </a:xfrm>
          <a:prstGeom prst="rect">
            <a:avLst/>
          </a:prstGeom>
          <a:ln>
            <a:solidFill>
              <a:schemeClr val="bg2">
                <a:lumMod val="50000"/>
              </a:schemeClr>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21573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Phishing Threat</a:t>
            </a:r>
            <a:endParaRPr lang="en-MY"/>
          </a:p>
        </p:txBody>
      </p:sp>
      <p:sp>
        <p:nvSpPr>
          <p:cNvPr id="24" name="Rectangle: Rounded Corners 23">
            <a:extLst>
              <a:ext uri="{FF2B5EF4-FFF2-40B4-BE49-F238E27FC236}">
                <a16:creationId xmlns:a16="http://schemas.microsoft.com/office/drawing/2014/main" id="{936B8834-9939-47F1-BE43-951D019CACF0}"/>
              </a:ext>
            </a:extLst>
          </p:cNvPr>
          <p:cNvSpPr/>
          <p:nvPr/>
        </p:nvSpPr>
        <p:spPr bwMode="auto">
          <a:xfrm>
            <a:off x="363460" y="1241740"/>
            <a:ext cx="8385004" cy="898701"/>
          </a:xfrm>
          <a:prstGeom prst="roundRect">
            <a:avLst>
              <a:gd name="adj" fmla="val 7429"/>
            </a:avLst>
          </a:prstGeom>
          <a:solidFill>
            <a:schemeClr val="accent4"/>
          </a:solidFill>
          <a:ln w="127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Phishing is the </a:t>
            </a:r>
            <a:r>
              <a:rPr kumimoji="0" lang="en-US" sz="1600" b="0" i="0" u="none" strike="noStrike" cap="none" normalizeH="0" baseline="0">
                <a:ln>
                  <a:noFill/>
                </a:ln>
                <a:solidFill>
                  <a:schemeClr val="accent5"/>
                </a:solidFill>
                <a:effectLst/>
                <a:highlight>
                  <a:srgbClr val="000000"/>
                </a:highlight>
                <a:latin typeface="Calibri" panose="020F0502020204030204" pitchFamily="34" charset="0"/>
                <a:cs typeface="Calibri" panose="020F0502020204030204" pitchFamily="34" charset="0"/>
              </a:rPr>
              <a:t>attempt to obtain sensitive information </a:t>
            </a:r>
            <a:r>
              <a:rPr kumimoji="0" lang="en-US" sz="1600" b="0" i="0" u="none" strike="noStrike" cap="none" normalizeH="0" baseline="0">
                <a:ln>
                  <a:noFill/>
                </a:ln>
                <a:effectLst/>
                <a:latin typeface="Calibri" panose="020F0502020204030204" pitchFamily="34" charset="0"/>
                <a:cs typeface="Calibri" panose="020F0502020204030204" pitchFamily="34" charset="0"/>
              </a:rPr>
              <a:t>such as usernames, passwords, and credit card details (and money), often for malicious reasons, by </a:t>
            </a:r>
            <a:r>
              <a:rPr kumimoji="0" lang="en-US" sz="1600" b="0" i="0" u="none" strike="noStrike" cap="none" normalizeH="0" baseline="0">
                <a:ln>
                  <a:noFill/>
                </a:ln>
                <a:solidFill>
                  <a:schemeClr val="accent5"/>
                </a:solidFill>
                <a:effectLst/>
                <a:highlight>
                  <a:srgbClr val="000000"/>
                </a:highlight>
                <a:latin typeface="Calibri" panose="020F0502020204030204" pitchFamily="34" charset="0"/>
                <a:cs typeface="Calibri" panose="020F0502020204030204" pitchFamily="34" charset="0"/>
              </a:rPr>
              <a:t>disguising as a trustworthy entity </a:t>
            </a:r>
            <a:r>
              <a:rPr kumimoji="0" lang="en-US" sz="1600" b="0" i="0" u="none" strike="noStrike" cap="none" normalizeH="0" baseline="0">
                <a:ln>
                  <a:noFill/>
                </a:ln>
                <a:effectLst/>
                <a:latin typeface="Calibri" panose="020F0502020204030204" pitchFamily="34" charset="0"/>
                <a:cs typeface="Calibri" panose="020F0502020204030204" pitchFamily="34" charset="0"/>
              </a:rPr>
              <a:t>in an electronic communication. </a:t>
            </a:r>
          </a:p>
        </p:txBody>
      </p:sp>
      <p:sp>
        <p:nvSpPr>
          <p:cNvPr id="25" name="Rectangle: Rounded Corners 24">
            <a:extLst>
              <a:ext uri="{FF2B5EF4-FFF2-40B4-BE49-F238E27FC236}">
                <a16:creationId xmlns:a16="http://schemas.microsoft.com/office/drawing/2014/main" id="{426AF923-3117-433C-B4FE-64754A9EC711}"/>
              </a:ext>
            </a:extLst>
          </p:cNvPr>
          <p:cNvSpPr/>
          <p:nvPr/>
        </p:nvSpPr>
        <p:spPr bwMode="auto">
          <a:xfrm>
            <a:off x="363460" y="2249852"/>
            <a:ext cx="8385004" cy="2557684"/>
          </a:xfrm>
          <a:prstGeom prst="roundRect">
            <a:avLst>
              <a:gd name="adj" fmla="val 3588"/>
            </a:avLst>
          </a:prstGeom>
          <a:solidFill>
            <a:schemeClr val="accent4">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just"/>
            <a:r>
              <a:rPr lang="en-US" sz="1600" b="1" u="sng">
                <a:latin typeface="Calibri" panose="020F0502020204030204" pitchFamily="34" charset="0"/>
                <a:cs typeface="Calibri" panose="020F0502020204030204" pitchFamily="34" charset="0"/>
              </a:rPr>
              <a:t>Examples:</a:t>
            </a:r>
          </a:p>
          <a:p>
            <a:pPr marL="285750" indent="-285750" algn="just">
              <a:buFont typeface="Wingdings" panose="05000000000000000000" pitchFamily="2" charset="2"/>
              <a:buChar char="§"/>
            </a:pPr>
            <a:r>
              <a:rPr lang="en-US" sz="1600">
                <a:latin typeface="Calibri" panose="020F0502020204030204" pitchFamily="34" charset="0"/>
                <a:cs typeface="Calibri" panose="020F0502020204030204" pitchFamily="34" charset="0"/>
              </a:rPr>
              <a:t>You open your email and suddenly an alert from your bank appears in your inbox. </a:t>
            </a:r>
          </a:p>
          <a:p>
            <a:pPr marL="285750" indent="-285750" algn="just">
              <a:buFont typeface="Wingdings" panose="05000000000000000000" pitchFamily="2" charset="2"/>
              <a:buChar char="§"/>
            </a:pPr>
            <a:r>
              <a:rPr lang="en-US" sz="1600">
                <a:latin typeface="Calibri" panose="020F0502020204030204" pitchFamily="34" charset="0"/>
                <a:cs typeface="Calibri" panose="020F0502020204030204" pitchFamily="34" charset="0"/>
              </a:rPr>
              <a:t>When you click the link in the email, you are taken to a webpage that looks, more or less, like your bank's — but is actually designed to steal your information. </a:t>
            </a:r>
          </a:p>
          <a:p>
            <a:pPr marL="285750" indent="-285750" algn="just">
              <a:buFont typeface="Wingdings" panose="05000000000000000000" pitchFamily="2" charset="2"/>
              <a:buChar char="§"/>
            </a:pPr>
            <a:r>
              <a:rPr lang="en-US" sz="1600">
                <a:latin typeface="Calibri" panose="020F0502020204030204" pitchFamily="34" charset="0"/>
                <a:cs typeface="Calibri" panose="020F0502020204030204" pitchFamily="34" charset="0"/>
              </a:rPr>
              <a:t>The alert will say there is a problem with your account and ask you to confirm your login and password. </a:t>
            </a:r>
          </a:p>
          <a:p>
            <a:pPr marL="285750" indent="-285750" algn="just">
              <a:buFont typeface="Wingdings" panose="05000000000000000000" pitchFamily="2" charset="2"/>
              <a:buChar char="§"/>
            </a:pPr>
            <a:r>
              <a:rPr lang="en-US" sz="1600">
                <a:latin typeface="Calibri" panose="020F0502020204030204" pitchFamily="34" charset="0"/>
                <a:cs typeface="Calibri" panose="020F0502020204030204" pitchFamily="34" charset="0"/>
              </a:rPr>
              <a:t>After entering your credentials on the page that appears, you are usually sent to the actual institution to enter your information a second time.</a:t>
            </a:r>
          </a:p>
          <a:p>
            <a:pPr marL="285750" indent="-285750" algn="just">
              <a:buFont typeface="Wingdings" panose="05000000000000000000" pitchFamily="2" charset="2"/>
              <a:buChar char="§"/>
            </a:pPr>
            <a:r>
              <a:rPr lang="en-US" sz="1600">
                <a:latin typeface="Calibri" panose="020F0502020204030204" pitchFamily="34" charset="0"/>
                <a:cs typeface="Calibri" panose="020F0502020204030204" pitchFamily="34" charset="0"/>
              </a:rPr>
              <a:t> By steering you to the legitimate institution, you don't immediately realize your information was stolen.</a:t>
            </a:r>
          </a:p>
        </p:txBody>
      </p:sp>
      <p:sp>
        <p:nvSpPr>
          <p:cNvPr id="14" name="Rectangle: Rounded Corners 13">
            <a:extLst>
              <a:ext uri="{FF2B5EF4-FFF2-40B4-BE49-F238E27FC236}">
                <a16:creationId xmlns:a16="http://schemas.microsoft.com/office/drawing/2014/main" id="{DDCEF397-9E43-4AC5-9407-23FAFD91C416}"/>
              </a:ext>
            </a:extLst>
          </p:cNvPr>
          <p:cNvSpPr/>
          <p:nvPr/>
        </p:nvSpPr>
        <p:spPr bwMode="auto">
          <a:xfrm>
            <a:off x="363460" y="4916947"/>
            <a:ext cx="8385004" cy="1248357"/>
          </a:xfrm>
          <a:prstGeom prst="roundRect">
            <a:avLst>
              <a:gd name="adj" fmla="val 2332"/>
            </a:avLst>
          </a:prstGeom>
          <a:solidFill>
            <a:schemeClr val="accent4">
              <a:lumMod val="60000"/>
              <a:lumOff val="4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algn="just"/>
            <a:r>
              <a:rPr lang="en-US" sz="1600" b="1" u="sng">
                <a:latin typeface="Calibri" panose="020F0502020204030204" pitchFamily="34" charset="0"/>
                <a:cs typeface="Calibri" panose="020F0502020204030204" pitchFamily="34" charset="0"/>
              </a:rPr>
              <a:t>Defense Plan</a:t>
            </a:r>
          </a:p>
          <a:p>
            <a:pPr marL="285750" indent="-285750" algn="just">
              <a:buFont typeface="Wingdings" panose="05000000000000000000" pitchFamily="2" charset="2"/>
              <a:buChar char="§"/>
            </a:pPr>
            <a:r>
              <a:rPr lang="en-US" sz="1600">
                <a:latin typeface="Calibri" panose="020F0502020204030204" pitchFamily="34" charset="0"/>
                <a:cs typeface="Calibri" panose="020F0502020204030204" pitchFamily="34" charset="0"/>
              </a:rPr>
              <a:t>to install and use proper Internet security software on your computer. </a:t>
            </a:r>
          </a:p>
          <a:p>
            <a:pPr marL="285750" indent="-285750" algn="just">
              <a:buFont typeface="Wingdings" panose="05000000000000000000" pitchFamily="2" charset="2"/>
              <a:buChar char="§"/>
            </a:pPr>
            <a:r>
              <a:rPr lang="en-US" sz="1600">
                <a:latin typeface="Calibri" panose="020F0502020204030204" pitchFamily="34" charset="0"/>
                <a:cs typeface="Calibri" panose="020F0502020204030204" pitchFamily="34" charset="0"/>
              </a:rPr>
              <a:t>To install Anti-spam software to protect your email account from phishing and junk emails.</a:t>
            </a:r>
          </a:p>
          <a:p>
            <a:pPr marL="285750" indent="-285750" algn="just">
              <a:buFont typeface="Wingdings" panose="05000000000000000000" pitchFamily="2" charset="2"/>
              <a:buChar char="§"/>
            </a:pPr>
            <a:r>
              <a:rPr lang="en-US" sz="1600">
                <a:latin typeface="Calibri" panose="020F0502020204030204" pitchFamily="34" charset="0"/>
                <a:cs typeface="Calibri" panose="020F0502020204030204" pitchFamily="34" charset="0"/>
              </a:rPr>
              <a:t>To Anti-malware to prevent other types of threats.</a:t>
            </a:r>
          </a:p>
        </p:txBody>
      </p:sp>
      <p:pic>
        <p:nvPicPr>
          <p:cNvPr id="4100" name="Picture 4" descr="Examples of Phishing and Scam Emails | Information Security at UVA, U.Va.">
            <a:extLst>
              <a:ext uri="{FF2B5EF4-FFF2-40B4-BE49-F238E27FC236}">
                <a16:creationId xmlns:a16="http://schemas.microsoft.com/office/drawing/2014/main" id="{D13E30FF-FD3A-C667-817E-9EF2065045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474" y="1417638"/>
            <a:ext cx="7038975" cy="529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85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4" y="274638"/>
            <a:ext cx="7843030" cy="1143000"/>
          </a:xfrm>
        </p:spPr>
        <p:txBody>
          <a:bodyPr/>
          <a:lstStyle/>
          <a:p>
            <a:r>
              <a:rPr lang="en-US"/>
              <a:t>Password Cracking Threat</a:t>
            </a:r>
            <a:endParaRPr lang="en-MY"/>
          </a:p>
        </p:txBody>
      </p:sp>
      <p:sp>
        <p:nvSpPr>
          <p:cNvPr id="13" name="Rectangle: Rounded Corners 12">
            <a:extLst>
              <a:ext uri="{FF2B5EF4-FFF2-40B4-BE49-F238E27FC236}">
                <a16:creationId xmlns:a16="http://schemas.microsoft.com/office/drawing/2014/main" id="{F00F4587-F81D-4A06-AF50-D706F2034429}"/>
              </a:ext>
            </a:extLst>
          </p:cNvPr>
          <p:cNvSpPr/>
          <p:nvPr/>
        </p:nvSpPr>
        <p:spPr bwMode="auto">
          <a:xfrm>
            <a:off x="237939" y="1192425"/>
            <a:ext cx="8405530" cy="797175"/>
          </a:xfrm>
          <a:prstGeom prst="roundRect">
            <a:avLst/>
          </a:prstGeom>
          <a:solidFill>
            <a:schemeClr val="accent1">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bg1"/>
                </a:solidFill>
                <a:effectLst/>
                <a:latin typeface="Calibri" panose="020F0502020204030204" pitchFamily="34" charset="0"/>
                <a:cs typeface="Calibri" panose="020F0502020204030204" pitchFamily="34" charset="0"/>
              </a:rPr>
              <a:t>Password cracking is the process of recovering passwords from data that have been stored in or transmitted by a computer system.</a:t>
            </a:r>
          </a:p>
        </p:txBody>
      </p:sp>
      <p:sp>
        <p:nvSpPr>
          <p:cNvPr id="18" name="Rectangle: Rounded Corners 17">
            <a:extLst>
              <a:ext uri="{FF2B5EF4-FFF2-40B4-BE49-F238E27FC236}">
                <a16:creationId xmlns:a16="http://schemas.microsoft.com/office/drawing/2014/main" id="{1BE6777A-9ABC-46A5-A496-91EC802B5722}"/>
              </a:ext>
            </a:extLst>
          </p:cNvPr>
          <p:cNvSpPr/>
          <p:nvPr/>
        </p:nvSpPr>
        <p:spPr bwMode="auto">
          <a:xfrm>
            <a:off x="237938" y="2107721"/>
            <a:ext cx="8405529" cy="2176187"/>
          </a:xfrm>
          <a:prstGeom prst="roundRect">
            <a:avLst>
              <a:gd name="adj" fmla="val 2803"/>
            </a:avLst>
          </a:prstGeom>
          <a:solidFill>
            <a:schemeClr val="accent1"/>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R="0" algn="just" defTabSz="914400" rtl="0" eaLnBrk="1" fontAlgn="base" latinLnBrk="0" hangingPunct="1">
              <a:lnSpc>
                <a:spcPct val="100000"/>
              </a:lnSpc>
              <a:spcBef>
                <a:spcPct val="0"/>
              </a:spcBef>
              <a:spcAft>
                <a:spcPct val="0"/>
              </a:spcAft>
              <a:buClrTx/>
              <a:buSzTx/>
              <a:tabLst/>
            </a:pPr>
            <a:r>
              <a:rPr lang="en-US" sz="1600" b="1" i="0" u="sng">
                <a:solidFill>
                  <a:schemeClr val="bg1"/>
                </a:solidFill>
                <a:effectLst/>
                <a:latin typeface="Roboto" panose="02000000000000000000" pitchFamily="2" charset="0"/>
              </a:rPr>
              <a:t>Defense Plan</a:t>
            </a:r>
            <a:r>
              <a:rPr lang="en-US" sz="1600" b="1" i="0">
                <a:solidFill>
                  <a:schemeClr val="bg1"/>
                </a:solidFill>
                <a:effectLst/>
                <a:latin typeface="Roboto" panose="02000000000000000000" pitchFamily="2" charset="0"/>
              </a:rPr>
              <a:t> : </a:t>
            </a:r>
            <a:r>
              <a:rPr lang="en-US" sz="1600" b="0" i="0">
                <a:solidFill>
                  <a:schemeClr val="bg1"/>
                </a:solidFill>
                <a:effectLst/>
                <a:latin typeface="Roboto" panose="02000000000000000000" pitchFamily="2" charset="0"/>
              </a:rPr>
              <a:t>Strong Password/ Password Structure</a:t>
            </a:r>
          </a:p>
          <a:p>
            <a:pPr marR="0" algn="just" defTabSz="914400" rtl="0" eaLnBrk="1" fontAlgn="base" latinLnBrk="0" hangingPunct="1">
              <a:lnSpc>
                <a:spcPct val="100000"/>
              </a:lnSpc>
              <a:spcBef>
                <a:spcPct val="0"/>
              </a:spcBef>
              <a:spcAft>
                <a:spcPct val="0"/>
              </a:spcAft>
              <a:buClrTx/>
              <a:buSzTx/>
              <a:tabLst/>
            </a:pPr>
            <a:endParaRPr lang="en-US" sz="1600" b="0" i="0">
              <a:solidFill>
                <a:schemeClr val="bg1"/>
              </a:solidFill>
              <a:effectLst/>
              <a:latin typeface="Roboto" panose="02000000000000000000" pitchFamily="2" charset="0"/>
            </a:endParaRP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lang="en-US" sz="1600" b="0" i="0">
                <a:solidFill>
                  <a:schemeClr val="bg1"/>
                </a:solidFill>
                <a:effectLst/>
                <a:latin typeface="Roboto" panose="02000000000000000000" pitchFamily="2" charset="0"/>
              </a:rPr>
              <a:t>Length. </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lang="en-US" sz="1600" b="0" i="0">
                <a:solidFill>
                  <a:schemeClr val="bg1"/>
                </a:solidFill>
                <a:effectLst/>
                <a:latin typeface="Roboto" panose="02000000000000000000" pitchFamily="2" charset="0"/>
              </a:rPr>
              <a:t>Combine letters, numbers, and special characters. </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lang="en-US" sz="1600" b="0" i="0">
                <a:solidFill>
                  <a:schemeClr val="bg1"/>
                </a:solidFill>
                <a:effectLst/>
                <a:latin typeface="Roboto" panose="02000000000000000000" pitchFamily="2" charset="0"/>
              </a:rPr>
              <a:t>Do not re-use. Even if your password is strong in theory, re-using it will leave you vulnerable.</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lang="en-US" sz="1600" b="0" i="0">
                <a:solidFill>
                  <a:schemeClr val="bg1"/>
                </a:solidFill>
                <a:effectLst/>
                <a:latin typeface="Roboto" panose="02000000000000000000" pitchFamily="2" charset="0"/>
              </a:rPr>
              <a:t>Avoid easy-to-guess phrases. A word that’s in the dictionary, etc.</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lang="en-US" sz="1600" b="0" i="0">
                <a:solidFill>
                  <a:schemeClr val="bg1"/>
                </a:solidFill>
                <a:effectLst/>
                <a:latin typeface="Roboto" panose="02000000000000000000" pitchFamily="2" charset="0"/>
              </a:rPr>
              <a:t>Using MFA</a:t>
            </a:r>
          </a:p>
        </p:txBody>
      </p:sp>
      <p:sp>
        <p:nvSpPr>
          <p:cNvPr id="11" name="Rectangle: Rounded Corners 10">
            <a:extLst>
              <a:ext uri="{FF2B5EF4-FFF2-40B4-BE49-F238E27FC236}">
                <a16:creationId xmlns:a16="http://schemas.microsoft.com/office/drawing/2014/main" id="{4A5B362B-732C-4294-A6DA-BCCD0A24FED7}"/>
              </a:ext>
            </a:extLst>
          </p:cNvPr>
          <p:cNvSpPr/>
          <p:nvPr/>
        </p:nvSpPr>
        <p:spPr bwMode="auto">
          <a:xfrm>
            <a:off x="6660232" y="3894516"/>
            <a:ext cx="2336663" cy="2414804"/>
          </a:xfrm>
          <a:prstGeom prst="roundRect">
            <a:avLst>
              <a:gd name="adj" fmla="val 3941"/>
            </a:avLst>
          </a:prstGeom>
          <a:solidFill>
            <a:schemeClr val="accent1">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R="0" algn="just" defTabSz="914400" rtl="0" eaLnBrk="1" fontAlgn="base" latinLnBrk="0" hangingPunct="1">
              <a:lnSpc>
                <a:spcPct val="100000"/>
              </a:lnSpc>
              <a:spcBef>
                <a:spcPct val="0"/>
              </a:spcBef>
              <a:spcAft>
                <a:spcPct val="0"/>
              </a:spcAft>
              <a:buClrTx/>
              <a:buSzTx/>
              <a:tabLst/>
            </a:pPr>
            <a:r>
              <a:rPr kumimoji="0" lang="en-US" sz="1600" b="1" i="0" u="sng" strike="noStrike" cap="none" normalizeH="0" baseline="0">
                <a:ln>
                  <a:noFill/>
                </a:ln>
                <a:effectLst/>
                <a:latin typeface="Calibri" panose="020F0502020204030204" pitchFamily="34" charset="0"/>
                <a:cs typeface="Calibri" panose="020F0502020204030204" pitchFamily="34" charset="0"/>
              </a:rPr>
              <a:t>Examples:</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Phishing</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Malware</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Social engineering</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Brute force attack</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Dictionary attack</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Spidering</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Guessing</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600" b="0" i="0" u="none" strike="noStrike" cap="none" normalizeH="0" baseline="0">
                <a:ln>
                  <a:noFill/>
                </a:ln>
                <a:effectLst/>
                <a:latin typeface="Calibri" panose="020F0502020204030204" pitchFamily="34" charset="0"/>
                <a:cs typeface="Calibri" panose="020F0502020204030204" pitchFamily="34" charset="0"/>
              </a:rPr>
              <a:t>Rainbow table attack</a:t>
            </a:r>
          </a:p>
        </p:txBody>
      </p:sp>
      <p:pic>
        <p:nvPicPr>
          <p:cNvPr id="5122" name="Picture 2" descr="Project 18: Cracking Windows Passwords with Cain and Abel (10 Points)">
            <a:extLst>
              <a:ext uri="{FF2B5EF4-FFF2-40B4-BE49-F238E27FC236}">
                <a16:creationId xmlns:a16="http://schemas.microsoft.com/office/drawing/2014/main" id="{D2F5D8AF-4CD2-256E-E154-01FF3F3A2F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376"/>
          <a:stretch/>
        </p:blipFill>
        <p:spPr bwMode="auto">
          <a:xfrm>
            <a:off x="332368" y="2679683"/>
            <a:ext cx="6233435" cy="3235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910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t>Solutions</a:t>
            </a:r>
            <a:endParaRPr lang="en-MY" sz="3200" b="1"/>
          </a:p>
        </p:txBody>
      </p:sp>
      <p:sp>
        <p:nvSpPr>
          <p:cNvPr id="3" name="Content Placeholder 2"/>
          <p:cNvSpPr>
            <a:spLocks noGrp="1"/>
          </p:cNvSpPr>
          <p:nvPr>
            <p:ph idx="1"/>
          </p:nvPr>
        </p:nvSpPr>
        <p:spPr/>
        <p:txBody>
          <a:bodyPr/>
          <a:lstStyle/>
          <a:p>
            <a:r>
              <a:rPr lang="en-US" sz="3000"/>
              <a:t>White hat hackers (penetration testing)</a:t>
            </a:r>
          </a:p>
          <a:p>
            <a:r>
              <a:rPr lang="en-US" sz="2800"/>
              <a:t>Code of Ethics </a:t>
            </a:r>
          </a:p>
          <a:p>
            <a:r>
              <a:rPr lang="en-US" sz="2800"/>
              <a:t>Scanning &amp; Vulnerability analysis</a:t>
            </a:r>
          </a:p>
          <a:p>
            <a:r>
              <a:rPr lang="en-US" sz="2800"/>
              <a:t>System update/patch</a:t>
            </a:r>
          </a:p>
          <a:p>
            <a:pPr lvl="2"/>
            <a:endParaRPr lang="en-MY" sz="2000"/>
          </a:p>
        </p:txBody>
      </p:sp>
      <p:sp>
        <p:nvSpPr>
          <p:cNvPr id="4" name="Footer Placeholder 3"/>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800" kern="1200">
                <a:solidFill>
                  <a:schemeClr val="tx1"/>
                </a:solidFill>
                <a:latin typeface="Calibri" pitchFamily="34" charset="0"/>
                <a:ea typeface="+mn-ea"/>
                <a:cs typeface="Calibri"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MY"/>
          </a:p>
        </p:txBody>
      </p:sp>
    </p:spTree>
    <p:extLst>
      <p:ext uri="{BB962C8B-B14F-4D97-AF65-F5344CB8AC3E}">
        <p14:creationId xmlns:p14="http://schemas.microsoft.com/office/powerpoint/2010/main" val="1373860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t>Revision: Security Fundamentals</a:t>
            </a:r>
            <a:endParaRPr lang="en-MY" sz="3200" b="1"/>
          </a:p>
        </p:txBody>
      </p:sp>
      <p:sp>
        <p:nvSpPr>
          <p:cNvPr id="4" name="Isosceles Triangle 3"/>
          <p:cNvSpPr/>
          <p:nvPr/>
        </p:nvSpPr>
        <p:spPr bwMode="auto">
          <a:xfrm>
            <a:off x="2569006" y="3211201"/>
            <a:ext cx="3456384" cy="2979641"/>
          </a:xfrm>
          <a:prstGeom prst="triangl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Arial" charset="0"/>
            </a:endParaRPr>
          </a:p>
        </p:txBody>
      </p:sp>
      <p:sp>
        <p:nvSpPr>
          <p:cNvPr id="5" name="TextBox 4"/>
          <p:cNvSpPr txBox="1"/>
          <p:nvPr/>
        </p:nvSpPr>
        <p:spPr>
          <a:xfrm>
            <a:off x="3807320" y="4769667"/>
            <a:ext cx="979755" cy="646331"/>
          </a:xfrm>
          <a:prstGeom prst="rect">
            <a:avLst/>
          </a:prstGeom>
          <a:noFill/>
        </p:spPr>
        <p:txBody>
          <a:bodyPr wrap="none" rtlCol="0">
            <a:spAutoFit/>
          </a:bodyPr>
          <a:lstStyle/>
          <a:p>
            <a:r>
              <a:rPr lang="en-US" sz="3600" b="1"/>
              <a:t>CIA</a:t>
            </a:r>
            <a:endParaRPr lang="en-MY" sz="3600" b="1"/>
          </a:p>
        </p:txBody>
      </p:sp>
      <p:sp>
        <p:nvSpPr>
          <p:cNvPr id="6" name="TextBox 5"/>
          <p:cNvSpPr txBox="1"/>
          <p:nvPr/>
        </p:nvSpPr>
        <p:spPr>
          <a:xfrm>
            <a:off x="2957088" y="2172359"/>
            <a:ext cx="2824734" cy="1446550"/>
          </a:xfrm>
          <a:prstGeom prst="rect">
            <a:avLst/>
          </a:prstGeom>
          <a:noFill/>
        </p:spPr>
        <p:txBody>
          <a:bodyPr wrap="square" rtlCol="0">
            <a:spAutoFit/>
          </a:bodyPr>
          <a:lstStyle/>
          <a:p>
            <a:pPr algn="ctr"/>
            <a:r>
              <a:rPr lang="en-US" sz="2800" b="1"/>
              <a:t>Confidentiality</a:t>
            </a:r>
          </a:p>
          <a:p>
            <a:pPr algn="ctr"/>
            <a:r>
              <a:rPr lang="en-US" sz="2000"/>
              <a:t>- Only authorized personnel can access sensitive data</a:t>
            </a:r>
            <a:endParaRPr lang="en-MY" sz="2000"/>
          </a:p>
        </p:txBody>
      </p:sp>
      <p:sp>
        <p:nvSpPr>
          <p:cNvPr id="7" name="TextBox 6"/>
          <p:cNvSpPr txBox="1"/>
          <p:nvPr/>
        </p:nvSpPr>
        <p:spPr>
          <a:xfrm>
            <a:off x="242150" y="4529456"/>
            <a:ext cx="2434525" cy="1877437"/>
          </a:xfrm>
          <a:prstGeom prst="rect">
            <a:avLst/>
          </a:prstGeom>
          <a:noFill/>
        </p:spPr>
        <p:txBody>
          <a:bodyPr wrap="square" rtlCol="0">
            <a:spAutoFit/>
          </a:bodyPr>
          <a:lstStyle/>
          <a:p>
            <a:pPr algn="ctr"/>
            <a:r>
              <a:rPr lang="en-US" sz="2800" b="1"/>
              <a:t>Integrity</a:t>
            </a:r>
          </a:p>
          <a:p>
            <a:pPr algn="ctr"/>
            <a:r>
              <a:rPr lang="en-US" sz="2800"/>
              <a:t>- </a:t>
            </a:r>
            <a:r>
              <a:rPr lang="en-US" sz="2000"/>
              <a:t>Only authorized personnel can change sensitive data</a:t>
            </a:r>
            <a:endParaRPr lang="en-MY" sz="2000"/>
          </a:p>
        </p:txBody>
      </p:sp>
      <p:sp>
        <p:nvSpPr>
          <p:cNvPr id="8" name="TextBox 7"/>
          <p:cNvSpPr txBox="1"/>
          <p:nvPr/>
        </p:nvSpPr>
        <p:spPr>
          <a:xfrm>
            <a:off x="5894374" y="4616136"/>
            <a:ext cx="2769348" cy="1446550"/>
          </a:xfrm>
          <a:prstGeom prst="rect">
            <a:avLst/>
          </a:prstGeom>
          <a:noFill/>
        </p:spPr>
        <p:txBody>
          <a:bodyPr wrap="square" rtlCol="0">
            <a:spAutoFit/>
          </a:bodyPr>
          <a:lstStyle/>
          <a:p>
            <a:pPr algn="ctr"/>
            <a:r>
              <a:rPr lang="en-US" sz="2800" b="1"/>
              <a:t>Availability </a:t>
            </a:r>
          </a:p>
          <a:p>
            <a:pPr algn="ctr"/>
            <a:r>
              <a:rPr lang="en-US" sz="2000"/>
              <a:t>- Only authorized personnel can access to data</a:t>
            </a:r>
            <a:endParaRPr lang="en-MY" sz="2000"/>
          </a:p>
        </p:txBody>
      </p:sp>
      <p:sp>
        <p:nvSpPr>
          <p:cNvPr id="9" name="TextBox 8"/>
          <p:cNvSpPr txBox="1"/>
          <p:nvPr/>
        </p:nvSpPr>
        <p:spPr>
          <a:xfrm>
            <a:off x="2957088" y="1682685"/>
            <a:ext cx="3075993" cy="584775"/>
          </a:xfrm>
          <a:prstGeom prst="rect">
            <a:avLst/>
          </a:prstGeom>
          <a:noFill/>
        </p:spPr>
        <p:txBody>
          <a:bodyPr wrap="square" rtlCol="0">
            <a:spAutoFit/>
          </a:bodyPr>
          <a:lstStyle/>
          <a:p>
            <a:pPr algn="ctr"/>
            <a:r>
              <a:rPr lang="en-US" sz="1600">
                <a:solidFill>
                  <a:schemeClr val="accent5"/>
                </a:solidFill>
                <a:highlight>
                  <a:srgbClr val="000000"/>
                </a:highlight>
              </a:rPr>
              <a:t>Password, Firewall, Encryption</a:t>
            </a:r>
          </a:p>
          <a:p>
            <a:pPr algn="ctr"/>
            <a:r>
              <a:rPr lang="en-US" sz="1600">
                <a:solidFill>
                  <a:schemeClr val="accent5"/>
                </a:solidFill>
                <a:highlight>
                  <a:srgbClr val="000000"/>
                </a:highlight>
              </a:rPr>
              <a:t>Guards Fences</a:t>
            </a:r>
            <a:endParaRPr lang="en-MY" sz="1600">
              <a:solidFill>
                <a:schemeClr val="accent5"/>
              </a:solidFill>
              <a:highlight>
                <a:srgbClr val="000000"/>
              </a:highlight>
            </a:endParaRPr>
          </a:p>
        </p:txBody>
      </p:sp>
      <p:sp>
        <p:nvSpPr>
          <p:cNvPr id="10" name="TextBox 9"/>
          <p:cNvSpPr txBox="1"/>
          <p:nvPr/>
        </p:nvSpPr>
        <p:spPr>
          <a:xfrm>
            <a:off x="6254654" y="4116247"/>
            <a:ext cx="1917513" cy="584775"/>
          </a:xfrm>
          <a:prstGeom prst="rect">
            <a:avLst/>
          </a:prstGeom>
          <a:noFill/>
        </p:spPr>
        <p:txBody>
          <a:bodyPr wrap="none" rtlCol="0">
            <a:spAutoFit/>
          </a:bodyPr>
          <a:lstStyle/>
          <a:p>
            <a:pPr algn="ctr"/>
            <a:r>
              <a:rPr lang="en-US" sz="1600">
                <a:solidFill>
                  <a:schemeClr val="accent5"/>
                </a:solidFill>
                <a:highlight>
                  <a:srgbClr val="000000"/>
                </a:highlight>
              </a:rPr>
              <a:t>Back up servers</a:t>
            </a:r>
          </a:p>
          <a:p>
            <a:pPr algn="ctr"/>
            <a:r>
              <a:rPr lang="en-US" sz="1600">
                <a:solidFill>
                  <a:schemeClr val="accent5"/>
                </a:solidFill>
                <a:highlight>
                  <a:srgbClr val="000000"/>
                </a:highlight>
              </a:rPr>
              <a:t>Response systems</a:t>
            </a:r>
            <a:endParaRPr lang="en-MY" sz="1600">
              <a:solidFill>
                <a:schemeClr val="accent5"/>
              </a:solidFill>
              <a:highlight>
                <a:srgbClr val="000000"/>
              </a:highlight>
            </a:endParaRPr>
          </a:p>
        </p:txBody>
      </p:sp>
      <p:sp>
        <p:nvSpPr>
          <p:cNvPr id="11" name="TextBox 10"/>
          <p:cNvSpPr txBox="1"/>
          <p:nvPr/>
        </p:nvSpPr>
        <p:spPr>
          <a:xfrm>
            <a:off x="731239" y="3839248"/>
            <a:ext cx="1518364" cy="861774"/>
          </a:xfrm>
          <a:prstGeom prst="rect">
            <a:avLst/>
          </a:prstGeom>
          <a:noFill/>
        </p:spPr>
        <p:txBody>
          <a:bodyPr wrap="none" rtlCol="0">
            <a:spAutoFit/>
          </a:bodyPr>
          <a:lstStyle/>
          <a:p>
            <a:pPr algn="ctr"/>
            <a:r>
              <a:rPr lang="en-US" sz="1600">
                <a:solidFill>
                  <a:schemeClr val="accent5"/>
                </a:solidFill>
                <a:highlight>
                  <a:srgbClr val="000000"/>
                </a:highlight>
              </a:rPr>
              <a:t>Access control</a:t>
            </a:r>
          </a:p>
          <a:p>
            <a:pPr algn="ctr"/>
            <a:r>
              <a:rPr lang="en-US" sz="1600">
                <a:solidFill>
                  <a:schemeClr val="accent5"/>
                </a:solidFill>
                <a:highlight>
                  <a:srgbClr val="000000"/>
                </a:highlight>
              </a:rPr>
              <a:t>File Protection</a:t>
            </a:r>
          </a:p>
          <a:p>
            <a:pPr algn="ctr"/>
            <a:r>
              <a:rPr lang="en-US" sz="1600">
                <a:solidFill>
                  <a:schemeClr val="accent5"/>
                </a:solidFill>
                <a:highlight>
                  <a:srgbClr val="000000"/>
                </a:highlight>
              </a:rPr>
              <a:t>Checksum</a:t>
            </a:r>
            <a:endParaRPr lang="en-MY" sz="1600">
              <a:solidFill>
                <a:schemeClr val="accent5"/>
              </a:solidFill>
              <a:highlight>
                <a:srgbClr val="000000"/>
              </a:highlight>
            </a:endParaRPr>
          </a:p>
        </p:txBody>
      </p:sp>
      <p:sp>
        <p:nvSpPr>
          <p:cNvPr id="3" name="Footer Placeholder 2"/>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800" kern="1200">
                <a:solidFill>
                  <a:schemeClr val="tx1"/>
                </a:solidFill>
                <a:latin typeface="Calibri" pitchFamily="34" charset="0"/>
                <a:ea typeface="+mn-ea"/>
                <a:cs typeface="Calibri"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MY"/>
          </a:p>
        </p:txBody>
      </p:sp>
    </p:spTree>
    <p:extLst>
      <p:ext uri="{BB962C8B-B14F-4D97-AF65-F5344CB8AC3E}">
        <p14:creationId xmlns:p14="http://schemas.microsoft.com/office/powerpoint/2010/main" val="35538465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pPr marL="0" indent="0">
              <a:buNone/>
            </a:pPr>
            <a:r>
              <a:rPr lang="en-US"/>
              <a:t>Types of Scans:</a:t>
            </a:r>
          </a:p>
          <a:p>
            <a:r>
              <a:rPr lang="en-US" b="1"/>
              <a:t>Network</a:t>
            </a:r>
            <a:r>
              <a:rPr lang="en-US"/>
              <a:t> e.g. Zenmap/</a:t>
            </a:r>
            <a:r>
              <a:rPr lang="en-US" err="1"/>
              <a:t>nmap</a:t>
            </a:r>
            <a:r>
              <a:rPr lang="en-US"/>
              <a:t>, </a:t>
            </a:r>
            <a:r>
              <a:rPr lang="en-US" err="1"/>
              <a:t>Nesuss</a:t>
            </a:r>
            <a:r>
              <a:rPr lang="en-US"/>
              <a:t>, OpenVAS and etc.</a:t>
            </a:r>
          </a:p>
          <a:p>
            <a:r>
              <a:rPr lang="en-US" b="1"/>
              <a:t>Port</a:t>
            </a:r>
            <a:r>
              <a:rPr lang="en-US"/>
              <a:t> e.g. Zenmap/</a:t>
            </a:r>
            <a:r>
              <a:rPr lang="en-US" err="1"/>
              <a:t>nmap</a:t>
            </a:r>
            <a:r>
              <a:rPr lang="en-US"/>
              <a:t>, </a:t>
            </a:r>
            <a:r>
              <a:rPr lang="en-US" err="1"/>
              <a:t>Nesuss</a:t>
            </a:r>
            <a:r>
              <a:rPr lang="en-US"/>
              <a:t>, OpenVAS</a:t>
            </a:r>
          </a:p>
          <a:p>
            <a:r>
              <a:rPr lang="en-US" b="1"/>
              <a:t>OS</a:t>
            </a:r>
            <a:r>
              <a:rPr lang="en-US"/>
              <a:t> e.g. </a:t>
            </a:r>
            <a:r>
              <a:rPr lang="en-US" err="1"/>
              <a:t>Nexpose</a:t>
            </a:r>
            <a:r>
              <a:rPr lang="en-US"/>
              <a:t> Community Edition</a:t>
            </a:r>
          </a:p>
          <a:p>
            <a:r>
              <a:rPr lang="en-US" b="1"/>
              <a:t>Ping Sweep </a:t>
            </a:r>
            <a:r>
              <a:rPr lang="en-US"/>
              <a:t>e.g. </a:t>
            </a:r>
            <a:r>
              <a:rPr lang="en-US" err="1"/>
              <a:t>fping</a:t>
            </a:r>
            <a:endParaRPr lang="en-US"/>
          </a:p>
          <a:p>
            <a:pPr lvl="1"/>
            <a:r>
              <a:rPr lang="en-US"/>
              <a:t>The ping sweep is a method that can establish a range of IP addresses which map to live hosts.</a:t>
            </a:r>
          </a:p>
          <a:p>
            <a:r>
              <a:rPr lang="en-US" b="1"/>
              <a:t>Application</a:t>
            </a:r>
            <a:r>
              <a:rPr lang="en-US"/>
              <a:t> e.g. </a:t>
            </a:r>
            <a:r>
              <a:rPr lang="en-US" err="1"/>
              <a:t>QualysGuard</a:t>
            </a:r>
            <a:endParaRPr lang="en-US"/>
          </a:p>
          <a:p>
            <a:pPr lvl="1"/>
            <a:r>
              <a:rPr lang="en-US"/>
              <a:t>Identify potential security vulnerabilities in the web application and architectural weaknesses. e.g. Cross Site Scripting (XSS) attacks are a type of injection, n which malicious scripts are injected into benign and trusted web site.</a:t>
            </a:r>
          </a:p>
          <a:p>
            <a:pPr lvl="1"/>
            <a:endParaRPr lang="en-MY"/>
          </a:p>
        </p:txBody>
      </p:sp>
      <p:sp>
        <p:nvSpPr>
          <p:cNvPr id="2" name="Title 1"/>
          <p:cNvSpPr>
            <a:spLocks noGrp="1"/>
          </p:cNvSpPr>
          <p:nvPr>
            <p:ph type="title"/>
          </p:nvPr>
        </p:nvSpPr>
        <p:spPr>
          <a:xfrm>
            <a:off x="221514" y="274638"/>
            <a:ext cx="7843030" cy="1143000"/>
          </a:xfrm>
        </p:spPr>
        <p:txBody>
          <a:bodyPr/>
          <a:lstStyle/>
          <a:p>
            <a:r>
              <a:rPr lang="en-US"/>
              <a:t>Solution: Scanning </a:t>
            </a:r>
            <a:endParaRPr lang="en-MY"/>
          </a:p>
        </p:txBody>
      </p:sp>
    </p:spTree>
    <p:extLst>
      <p:ext uri="{BB962C8B-B14F-4D97-AF65-F5344CB8AC3E}">
        <p14:creationId xmlns:p14="http://schemas.microsoft.com/office/powerpoint/2010/main" val="30982683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a:t>Tools: </a:t>
            </a:r>
            <a:r>
              <a:rPr lang="en-MY">
                <a:solidFill>
                  <a:schemeClr val="tx2"/>
                </a:solidFill>
                <a:hlinkClick r:id="rId3">
                  <a:extLst>
                    <a:ext uri="{A12FA001-AC4F-418D-AE19-62706E023703}">
                      <ahyp:hlinkClr xmlns:ahyp="http://schemas.microsoft.com/office/drawing/2018/hyperlinkcolor" val="tx"/>
                    </a:ext>
                  </a:extLst>
                </a:hlinkClick>
              </a:rPr>
              <a:t>OpenVAS</a:t>
            </a:r>
            <a:r>
              <a:rPr lang="en-US">
                <a:solidFill>
                  <a:schemeClr val="tx2"/>
                </a:solidFill>
              </a:rPr>
              <a:t>, </a:t>
            </a:r>
            <a:r>
              <a:rPr lang="en-US">
                <a:solidFill>
                  <a:schemeClr val="tx2"/>
                </a:solidFill>
                <a:hlinkClick r:id="rId4">
                  <a:extLst>
                    <a:ext uri="{A12FA001-AC4F-418D-AE19-62706E023703}">
                      <ahyp:hlinkClr xmlns:ahyp="http://schemas.microsoft.com/office/drawing/2018/hyperlinkcolor" val="tx"/>
                    </a:ext>
                  </a:extLst>
                </a:hlinkClick>
              </a:rPr>
              <a:t>Nessus</a:t>
            </a:r>
            <a:endParaRPr lang="en-US">
              <a:solidFill>
                <a:schemeClr val="tx2"/>
              </a:solidFill>
            </a:endParaRPr>
          </a:p>
          <a:p>
            <a:endParaRPr lang="en-MY"/>
          </a:p>
        </p:txBody>
      </p:sp>
      <p:sp>
        <p:nvSpPr>
          <p:cNvPr id="2" name="Title 1"/>
          <p:cNvSpPr>
            <a:spLocks noGrp="1"/>
          </p:cNvSpPr>
          <p:nvPr>
            <p:ph type="title"/>
          </p:nvPr>
        </p:nvSpPr>
        <p:spPr>
          <a:xfrm>
            <a:off x="221514" y="274638"/>
            <a:ext cx="7843030" cy="1143000"/>
          </a:xfrm>
        </p:spPr>
        <p:txBody>
          <a:bodyPr/>
          <a:lstStyle/>
          <a:p>
            <a:r>
              <a:rPr lang="en-US"/>
              <a:t>Solution: Vulnerability Analysis</a:t>
            </a:r>
            <a:endParaRPr lang="en-MY"/>
          </a:p>
        </p:txBody>
      </p:sp>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59950" y="2296332"/>
            <a:ext cx="4139952" cy="2716844"/>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02163" y="3431862"/>
            <a:ext cx="4967536" cy="3189959"/>
          </a:xfrm>
          <a:prstGeom prst="rect">
            <a:avLst/>
          </a:prstGeom>
        </p:spPr>
      </p:pic>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0585" y="2564904"/>
            <a:ext cx="5137289" cy="3154056"/>
          </a:xfrm>
          <a:prstGeom prst="rect">
            <a:avLst/>
          </a:prstGeom>
        </p:spPr>
      </p:pic>
      <p:pic>
        <p:nvPicPr>
          <p:cNvPr id="6" name="Picture 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3338" y="3343820"/>
            <a:ext cx="3960440" cy="3134201"/>
          </a:xfrm>
          <a:prstGeom prst="rect">
            <a:avLst/>
          </a:prstGeom>
        </p:spPr>
      </p:pic>
    </p:spTree>
    <p:extLst>
      <p:ext uri="{BB962C8B-B14F-4D97-AF65-F5344CB8AC3E}">
        <p14:creationId xmlns:p14="http://schemas.microsoft.com/office/powerpoint/2010/main" val="28440292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a:hlinkClick r:id="rId3">
                  <a:extLst>
                    <a:ext uri="{A12FA001-AC4F-418D-AE19-62706E023703}">
                      <ahyp:hlinkClr xmlns:ahyp="http://schemas.microsoft.com/office/drawing/2018/hyperlinkcolor" val="tx"/>
                    </a:ext>
                  </a:extLst>
                </a:hlinkClick>
              </a:rPr>
              <a:t>Common Vulnerability &amp; Exposures (CVE)</a:t>
            </a:r>
            <a:endParaRPr lang="en-US"/>
          </a:p>
          <a:p>
            <a:r>
              <a:rPr lang="en-US"/>
              <a:t>Sample: </a:t>
            </a:r>
            <a:r>
              <a:rPr lang="en-US">
                <a:hlinkClick r:id="rId4">
                  <a:extLst>
                    <a:ext uri="{A12FA001-AC4F-418D-AE19-62706E023703}">
                      <ahyp:hlinkClr xmlns:ahyp="http://schemas.microsoft.com/office/drawing/2018/hyperlinkcolor" val="tx"/>
                    </a:ext>
                  </a:extLst>
                </a:hlinkClick>
              </a:rPr>
              <a:t>CVE-2008-4250</a:t>
            </a:r>
            <a:endParaRPr lang="en-MY"/>
          </a:p>
        </p:txBody>
      </p:sp>
      <p:sp>
        <p:nvSpPr>
          <p:cNvPr id="2" name="Title 1"/>
          <p:cNvSpPr>
            <a:spLocks noGrp="1"/>
          </p:cNvSpPr>
          <p:nvPr>
            <p:ph type="title"/>
          </p:nvPr>
        </p:nvSpPr>
        <p:spPr>
          <a:xfrm>
            <a:off x="221514" y="274638"/>
            <a:ext cx="7843030" cy="1143000"/>
          </a:xfrm>
        </p:spPr>
        <p:txBody>
          <a:bodyPr/>
          <a:lstStyle/>
          <a:p>
            <a:r>
              <a:rPr lang="en-US"/>
              <a:t>Solution: Vulnerability Analysis</a:t>
            </a:r>
            <a:endParaRPr lang="en-MY"/>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580" y="2557886"/>
            <a:ext cx="7272964" cy="3876833"/>
          </a:xfrm>
          <a:prstGeom prst="rect">
            <a:avLst/>
          </a:prstGeom>
        </p:spPr>
      </p:pic>
    </p:spTree>
    <p:extLst>
      <p:ext uri="{BB962C8B-B14F-4D97-AF65-F5344CB8AC3E}">
        <p14:creationId xmlns:p14="http://schemas.microsoft.com/office/powerpoint/2010/main" val="151280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a:t>IDS, IPS, rules E.g. </a:t>
            </a:r>
            <a:r>
              <a:rPr lang="en-US">
                <a:hlinkClick r:id="rId3">
                  <a:extLst>
                    <a:ext uri="{A12FA001-AC4F-418D-AE19-62706E023703}">
                      <ahyp:hlinkClr xmlns:ahyp="http://schemas.microsoft.com/office/drawing/2018/hyperlinkcolor" val="tx"/>
                    </a:ext>
                  </a:extLst>
                </a:hlinkClick>
              </a:rPr>
              <a:t>Snort</a:t>
            </a:r>
            <a:endParaRPr lang="en-US"/>
          </a:p>
          <a:p>
            <a:endParaRPr lang="en-US"/>
          </a:p>
          <a:p>
            <a:endParaRPr lang="en-MY"/>
          </a:p>
        </p:txBody>
      </p:sp>
      <p:sp>
        <p:nvSpPr>
          <p:cNvPr id="2" name="Title 1"/>
          <p:cNvSpPr>
            <a:spLocks noGrp="1"/>
          </p:cNvSpPr>
          <p:nvPr>
            <p:ph type="title"/>
          </p:nvPr>
        </p:nvSpPr>
        <p:spPr>
          <a:xfrm>
            <a:off x="221514" y="274638"/>
            <a:ext cx="7843030" cy="1143000"/>
          </a:xfrm>
        </p:spPr>
        <p:txBody>
          <a:bodyPr/>
          <a:lstStyle/>
          <a:p>
            <a:r>
              <a:rPr lang="en-US"/>
              <a:t>Solution: Intruders Detection System</a:t>
            </a:r>
            <a:endParaRPr lang="en-MY"/>
          </a:p>
        </p:txBody>
      </p:sp>
      <p:sp>
        <p:nvSpPr>
          <p:cNvPr id="5" name="Footer Placeholder 4"/>
          <p:cNvSpPr>
            <a:spLocks noGrp="1"/>
          </p:cNvSpPr>
          <p:nvPr>
            <p:ph type="ftr" sz="quarter" idx="4294967295"/>
          </p:nvPr>
        </p:nvSpPr>
        <p:spPr>
          <a:xfrm>
            <a:off x="6248400" y="6623050"/>
            <a:ext cx="2895600" cy="234950"/>
          </a:xfrm>
          <a:prstGeom prst="rect">
            <a:avLst/>
          </a:prstGeom>
        </p:spPr>
        <p:txBody>
          <a:bodyPr/>
          <a:lstStyle/>
          <a:p>
            <a:r>
              <a:rPr lang="en-MY"/>
              <a:t>Slide 31 of 38</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608" y="2348878"/>
            <a:ext cx="3854581" cy="3985245"/>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67944" y="2348878"/>
            <a:ext cx="4303192" cy="4345798"/>
          </a:xfrm>
          <a:prstGeom prst="rect">
            <a:avLst/>
          </a:prstGeom>
        </p:spPr>
      </p:pic>
    </p:spTree>
    <p:extLst>
      <p:ext uri="{BB962C8B-B14F-4D97-AF65-F5344CB8AC3E}">
        <p14:creationId xmlns:p14="http://schemas.microsoft.com/office/powerpoint/2010/main" val="2400885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a:t>Summary</a:t>
            </a:r>
            <a:endParaRPr lang="en-MY" b="1" u="sng"/>
          </a:p>
        </p:txBody>
      </p:sp>
      <p:sp>
        <p:nvSpPr>
          <p:cNvPr id="3" name="Content Placeholder 2"/>
          <p:cNvSpPr>
            <a:spLocks noGrp="1"/>
          </p:cNvSpPr>
          <p:nvPr>
            <p:ph idx="1"/>
          </p:nvPr>
        </p:nvSpPr>
        <p:spPr/>
        <p:txBody>
          <a:bodyPr/>
          <a:lstStyle/>
          <a:p>
            <a:pPr algn="just"/>
            <a:r>
              <a:rPr lang="en-US"/>
              <a:t>Different types of Hackers – black, white &amp;grey</a:t>
            </a:r>
          </a:p>
          <a:p>
            <a:pPr algn="just"/>
            <a:r>
              <a:rPr lang="en-US"/>
              <a:t>Threat actors and its attributes</a:t>
            </a:r>
          </a:p>
          <a:p>
            <a:pPr algn="just"/>
            <a:r>
              <a:rPr lang="en-US"/>
              <a:t>Different types of threats and their operation</a:t>
            </a:r>
          </a:p>
          <a:p>
            <a:pPr lvl="1" algn="just"/>
            <a:r>
              <a:rPr lang="en-US"/>
              <a:t>method to prevent</a:t>
            </a:r>
          </a:p>
          <a:p>
            <a:pPr algn="just"/>
            <a:r>
              <a:rPr lang="en-US"/>
              <a:t>Intruders use different ways to obtain information</a:t>
            </a:r>
          </a:p>
          <a:p>
            <a:pPr algn="just"/>
            <a:r>
              <a:rPr lang="en-US"/>
              <a:t>Vulnerability scanning and analysis</a:t>
            </a:r>
          </a:p>
          <a:p>
            <a:pPr marL="0" indent="0">
              <a:buNone/>
            </a:pPr>
            <a:endParaRPr lang="en-MY"/>
          </a:p>
        </p:txBody>
      </p:sp>
      <p:sp>
        <p:nvSpPr>
          <p:cNvPr id="4" name="Footer Placeholder 3"/>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800" kern="1200">
                <a:solidFill>
                  <a:schemeClr val="tx1"/>
                </a:solidFill>
                <a:latin typeface="Calibri" pitchFamily="34" charset="0"/>
                <a:ea typeface="+mn-ea"/>
                <a:cs typeface="Calibri"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MY"/>
          </a:p>
        </p:txBody>
      </p:sp>
    </p:spTree>
    <p:extLst>
      <p:ext uri="{BB962C8B-B14F-4D97-AF65-F5344CB8AC3E}">
        <p14:creationId xmlns:p14="http://schemas.microsoft.com/office/powerpoint/2010/main" val="3211869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2D4E5F-9BA4-6263-FBD6-FFFACFC409A0}"/>
              </a:ext>
            </a:extLst>
          </p:cNvPr>
          <p:cNvSpPr>
            <a:spLocks noGrp="1"/>
          </p:cNvSpPr>
          <p:nvPr>
            <p:ph type="title"/>
          </p:nvPr>
        </p:nvSpPr>
        <p:spPr>
          <a:xfrm>
            <a:off x="485775" y="274638"/>
            <a:ext cx="7042150" cy="1143000"/>
          </a:xfrm>
        </p:spPr>
        <p:txBody>
          <a:bodyPr wrap="square" anchor="ctr">
            <a:normAutofit/>
          </a:bodyPr>
          <a:lstStyle/>
          <a:p>
            <a:pPr marL="0" indent="0">
              <a:buNone/>
            </a:pPr>
            <a:r>
              <a:rPr lang="en-US" u="sng"/>
              <a:t>QUIZIZZ</a:t>
            </a:r>
            <a:endParaRPr lang="en-MY" u="sng"/>
          </a:p>
        </p:txBody>
      </p:sp>
      <p:pic>
        <p:nvPicPr>
          <p:cNvPr id="1026" name="Picture 2" descr="For students — Enter a Quizizz Code">
            <a:extLst>
              <a:ext uri="{FF2B5EF4-FFF2-40B4-BE49-F238E27FC236}">
                <a16:creationId xmlns:a16="http://schemas.microsoft.com/office/drawing/2014/main" id="{6C666CE6-C733-4203-0AED-32DCE63563C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72337" y="2185444"/>
            <a:ext cx="6938482" cy="3480185"/>
          </a:xfrm>
          <a:prstGeom prst="rect">
            <a:avLst/>
          </a:prstGeom>
          <a:solidFill>
            <a:srgbClr val="FFFFFF"/>
          </a:solidFill>
        </p:spPr>
      </p:pic>
      <p:sp>
        <p:nvSpPr>
          <p:cNvPr id="4" name="Slide Number Placeholder 3">
            <a:extLst>
              <a:ext uri="{FF2B5EF4-FFF2-40B4-BE49-F238E27FC236}">
                <a16:creationId xmlns:a16="http://schemas.microsoft.com/office/drawing/2014/main" id="{3827B8BB-55EE-CE01-206C-A434C93EC222}"/>
              </a:ext>
            </a:extLst>
          </p:cNvPr>
          <p:cNvSpPr>
            <a:spLocks noGrp="1"/>
          </p:cNvSpPr>
          <p:nvPr>
            <p:ph type="sldNum" sz="quarter" idx="4"/>
          </p:nvPr>
        </p:nvSpPr>
        <p:spPr>
          <a:xfrm>
            <a:off x="7086600" y="6597650"/>
            <a:ext cx="2057400" cy="260350"/>
          </a:xfrm>
          <a:prstGeom prst="rect">
            <a:avLst/>
          </a:prstGeom>
        </p:spPr>
        <p:txBody>
          <a:bodyPr vert="horz" lIns="91440" tIns="45720" rIns="91440" bIns="45720" rtlCol="0" anchor="ctr">
            <a:normAutofit/>
          </a:bodyPr>
          <a:lstStyle>
            <a:defPPr>
              <a:defRPr lang="en-GB"/>
            </a:defPPr>
            <a:lvl1pPr algn="r" rtl="0" fontAlgn="base">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Aft>
                <a:spcPts val="600"/>
              </a:spcAft>
            </a:pPr>
            <a:r>
              <a:rPr lang="en-GB"/>
              <a:t>Slide </a:t>
            </a:r>
            <a:fld id="{FE4A488E-0682-4674-AABE-524444E4E85E}" type="slidenum">
              <a:rPr lang="en-GB" smtClean="0"/>
              <a:pPr>
                <a:spcAft>
                  <a:spcPts val="600"/>
                </a:spcAft>
              </a:pPr>
              <a:t>32</a:t>
            </a:fld>
            <a:r>
              <a:rPr lang="en-GB"/>
              <a:t> of 27</a:t>
            </a:r>
          </a:p>
        </p:txBody>
      </p:sp>
      <p:sp>
        <p:nvSpPr>
          <p:cNvPr id="6" name="TextBox 5">
            <a:extLst>
              <a:ext uri="{FF2B5EF4-FFF2-40B4-BE49-F238E27FC236}">
                <a16:creationId xmlns:a16="http://schemas.microsoft.com/office/drawing/2014/main" id="{B72CA11E-EEB3-222E-BC9D-33E97C33A6D2}"/>
              </a:ext>
            </a:extLst>
          </p:cNvPr>
          <p:cNvSpPr txBox="1"/>
          <p:nvPr/>
        </p:nvSpPr>
        <p:spPr>
          <a:xfrm>
            <a:off x="1452402" y="1723779"/>
            <a:ext cx="5293452" cy="461665"/>
          </a:xfrm>
          <a:prstGeom prst="rect">
            <a:avLst/>
          </a:prstGeom>
          <a:noFill/>
        </p:spPr>
        <p:txBody>
          <a:bodyPr wrap="square">
            <a:spAutoFit/>
          </a:bodyPr>
          <a:lstStyle/>
          <a:p>
            <a:pPr algn="ctr"/>
            <a:r>
              <a:rPr lang="en-MY" sz="2400" b="1"/>
              <a:t>https://quizizz.com/join</a:t>
            </a:r>
          </a:p>
        </p:txBody>
      </p:sp>
    </p:spTree>
    <p:extLst>
      <p:ext uri="{BB962C8B-B14F-4D97-AF65-F5344CB8AC3E}">
        <p14:creationId xmlns:p14="http://schemas.microsoft.com/office/powerpoint/2010/main" val="2855117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a:t>Cross Site Scripting (XSS) </a:t>
            </a:r>
          </a:p>
          <a:p>
            <a:pPr lvl="1"/>
            <a:r>
              <a:rPr lang="en-US"/>
              <a:t>Found in Web Application</a:t>
            </a:r>
          </a:p>
          <a:p>
            <a:pPr lvl="1"/>
            <a:r>
              <a:rPr lang="en-US"/>
              <a:t>Attackers inject client-side script</a:t>
            </a:r>
            <a:endParaRPr lang="en-MY"/>
          </a:p>
        </p:txBody>
      </p:sp>
      <p:sp>
        <p:nvSpPr>
          <p:cNvPr id="2" name="Title 1"/>
          <p:cNvSpPr>
            <a:spLocks noGrp="1"/>
          </p:cNvSpPr>
          <p:nvPr>
            <p:ph type="title"/>
          </p:nvPr>
        </p:nvSpPr>
        <p:spPr>
          <a:xfrm>
            <a:off x="221514" y="274638"/>
            <a:ext cx="7843030" cy="1143000"/>
          </a:xfrm>
        </p:spPr>
        <p:txBody>
          <a:bodyPr/>
          <a:lstStyle/>
          <a:p>
            <a:r>
              <a:rPr lang="en-US"/>
              <a:t>Extra: Common Attacks</a:t>
            </a:r>
            <a:endParaRPr lang="en-MY"/>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2687" y="2924944"/>
            <a:ext cx="4238625" cy="2962275"/>
          </a:xfrm>
          <a:prstGeom prst="rect">
            <a:avLst/>
          </a:prstGeom>
        </p:spPr>
      </p:pic>
    </p:spTree>
    <p:extLst>
      <p:ext uri="{BB962C8B-B14F-4D97-AF65-F5344CB8AC3E}">
        <p14:creationId xmlns:p14="http://schemas.microsoft.com/office/powerpoint/2010/main" val="8905196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a:t>Social Engineering</a:t>
            </a:r>
          </a:p>
          <a:p>
            <a:pPr lvl="1"/>
            <a:r>
              <a:rPr lang="en-US"/>
              <a:t>Manipulating people to perform actions of revealing confidential information</a:t>
            </a:r>
            <a:endParaRPr lang="en-MY"/>
          </a:p>
        </p:txBody>
      </p:sp>
      <p:sp>
        <p:nvSpPr>
          <p:cNvPr id="2" name="Title 1"/>
          <p:cNvSpPr>
            <a:spLocks noGrp="1"/>
          </p:cNvSpPr>
          <p:nvPr>
            <p:ph type="title"/>
          </p:nvPr>
        </p:nvSpPr>
        <p:spPr>
          <a:xfrm>
            <a:off x="221514" y="274638"/>
            <a:ext cx="7843030" cy="1143000"/>
          </a:xfrm>
        </p:spPr>
        <p:txBody>
          <a:bodyPr/>
          <a:lstStyle/>
          <a:p>
            <a:r>
              <a:rPr lang="en-US"/>
              <a:t>Extra: Common Attacks</a:t>
            </a:r>
            <a:endParaRPr lang="en-MY"/>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736" y="2708920"/>
            <a:ext cx="3370970" cy="3002766"/>
          </a:xfrm>
          <a:prstGeom prst="rect">
            <a:avLst/>
          </a:prstGeom>
        </p:spPr>
      </p:pic>
    </p:spTree>
    <p:extLst>
      <p:ext uri="{BB962C8B-B14F-4D97-AF65-F5344CB8AC3E}">
        <p14:creationId xmlns:p14="http://schemas.microsoft.com/office/powerpoint/2010/main" val="10292689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a:t>PKI and Cryptography</a:t>
            </a:r>
          </a:p>
          <a:p>
            <a:endParaRPr lang="en-US"/>
          </a:p>
        </p:txBody>
      </p:sp>
      <p:sp>
        <p:nvSpPr>
          <p:cNvPr id="2" name="Title 1"/>
          <p:cNvSpPr>
            <a:spLocks noGrp="1"/>
          </p:cNvSpPr>
          <p:nvPr>
            <p:ph type="title"/>
          </p:nvPr>
        </p:nvSpPr>
        <p:spPr>
          <a:xfrm>
            <a:off x="221514" y="274638"/>
            <a:ext cx="7843030" cy="1143000"/>
          </a:xfrm>
        </p:spPr>
        <p:txBody>
          <a:bodyPr/>
          <a:lstStyle/>
          <a:p>
            <a:r>
              <a:rPr lang="en-US"/>
              <a:t>What we cover next</a:t>
            </a:r>
          </a:p>
        </p:txBody>
      </p:sp>
    </p:spTree>
    <p:extLst>
      <p:ext uri="{BB962C8B-B14F-4D97-AF65-F5344CB8AC3E}">
        <p14:creationId xmlns:p14="http://schemas.microsoft.com/office/powerpoint/2010/main" val="748273153"/>
      </p:ext>
    </p:extLst>
  </p:cSld>
  <p:clrMapOvr>
    <a:masterClrMapping/>
  </p:clrMapOvr>
</p:sld>
</file>

<file path=ppt/theme/theme1.xml><?xml version="1.0" encoding="utf-8"?>
<a:theme xmlns:a="http://schemas.openxmlformats.org/drawingml/2006/main" name="Theme1">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05DA8037-3C60-488B-A28C-E6C10474452A}" vid="{D8BEDA39-B25D-4631-8FCF-36B08DFFD7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16</TotalTime>
  <Words>2302</Words>
  <Application>Microsoft Office PowerPoint</Application>
  <PresentationFormat>On-screen Show (4:3)</PresentationFormat>
  <Paragraphs>282</Paragraphs>
  <Slides>35</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Montserrat</vt:lpstr>
      <vt:lpstr>PT Sans</vt:lpstr>
      <vt:lpstr>Roboto</vt:lpstr>
      <vt:lpstr>Wingdings</vt:lpstr>
      <vt:lpstr>Theme1</vt:lpstr>
      <vt:lpstr>Cyber Security and Forensics AICT014-4-2-CSF  VE3</vt:lpstr>
      <vt:lpstr>Topic Learning Outcome</vt:lpstr>
      <vt:lpstr>Contents &amp; Structure</vt:lpstr>
      <vt:lpstr>Recap From Last Lesson</vt:lpstr>
      <vt:lpstr>Type of Hackers / Attackers</vt:lpstr>
      <vt:lpstr>What are Hackers/Attackers/Crackers?</vt:lpstr>
      <vt:lpstr>Types of Attackers/Intruders</vt:lpstr>
      <vt:lpstr>Type of Hackers/Attackers</vt:lpstr>
      <vt:lpstr>Threat Actors</vt:lpstr>
      <vt:lpstr>Threat Actor Attributes</vt:lpstr>
      <vt:lpstr>Threat Actor Attributes</vt:lpstr>
      <vt:lpstr>Quick Review Question</vt:lpstr>
      <vt:lpstr>Types of Threats</vt:lpstr>
      <vt:lpstr>Types of Threats</vt:lpstr>
      <vt:lpstr>Intruders</vt:lpstr>
      <vt:lpstr>Physical Thefts</vt:lpstr>
      <vt:lpstr>Social Engineering</vt:lpstr>
      <vt:lpstr>Insider Threats</vt:lpstr>
      <vt:lpstr>Script Threat</vt:lpstr>
      <vt:lpstr>Bypass Authentication Threat</vt:lpstr>
      <vt:lpstr>Botnets Threat</vt:lpstr>
      <vt:lpstr>Botnets Threat</vt:lpstr>
      <vt:lpstr>Phishing Threat</vt:lpstr>
      <vt:lpstr>Password Cracking Threat</vt:lpstr>
      <vt:lpstr>Solutions</vt:lpstr>
      <vt:lpstr>Revision: Security Fundamentals</vt:lpstr>
      <vt:lpstr>Solution: Scanning </vt:lpstr>
      <vt:lpstr>Solution: Vulnerability Analysis</vt:lpstr>
      <vt:lpstr>Solution: Vulnerability Analysis</vt:lpstr>
      <vt:lpstr>Solution: Intruders Detection System</vt:lpstr>
      <vt:lpstr>Summary</vt:lpstr>
      <vt:lpstr>QUIZIZZ</vt:lpstr>
      <vt:lpstr>Extra: Common Attacks</vt:lpstr>
      <vt:lpstr>Extra: Common Attacks</vt:lpstr>
      <vt:lpstr>What we cover 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Security and Forensics AICT006-4-2-DSF Version 1</dc:title>
  <dc:creator>Maryam Var Naseri</dc:creator>
  <cp:lastModifiedBy>Zaireeda Mohd Fauzee</cp:lastModifiedBy>
  <cp:revision>1</cp:revision>
  <dcterms:created xsi:type="dcterms:W3CDTF">2020-08-28T00:13:42Z</dcterms:created>
  <dcterms:modified xsi:type="dcterms:W3CDTF">2025-02-26T15:08:01Z</dcterms:modified>
</cp:coreProperties>
</file>