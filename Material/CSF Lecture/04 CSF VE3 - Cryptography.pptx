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575" r:id="rId4"/>
  </p:sldMasterIdLst>
  <p:notesMasterIdLst>
    <p:notesMasterId r:id="rId72"/>
  </p:notesMasterIdLst>
  <p:handoutMasterIdLst>
    <p:handoutMasterId r:id="rId73"/>
  </p:handoutMasterIdLst>
  <p:sldIdLst>
    <p:sldId id="948" r:id="rId5"/>
    <p:sldId id="958" r:id="rId6"/>
    <p:sldId id="959" r:id="rId7"/>
    <p:sldId id="960" r:id="rId8"/>
    <p:sldId id="922" r:id="rId9"/>
    <p:sldId id="972" r:id="rId10"/>
    <p:sldId id="474" r:id="rId11"/>
    <p:sldId id="475" r:id="rId12"/>
    <p:sldId id="476" r:id="rId13"/>
    <p:sldId id="480" r:id="rId14"/>
    <p:sldId id="481" r:id="rId15"/>
    <p:sldId id="482" r:id="rId16"/>
    <p:sldId id="973" r:id="rId17"/>
    <p:sldId id="487" r:id="rId18"/>
    <p:sldId id="978" r:id="rId19"/>
    <p:sldId id="979" r:id="rId20"/>
    <p:sldId id="968" r:id="rId21"/>
    <p:sldId id="492" r:id="rId22"/>
    <p:sldId id="1020" r:id="rId23"/>
    <p:sldId id="1021" r:id="rId24"/>
    <p:sldId id="496" r:id="rId25"/>
    <p:sldId id="497" r:id="rId26"/>
    <p:sldId id="977" r:id="rId27"/>
    <p:sldId id="969" r:id="rId28"/>
    <p:sldId id="970" r:id="rId29"/>
    <p:sldId id="498" r:id="rId30"/>
    <p:sldId id="499" r:id="rId31"/>
    <p:sldId id="971" r:id="rId32"/>
    <p:sldId id="504" r:id="rId33"/>
    <p:sldId id="505" r:id="rId34"/>
    <p:sldId id="509" r:id="rId35"/>
    <p:sldId id="510" r:id="rId36"/>
    <p:sldId id="511" r:id="rId37"/>
    <p:sldId id="1022" r:id="rId38"/>
    <p:sldId id="512" r:id="rId39"/>
    <p:sldId id="974" r:id="rId40"/>
    <p:sldId id="523" r:id="rId41"/>
    <p:sldId id="525" r:id="rId42"/>
    <p:sldId id="975" r:id="rId43"/>
    <p:sldId id="663" r:id="rId44"/>
    <p:sldId id="664" r:id="rId45"/>
    <p:sldId id="665" r:id="rId46"/>
    <p:sldId id="666" r:id="rId47"/>
    <p:sldId id="667" r:id="rId48"/>
    <p:sldId id="668" r:id="rId49"/>
    <p:sldId id="670" r:id="rId50"/>
    <p:sldId id="671" r:id="rId51"/>
    <p:sldId id="1030" r:id="rId52"/>
    <p:sldId id="1029" r:id="rId53"/>
    <p:sldId id="672" r:id="rId54"/>
    <p:sldId id="673" r:id="rId55"/>
    <p:sldId id="675" r:id="rId56"/>
    <p:sldId id="976" r:id="rId57"/>
    <p:sldId id="963" r:id="rId58"/>
    <p:sldId id="1023" r:id="rId59"/>
    <p:sldId id="392" r:id="rId60"/>
    <p:sldId id="1024" r:id="rId61"/>
    <p:sldId id="1025" r:id="rId62"/>
    <p:sldId id="1026" r:id="rId63"/>
    <p:sldId id="394" r:id="rId64"/>
    <p:sldId id="395" r:id="rId65"/>
    <p:sldId id="326" r:id="rId66"/>
    <p:sldId id="1027" r:id="rId67"/>
    <p:sldId id="1028" r:id="rId68"/>
    <p:sldId id="962" r:id="rId69"/>
    <p:sldId id="961" r:id="rId70"/>
    <p:sldId id="950" r:id="rId71"/>
  </p:sldIdLst>
  <p:sldSz cx="9144000" cy="6858000" type="screen4x3"/>
  <p:notesSz cx="6807200" cy="9939338"/>
  <p:custDataLst>
    <p:tags r:id="rId74"/>
  </p:custDataLst>
  <p:defaultTex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31" userDrawn="1">
          <p15:clr>
            <a:srgbClr val="A4A3A4"/>
          </p15:clr>
        </p15:guide>
        <p15:guide id="2" pos="2144"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D7E1"/>
    <a:srgbClr val="0ACAD4"/>
    <a:srgbClr val="FFCC00"/>
    <a:srgbClr val="F1BC87"/>
    <a:srgbClr val="E9943F"/>
    <a:srgbClr val="BC6916"/>
    <a:srgbClr val="864B10"/>
    <a:srgbClr val="FFFFFF"/>
    <a:srgbClr val="BBE0E3"/>
    <a:srgbClr val="DFF4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6681068-BBAB-40E2-9C86-0A9D8DFD7A92}" v="1" dt="2025-03-06T01:24:33.352"/>
    <p1510:client id="{49D1B531-4F5C-41F3-83AB-10131C856046}" v="1" dt="2025-03-06T00:50:31.57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65" autoAdjust="0"/>
    <p:restoredTop sz="93750" autoAdjust="0"/>
  </p:normalViewPr>
  <p:slideViewPr>
    <p:cSldViewPr>
      <p:cViewPr varScale="1">
        <p:scale>
          <a:sx n="102" d="100"/>
          <a:sy n="102" d="100"/>
        </p:scale>
        <p:origin x="898" y="82"/>
      </p:cViewPr>
      <p:guideLst>
        <p:guide orient="horz" pos="2160"/>
        <p:guide pos="2880"/>
      </p:guideLst>
    </p:cSldViewPr>
  </p:slideViewPr>
  <p:outlineViewPr>
    <p:cViewPr>
      <p:scale>
        <a:sx n="33" d="100"/>
        <a:sy n="33" d="100"/>
      </p:scale>
      <p:origin x="0" y="0"/>
    </p:cViewPr>
    <p:sldLst>
      <p:sld r:id="rId1" collapse="1"/>
    </p:sldLst>
  </p:outlineViewPr>
  <p:notesTextViewPr>
    <p:cViewPr>
      <p:scale>
        <a:sx n="100" d="100"/>
        <a:sy n="100" d="100"/>
      </p:scale>
      <p:origin x="0" y="0"/>
    </p:cViewPr>
  </p:notesTextViewPr>
  <p:sorterViewPr>
    <p:cViewPr varScale="1">
      <p:scale>
        <a:sx n="100" d="100"/>
        <a:sy n="100" d="100"/>
      </p:scale>
      <p:origin x="0" y="0"/>
    </p:cViewPr>
  </p:sorterViewPr>
  <p:notesViewPr>
    <p:cSldViewPr>
      <p:cViewPr varScale="1">
        <p:scale>
          <a:sx n="48" d="100"/>
          <a:sy n="48" d="100"/>
        </p:scale>
        <p:origin x="2576" y="60"/>
      </p:cViewPr>
      <p:guideLst>
        <p:guide orient="horz" pos="3131"/>
        <p:guide pos="2144"/>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16" Type="http://schemas.openxmlformats.org/officeDocument/2006/relationships/slide" Target="slides/slide1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tags" Target="tags/tag1.xml"/><Relationship Id="rId79" Type="http://schemas.microsoft.com/office/2016/11/relationships/changesInfo" Target="changesInfos/changesInfo1.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notesMaster" Target="notesMasters/notesMaster1.xml"/><Relationship Id="rId80"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handoutMaster" Target="handoutMasters/handoutMaster1.xml"/><Relationship Id="rId78"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viewProps" Target="viewProps.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s>
</file>

<file path=ppt/_rels/viewProps.xml.rels><?xml version="1.0" encoding="UTF-8" standalone="yes"?>
<Relationships xmlns="http://schemas.openxmlformats.org/package/2006/relationships"><Relationship Id="rId1"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aireeda Mohd Fauzee" userId="317b9630-3a1f-4d7a-ad9a-4df797433863" providerId="ADAL" clId="{A74B9D1B-7696-7146-AB3D-A6C6DC43C1B7}"/>
    <pc:docChg chg="modSld">
      <pc:chgData name="Zaireeda Mohd Fauzee" userId="317b9630-3a1f-4d7a-ad9a-4df797433863" providerId="ADAL" clId="{A74B9D1B-7696-7146-AB3D-A6C6DC43C1B7}" dt="2024-04-03T16:12:28.652" v="19" actId="20577"/>
      <pc:docMkLst>
        <pc:docMk/>
      </pc:docMkLst>
      <pc:sldChg chg="modSp">
        <pc:chgData name="Zaireeda Mohd Fauzee" userId="317b9630-3a1f-4d7a-ad9a-4df797433863" providerId="ADAL" clId="{A74B9D1B-7696-7146-AB3D-A6C6DC43C1B7}" dt="2024-04-03T16:12:28.652" v="19" actId="20577"/>
        <pc:sldMkLst>
          <pc:docMk/>
          <pc:sldMk cId="0" sldId="475"/>
        </pc:sldMkLst>
      </pc:sldChg>
    </pc:docChg>
  </pc:docChgLst>
  <pc:docChgLst>
    <pc:chgData name="WONG KIT HOONG" userId="5bcb0ffb-4828-4bb3-820a-18c82ba31709" providerId="ADAL" clId="{16681068-BBAB-40E2-9C86-0A9D8DFD7A92}"/>
    <pc:docChg chg="custSel modSld">
      <pc:chgData name="WONG KIT HOONG" userId="5bcb0ffb-4828-4bb3-820a-18c82ba31709" providerId="ADAL" clId="{16681068-BBAB-40E2-9C86-0A9D8DFD7A92}" dt="2025-03-06T02:15:40.506" v="62" actId="20577"/>
      <pc:docMkLst>
        <pc:docMk/>
      </pc:docMkLst>
      <pc:sldChg chg="delSp">
        <pc:chgData name="WONG KIT HOONG" userId="5bcb0ffb-4828-4bb3-820a-18c82ba31709" providerId="ADAL" clId="{16681068-BBAB-40E2-9C86-0A9D8DFD7A92}" dt="2025-03-06T01:24:33.351" v="0" actId="478"/>
        <pc:sldMkLst>
          <pc:docMk/>
          <pc:sldMk cId="0" sldId="510"/>
        </pc:sldMkLst>
        <pc:spChg chg="del">
          <ac:chgData name="WONG KIT HOONG" userId="5bcb0ffb-4828-4bb3-820a-18c82ba31709" providerId="ADAL" clId="{16681068-BBAB-40E2-9C86-0A9D8DFD7A92}" dt="2025-03-06T01:24:33.351" v="0" actId="478"/>
          <ac:spMkLst>
            <pc:docMk/>
            <pc:sldMk cId="0" sldId="510"/>
            <ac:spMk id="6" creationId="{7C5E92A3-2363-3324-CD55-46E617C519B7}"/>
          </ac:spMkLst>
        </pc:spChg>
      </pc:sldChg>
      <pc:sldChg chg="modSp mod">
        <pc:chgData name="WONG KIT HOONG" userId="5bcb0ffb-4828-4bb3-820a-18c82ba31709" providerId="ADAL" clId="{16681068-BBAB-40E2-9C86-0A9D8DFD7A92}" dt="2025-03-06T02:15:40.506" v="62" actId="20577"/>
        <pc:sldMkLst>
          <pc:docMk/>
          <pc:sldMk cId="3492515554" sldId="1022"/>
        </pc:sldMkLst>
        <pc:spChg chg="mod">
          <ac:chgData name="WONG KIT HOONG" userId="5bcb0ffb-4828-4bb3-820a-18c82ba31709" providerId="ADAL" clId="{16681068-BBAB-40E2-9C86-0A9D8DFD7A92}" dt="2025-03-06T02:15:40.506" v="62" actId="20577"/>
          <ac:spMkLst>
            <pc:docMk/>
            <pc:sldMk cId="3492515554" sldId="1022"/>
            <ac:spMk id="249860" creationId="{007B6EB7-0B73-4E0D-A5DA-14B1A57A1298}"/>
          </ac:spMkLst>
        </pc:spChg>
        <pc:graphicFrameChg chg="modGraphic">
          <ac:chgData name="WONG KIT HOONG" userId="5bcb0ffb-4828-4bb3-820a-18c82ba31709" providerId="ADAL" clId="{16681068-BBAB-40E2-9C86-0A9D8DFD7A92}" dt="2025-03-06T02:14:59.066" v="49" actId="20577"/>
          <ac:graphicFrameMkLst>
            <pc:docMk/>
            <pc:sldMk cId="3492515554" sldId="1022"/>
            <ac:graphicFrameMk id="2" creationId="{2BC639D5-6094-4841-B274-83A0302350E1}"/>
          </ac:graphicFrameMkLst>
        </pc:graphicFrameChg>
      </pc:sldChg>
    </pc:docChg>
  </pc:docChgLst>
  <pc:docChgLst>
    <pc:chgData name="Zaireeda Mohd Fauzee" userId="317b9630-3a1f-4d7a-ad9a-4df797433863" providerId="ADAL" clId="{49D1B531-4F5C-41F3-83AB-10131C856046}"/>
    <pc:docChg chg="modSld">
      <pc:chgData name="Zaireeda Mohd Fauzee" userId="317b9630-3a1f-4d7a-ad9a-4df797433863" providerId="ADAL" clId="{49D1B531-4F5C-41F3-83AB-10131C856046}" dt="2025-03-06T00:50:39.105" v="2" actId="6549"/>
      <pc:docMkLst>
        <pc:docMk/>
      </pc:docMkLst>
      <pc:sldChg chg="modSp mod modAnim">
        <pc:chgData name="Zaireeda Mohd Fauzee" userId="317b9630-3a1f-4d7a-ad9a-4df797433863" providerId="ADAL" clId="{49D1B531-4F5C-41F3-83AB-10131C856046}" dt="2025-03-06T00:50:39.105" v="2" actId="6549"/>
        <pc:sldMkLst>
          <pc:docMk/>
          <pc:sldMk cId="3492515554" sldId="1022"/>
        </pc:sldMkLst>
        <pc:spChg chg="mod">
          <ac:chgData name="Zaireeda Mohd Fauzee" userId="317b9630-3a1f-4d7a-ad9a-4df797433863" providerId="ADAL" clId="{49D1B531-4F5C-41F3-83AB-10131C856046}" dt="2025-03-06T00:50:31.574" v="0" actId="6549"/>
          <ac:spMkLst>
            <pc:docMk/>
            <pc:sldMk cId="3492515554" sldId="1022"/>
            <ac:spMk id="249860" creationId="{007B6EB7-0B73-4E0D-A5DA-14B1A57A1298}"/>
          </ac:spMkLst>
        </pc:spChg>
        <pc:graphicFrameChg chg="modGraphic">
          <ac:chgData name="Zaireeda Mohd Fauzee" userId="317b9630-3a1f-4d7a-ad9a-4df797433863" providerId="ADAL" clId="{49D1B531-4F5C-41F3-83AB-10131C856046}" dt="2025-03-06T00:50:39.105" v="2" actId="6549"/>
          <ac:graphicFrameMkLst>
            <pc:docMk/>
            <pc:sldMk cId="3492515554" sldId="1022"/>
            <ac:graphicFrameMk id="2" creationId="{2BC639D5-6094-4841-B274-83A0302350E1}"/>
          </ac:graphicFrameMkLst>
        </pc:graphicFrameChg>
      </pc:sldChg>
    </pc:docChg>
  </pc:docChgLst>
  <pc:docChgLst>
    <pc:chgData name="Zaireeda Mohd Fauzee" userId="317b9630-3a1f-4d7a-ad9a-4df797433863" providerId="ADAL" clId="{83127E79-53FF-4A24-92EE-13DE5F6DCB7C}"/>
    <pc:docChg chg="modSld">
      <pc:chgData name="Zaireeda Mohd Fauzee" userId="317b9630-3a1f-4d7a-ad9a-4df797433863" providerId="ADAL" clId="{83127E79-53FF-4A24-92EE-13DE5F6DCB7C}" dt="2024-05-10T01:45:37.405" v="34" actId="1076"/>
      <pc:docMkLst>
        <pc:docMk/>
      </pc:docMkLst>
      <pc:sldChg chg="modSp">
        <pc:chgData name="Zaireeda Mohd Fauzee" userId="317b9630-3a1f-4d7a-ad9a-4df797433863" providerId="ADAL" clId="{83127E79-53FF-4A24-92EE-13DE5F6DCB7C}" dt="2024-05-10T01:45:37.405" v="34" actId="1076"/>
        <pc:sldMkLst>
          <pc:docMk/>
          <pc:sldMk cId="0" sldId="671"/>
        </pc:sldMkLst>
      </pc:sldChg>
    </pc:docChg>
  </pc:docChgLst>
  <pc:docChgLst>
    <pc:chgData name="Zaireeda Mohd Fauzee" userId="317b9630-3a1f-4d7a-ad9a-4df797433863" providerId="ADAL" clId="{9F003DB0-91EA-410E-8C19-B235070F117C}"/>
    <pc:docChg chg="undo custSel addSld delSld modSld sldOrd">
      <pc:chgData name="Zaireeda Mohd Fauzee" userId="317b9630-3a1f-4d7a-ad9a-4df797433863" providerId="ADAL" clId="{9F003DB0-91EA-410E-8C19-B235070F117C}" dt="2023-04-19T15:53:19.902" v="821" actId="1076"/>
      <pc:docMkLst>
        <pc:docMk/>
      </pc:docMkLst>
      <pc:sldChg chg="modSp del mod">
        <pc:chgData name="Zaireeda Mohd Fauzee" userId="317b9630-3a1f-4d7a-ad9a-4df797433863" providerId="ADAL" clId="{9F003DB0-91EA-410E-8C19-B235070F117C}" dt="2023-04-19T15:51:12.744" v="789" actId="47"/>
        <pc:sldMkLst>
          <pc:docMk/>
          <pc:sldMk cId="0" sldId="321"/>
        </pc:sldMkLst>
      </pc:sldChg>
      <pc:sldChg chg="del">
        <pc:chgData name="Zaireeda Mohd Fauzee" userId="317b9630-3a1f-4d7a-ad9a-4df797433863" providerId="ADAL" clId="{9F003DB0-91EA-410E-8C19-B235070F117C}" dt="2023-04-19T15:51:20.999" v="791" actId="47"/>
        <pc:sldMkLst>
          <pc:docMk/>
          <pc:sldMk cId="0" sldId="322"/>
        </pc:sldMkLst>
      </pc:sldChg>
      <pc:sldChg chg="del">
        <pc:chgData name="Zaireeda Mohd Fauzee" userId="317b9630-3a1f-4d7a-ad9a-4df797433863" providerId="ADAL" clId="{9F003DB0-91EA-410E-8C19-B235070F117C}" dt="2023-04-19T15:51:23.182" v="792" actId="47"/>
        <pc:sldMkLst>
          <pc:docMk/>
          <pc:sldMk cId="0" sldId="323"/>
        </pc:sldMkLst>
      </pc:sldChg>
      <pc:sldChg chg="del">
        <pc:chgData name="Zaireeda Mohd Fauzee" userId="317b9630-3a1f-4d7a-ad9a-4df797433863" providerId="ADAL" clId="{9F003DB0-91EA-410E-8C19-B235070F117C}" dt="2023-04-19T15:51:25.262" v="793" actId="47"/>
        <pc:sldMkLst>
          <pc:docMk/>
          <pc:sldMk cId="0" sldId="324"/>
        </pc:sldMkLst>
      </pc:sldChg>
      <pc:sldChg chg="del">
        <pc:chgData name="Zaireeda Mohd Fauzee" userId="317b9630-3a1f-4d7a-ad9a-4df797433863" providerId="ADAL" clId="{9F003DB0-91EA-410E-8C19-B235070F117C}" dt="2023-04-19T15:51:27.012" v="794" actId="47"/>
        <pc:sldMkLst>
          <pc:docMk/>
          <pc:sldMk cId="0" sldId="325"/>
        </pc:sldMkLst>
      </pc:sldChg>
      <pc:sldChg chg="del">
        <pc:chgData name="Zaireeda Mohd Fauzee" userId="317b9630-3a1f-4d7a-ad9a-4df797433863" providerId="ADAL" clId="{9F003DB0-91EA-410E-8C19-B235070F117C}" dt="2023-04-19T15:51:13.490" v="790" actId="47"/>
        <pc:sldMkLst>
          <pc:docMk/>
          <pc:sldMk cId="0" sldId="386"/>
        </pc:sldMkLst>
      </pc:sldChg>
      <pc:sldChg chg="del">
        <pc:chgData name="Zaireeda Mohd Fauzee" userId="317b9630-3a1f-4d7a-ad9a-4df797433863" providerId="ADAL" clId="{9F003DB0-91EA-410E-8C19-B235070F117C}" dt="2023-04-06T02:36:00.229" v="32" actId="47"/>
        <pc:sldMkLst>
          <pc:docMk/>
          <pc:sldMk cId="0" sldId="388"/>
        </pc:sldMkLst>
      </pc:sldChg>
      <pc:sldChg chg="del">
        <pc:chgData name="Zaireeda Mohd Fauzee" userId="317b9630-3a1f-4d7a-ad9a-4df797433863" providerId="ADAL" clId="{9F003DB0-91EA-410E-8C19-B235070F117C}" dt="2023-04-06T02:35:54.734" v="31" actId="47"/>
        <pc:sldMkLst>
          <pc:docMk/>
          <pc:sldMk cId="0" sldId="389"/>
        </pc:sldMkLst>
      </pc:sldChg>
      <pc:sldChg chg="addSp delSp modSp mod">
        <pc:chgData name="Zaireeda Mohd Fauzee" userId="317b9630-3a1f-4d7a-ad9a-4df797433863" providerId="ADAL" clId="{9F003DB0-91EA-410E-8C19-B235070F117C}" dt="2023-04-19T15:49:16.620" v="773" actId="20577"/>
        <pc:sldMkLst>
          <pc:docMk/>
          <pc:sldMk cId="0" sldId="392"/>
        </pc:sldMkLst>
      </pc:sldChg>
      <pc:sldChg chg="modSp">
        <pc:chgData name="Zaireeda Mohd Fauzee" userId="317b9630-3a1f-4d7a-ad9a-4df797433863" providerId="ADAL" clId="{9F003DB0-91EA-410E-8C19-B235070F117C}" dt="2023-04-14T14:06:57.036" v="470" actId="207"/>
        <pc:sldMkLst>
          <pc:docMk/>
          <pc:sldMk cId="0" sldId="394"/>
        </pc:sldMkLst>
      </pc:sldChg>
      <pc:sldChg chg="modSp">
        <pc:chgData name="Zaireeda Mohd Fauzee" userId="317b9630-3a1f-4d7a-ad9a-4df797433863" providerId="ADAL" clId="{9F003DB0-91EA-410E-8C19-B235070F117C}" dt="2023-04-14T14:09:06.586" v="475" actId="207"/>
        <pc:sldMkLst>
          <pc:docMk/>
          <pc:sldMk cId="0" sldId="395"/>
        </pc:sldMkLst>
      </pc:sldChg>
      <pc:sldChg chg="modSp">
        <pc:chgData name="Zaireeda Mohd Fauzee" userId="317b9630-3a1f-4d7a-ad9a-4df797433863" providerId="ADAL" clId="{9F003DB0-91EA-410E-8C19-B235070F117C}" dt="2023-04-06T02:29:40.893" v="6" actId="688"/>
        <pc:sldMkLst>
          <pc:docMk/>
          <pc:sldMk cId="0" sldId="476"/>
        </pc:sldMkLst>
      </pc:sldChg>
      <pc:sldChg chg="modSp mod">
        <pc:chgData name="Zaireeda Mohd Fauzee" userId="317b9630-3a1f-4d7a-ad9a-4df797433863" providerId="ADAL" clId="{9F003DB0-91EA-410E-8C19-B235070F117C}" dt="2023-04-13T17:38:28.992" v="282" actId="27636"/>
        <pc:sldMkLst>
          <pc:docMk/>
          <pc:sldMk cId="0" sldId="480"/>
        </pc:sldMkLst>
      </pc:sldChg>
      <pc:sldChg chg="modSp mod">
        <pc:chgData name="Zaireeda Mohd Fauzee" userId="317b9630-3a1f-4d7a-ad9a-4df797433863" providerId="ADAL" clId="{9F003DB0-91EA-410E-8C19-B235070F117C}" dt="2023-04-14T06:26:15.960" v="300" actId="20577"/>
        <pc:sldMkLst>
          <pc:docMk/>
          <pc:sldMk cId="0" sldId="498"/>
        </pc:sldMkLst>
      </pc:sldChg>
      <pc:sldChg chg="addSp modSp mod">
        <pc:chgData name="Zaireeda Mohd Fauzee" userId="317b9630-3a1f-4d7a-ad9a-4df797433863" providerId="ADAL" clId="{9F003DB0-91EA-410E-8C19-B235070F117C}" dt="2023-04-14T06:53:20.960" v="312" actId="207"/>
        <pc:sldMkLst>
          <pc:docMk/>
          <pc:sldMk cId="0" sldId="510"/>
        </pc:sldMkLst>
      </pc:sldChg>
      <pc:sldChg chg="addSp delSp modSp mod">
        <pc:chgData name="Zaireeda Mohd Fauzee" userId="317b9630-3a1f-4d7a-ad9a-4df797433863" providerId="ADAL" clId="{9F003DB0-91EA-410E-8C19-B235070F117C}" dt="2023-04-14T07:59:45.192" v="469" actId="478"/>
        <pc:sldMkLst>
          <pc:docMk/>
          <pc:sldMk cId="0" sldId="511"/>
        </pc:sldMkLst>
      </pc:sldChg>
      <pc:sldChg chg="modSp mod">
        <pc:chgData name="Zaireeda Mohd Fauzee" userId="317b9630-3a1f-4d7a-ad9a-4df797433863" providerId="ADAL" clId="{9F003DB0-91EA-410E-8C19-B235070F117C}" dt="2023-04-06T02:31:21.911" v="11" actId="113"/>
        <pc:sldMkLst>
          <pc:docMk/>
          <pc:sldMk cId="0" sldId="512"/>
        </pc:sldMkLst>
      </pc:sldChg>
      <pc:sldChg chg="modSp">
        <pc:chgData name="Zaireeda Mohd Fauzee" userId="317b9630-3a1f-4d7a-ad9a-4df797433863" providerId="ADAL" clId="{9F003DB0-91EA-410E-8C19-B235070F117C}" dt="2023-04-14T15:18:38.477" v="480" actId="207"/>
        <pc:sldMkLst>
          <pc:docMk/>
          <pc:sldMk cId="0" sldId="666"/>
        </pc:sldMkLst>
      </pc:sldChg>
      <pc:sldChg chg="modSp mod">
        <pc:chgData name="Zaireeda Mohd Fauzee" userId="317b9630-3a1f-4d7a-ad9a-4df797433863" providerId="ADAL" clId="{9F003DB0-91EA-410E-8C19-B235070F117C}" dt="2023-04-06T02:33:25.072" v="25" actId="20577"/>
        <pc:sldMkLst>
          <pc:docMk/>
          <pc:sldMk cId="0" sldId="672"/>
        </pc:sldMkLst>
      </pc:sldChg>
      <pc:sldChg chg="del">
        <pc:chgData name="Zaireeda Mohd Fauzee" userId="317b9630-3a1f-4d7a-ad9a-4df797433863" providerId="ADAL" clId="{9F003DB0-91EA-410E-8C19-B235070F117C}" dt="2023-04-06T02:37:04.102" v="33" actId="47"/>
        <pc:sldMkLst>
          <pc:docMk/>
          <pc:sldMk cId="0" sldId="908"/>
        </pc:sldMkLst>
      </pc:sldChg>
      <pc:sldChg chg="del">
        <pc:chgData name="Zaireeda Mohd Fauzee" userId="317b9630-3a1f-4d7a-ad9a-4df797433863" providerId="ADAL" clId="{9F003DB0-91EA-410E-8C19-B235070F117C}" dt="2023-04-06T02:37:08.468" v="36" actId="47"/>
        <pc:sldMkLst>
          <pc:docMk/>
          <pc:sldMk cId="0" sldId="932"/>
        </pc:sldMkLst>
      </pc:sldChg>
      <pc:sldChg chg="del">
        <pc:chgData name="Zaireeda Mohd Fauzee" userId="317b9630-3a1f-4d7a-ad9a-4df797433863" providerId="ADAL" clId="{9F003DB0-91EA-410E-8C19-B235070F117C}" dt="2023-04-06T02:37:09.677" v="38" actId="47"/>
        <pc:sldMkLst>
          <pc:docMk/>
          <pc:sldMk cId="0" sldId="933"/>
        </pc:sldMkLst>
      </pc:sldChg>
      <pc:sldChg chg="del">
        <pc:chgData name="Zaireeda Mohd Fauzee" userId="317b9630-3a1f-4d7a-ad9a-4df797433863" providerId="ADAL" clId="{9F003DB0-91EA-410E-8C19-B235070F117C}" dt="2023-04-06T02:37:04.102" v="33" actId="47"/>
        <pc:sldMkLst>
          <pc:docMk/>
          <pc:sldMk cId="0" sldId="934"/>
        </pc:sldMkLst>
      </pc:sldChg>
      <pc:sldChg chg="del">
        <pc:chgData name="Zaireeda Mohd Fauzee" userId="317b9630-3a1f-4d7a-ad9a-4df797433863" providerId="ADAL" clId="{9F003DB0-91EA-410E-8C19-B235070F117C}" dt="2023-04-06T02:37:04.102" v="33" actId="47"/>
        <pc:sldMkLst>
          <pc:docMk/>
          <pc:sldMk cId="0" sldId="936"/>
        </pc:sldMkLst>
      </pc:sldChg>
      <pc:sldChg chg="del">
        <pc:chgData name="Zaireeda Mohd Fauzee" userId="317b9630-3a1f-4d7a-ad9a-4df797433863" providerId="ADAL" clId="{9F003DB0-91EA-410E-8C19-B235070F117C}" dt="2023-04-06T02:37:07.031" v="34" actId="47"/>
        <pc:sldMkLst>
          <pc:docMk/>
          <pc:sldMk cId="0" sldId="937"/>
        </pc:sldMkLst>
      </pc:sldChg>
      <pc:sldChg chg="modSp mod">
        <pc:chgData name="Zaireeda Mohd Fauzee" userId="317b9630-3a1f-4d7a-ad9a-4df797433863" providerId="ADAL" clId="{9F003DB0-91EA-410E-8C19-B235070F117C}" dt="2023-04-06T02:40:49.265" v="43" actId="207"/>
        <pc:sldMkLst>
          <pc:docMk/>
          <pc:sldMk cId="0" sldId="948"/>
        </pc:sldMkLst>
      </pc:sldChg>
      <pc:sldChg chg="modSp mod">
        <pc:chgData name="Zaireeda Mohd Fauzee" userId="317b9630-3a1f-4d7a-ad9a-4df797433863" providerId="ADAL" clId="{9F003DB0-91EA-410E-8C19-B235070F117C}" dt="2023-04-06T02:29:00.006" v="1" actId="6549"/>
        <pc:sldMkLst>
          <pc:docMk/>
          <pc:sldMk cId="684566416" sldId="958"/>
        </pc:sldMkLst>
      </pc:sldChg>
      <pc:sldChg chg="modSp mod">
        <pc:chgData name="Zaireeda Mohd Fauzee" userId="317b9630-3a1f-4d7a-ad9a-4df797433863" providerId="ADAL" clId="{9F003DB0-91EA-410E-8C19-B235070F117C}" dt="2023-04-06T02:29:08.209" v="2" actId="6549"/>
        <pc:sldMkLst>
          <pc:docMk/>
          <pc:sldMk cId="879904752" sldId="959"/>
        </pc:sldMkLst>
      </pc:sldChg>
      <pc:sldChg chg="modSp mod">
        <pc:chgData name="Zaireeda Mohd Fauzee" userId="317b9630-3a1f-4d7a-ad9a-4df797433863" providerId="ADAL" clId="{9F003DB0-91EA-410E-8C19-B235070F117C}" dt="2023-04-06T02:29:12.149" v="3" actId="6549"/>
        <pc:sldMkLst>
          <pc:docMk/>
          <pc:sldMk cId="833097884" sldId="960"/>
        </pc:sldMkLst>
      </pc:sldChg>
      <pc:sldChg chg="modSp mod">
        <pc:chgData name="Zaireeda Mohd Fauzee" userId="317b9630-3a1f-4d7a-ad9a-4df797433863" providerId="ADAL" clId="{9F003DB0-91EA-410E-8C19-B235070F117C}" dt="2023-04-06T02:37:22.898" v="42" actId="5793"/>
        <pc:sldMkLst>
          <pc:docMk/>
          <pc:sldMk cId="1475069859" sldId="961"/>
        </pc:sldMkLst>
      </pc:sldChg>
      <pc:sldChg chg="modSp mod">
        <pc:chgData name="Zaireeda Mohd Fauzee" userId="317b9630-3a1f-4d7a-ad9a-4df797433863" providerId="ADAL" clId="{9F003DB0-91EA-410E-8C19-B235070F117C}" dt="2023-04-06T02:37:17.462" v="40" actId="5793"/>
        <pc:sldMkLst>
          <pc:docMk/>
          <pc:sldMk cId="3192452128" sldId="962"/>
        </pc:sldMkLst>
      </pc:sldChg>
      <pc:sldChg chg="addSp delSp modSp mod modClrScheme chgLayout">
        <pc:chgData name="Zaireeda Mohd Fauzee" userId="317b9630-3a1f-4d7a-ad9a-4df797433863" providerId="ADAL" clId="{9F003DB0-91EA-410E-8C19-B235070F117C}" dt="2023-04-19T15:39:49.545" v="542" actId="207"/>
        <pc:sldMkLst>
          <pc:docMk/>
          <pc:sldMk cId="0" sldId="963"/>
        </pc:sldMkLst>
      </pc:sldChg>
      <pc:sldChg chg="modSp mod">
        <pc:chgData name="Zaireeda Mohd Fauzee" userId="317b9630-3a1f-4d7a-ad9a-4df797433863" providerId="ADAL" clId="{9F003DB0-91EA-410E-8C19-B235070F117C}" dt="2023-04-14T06:38:22.375" v="306" actId="207"/>
        <pc:sldMkLst>
          <pc:docMk/>
          <pc:sldMk cId="4011555944" sldId="971"/>
        </pc:sldMkLst>
      </pc:sldChg>
      <pc:sldChg chg="modSp">
        <pc:chgData name="Zaireeda Mohd Fauzee" userId="317b9630-3a1f-4d7a-ad9a-4df797433863" providerId="ADAL" clId="{9F003DB0-91EA-410E-8C19-B235070F117C}" dt="2023-04-06T02:33:53.251" v="26" actId="207"/>
        <pc:sldMkLst>
          <pc:docMk/>
          <pc:sldMk cId="3480920930" sldId="976"/>
        </pc:sldMkLst>
      </pc:sldChg>
      <pc:sldChg chg="modSp mod">
        <pc:chgData name="Zaireeda Mohd Fauzee" userId="317b9630-3a1f-4d7a-ad9a-4df797433863" providerId="ADAL" clId="{9F003DB0-91EA-410E-8C19-B235070F117C}" dt="2023-04-14T05:53:16.068" v="298" actId="14100"/>
        <pc:sldMkLst>
          <pc:docMk/>
          <pc:sldMk cId="63723" sldId="979"/>
        </pc:sldMkLst>
      </pc:sldChg>
      <pc:sldChg chg="del">
        <pc:chgData name="Zaireeda Mohd Fauzee" userId="317b9630-3a1f-4d7a-ad9a-4df797433863" providerId="ADAL" clId="{9F003DB0-91EA-410E-8C19-B235070F117C}" dt="2023-04-06T02:37:04.102" v="33" actId="47"/>
        <pc:sldMkLst>
          <pc:docMk/>
          <pc:sldMk cId="980226461" sldId="981"/>
        </pc:sldMkLst>
      </pc:sldChg>
      <pc:sldChg chg="del">
        <pc:chgData name="Zaireeda Mohd Fauzee" userId="317b9630-3a1f-4d7a-ad9a-4df797433863" providerId="ADAL" clId="{9F003DB0-91EA-410E-8C19-B235070F117C}" dt="2023-04-06T02:37:07.731" v="35" actId="47"/>
        <pc:sldMkLst>
          <pc:docMk/>
          <pc:sldMk cId="2950387419" sldId="982"/>
        </pc:sldMkLst>
      </pc:sldChg>
      <pc:sldChg chg="del">
        <pc:chgData name="Zaireeda Mohd Fauzee" userId="317b9630-3a1f-4d7a-ad9a-4df797433863" providerId="ADAL" clId="{9F003DB0-91EA-410E-8C19-B235070F117C}" dt="2023-04-06T02:37:09.065" v="37" actId="47"/>
        <pc:sldMkLst>
          <pc:docMk/>
          <pc:sldMk cId="4081293202" sldId="983"/>
        </pc:sldMkLst>
      </pc:sldChg>
      <pc:sldChg chg="del">
        <pc:chgData name="Zaireeda Mohd Fauzee" userId="317b9630-3a1f-4d7a-ad9a-4df797433863" providerId="ADAL" clId="{9F003DB0-91EA-410E-8C19-B235070F117C}" dt="2023-04-06T02:37:04.102" v="33" actId="47"/>
        <pc:sldMkLst>
          <pc:docMk/>
          <pc:sldMk cId="3987256913" sldId="994"/>
        </pc:sldMkLst>
      </pc:sldChg>
      <pc:sldChg chg="del">
        <pc:chgData name="Zaireeda Mohd Fauzee" userId="317b9630-3a1f-4d7a-ad9a-4df797433863" providerId="ADAL" clId="{9F003DB0-91EA-410E-8C19-B235070F117C}" dt="2023-04-06T02:37:04.102" v="33" actId="47"/>
        <pc:sldMkLst>
          <pc:docMk/>
          <pc:sldMk cId="588677443" sldId="995"/>
        </pc:sldMkLst>
      </pc:sldChg>
      <pc:sldChg chg="del">
        <pc:chgData name="Zaireeda Mohd Fauzee" userId="317b9630-3a1f-4d7a-ad9a-4df797433863" providerId="ADAL" clId="{9F003DB0-91EA-410E-8C19-B235070F117C}" dt="2023-04-06T02:37:04.102" v="33" actId="47"/>
        <pc:sldMkLst>
          <pc:docMk/>
          <pc:sldMk cId="3430157757" sldId="996"/>
        </pc:sldMkLst>
      </pc:sldChg>
      <pc:sldChg chg="del">
        <pc:chgData name="Zaireeda Mohd Fauzee" userId="317b9630-3a1f-4d7a-ad9a-4df797433863" providerId="ADAL" clId="{9F003DB0-91EA-410E-8C19-B235070F117C}" dt="2023-04-06T02:37:04.102" v="33" actId="47"/>
        <pc:sldMkLst>
          <pc:docMk/>
          <pc:sldMk cId="2635680357" sldId="997"/>
        </pc:sldMkLst>
      </pc:sldChg>
      <pc:sldChg chg="del">
        <pc:chgData name="Zaireeda Mohd Fauzee" userId="317b9630-3a1f-4d7a-ad9a-4df797433863" providerId="ADAL" clId="{9F003DB0-91EA-410E-8C19-B235070F117C}" dt="2023-04-06T02:37:04.102" v="33" actId="47"/>
        <pc:sldMkLst>
          <pc:docMk/>
          <pc:sldMk cId="589449598" sldId="998"/>
        </pc:sldMkLst>
      </pc:sldChg>
      <pc:sldChg chg="del">
        <pc:chgData name="Zaireeda Mohd Fauzee" userId="317b9630-3a1f-4d7a-ad9a-4df797433863" providerId="ADAL" clId="{9F003DB0-91EA-410E-8C19-B235070F117C}" dt="2023-04-06T02:37:04.102" v="33" actId="47"/>
        <pc:sldMkLst>
          <pc:docMk/>
          <pc:sldMk cId="3167770502" sldId="999"/>
        </pc:sldMkLst>
      </pc:sldChg>
      <pc:sldChg chg="del">
        <pc:chgData name="Zaireeda Mohd Fauzee" userId="317b9630-3a1f-4d7a-ad9a-4df797433863" providerId="ADAL" clId="{9F003DB0-91EA-410E-8C19-B235070F117C}" dt="2023-04-06T02:37:04.102" v="33" actId="47"/>
        <pc:sldMkLst>
          <pc:docMk/>
          <pc:sldMk cId="410500052" sldId="1000"/>
        </pc:sldMkLst>
      </pc:sldChg>
      <pc:sldChg chg="del">
        <pc:chgData name="Zaireeda Mohd Fauzee" userId="317b9630-3a1f-4d7a-ad9a-4df797433863" providerId="ADAL" clId="{9F003DB0-91EA-410E-8C19-B235070F117C}" dt="2023-04-06T02:37:04.102" v="33" actId="47"/>
        <pc:sldMkLst>
          <pc:docMk/>
          <pc:sldMk cId="1539569449" sldId="1003"/>
        </pc:sldMkLst>
      </pc:sldChg>
      <pc:sldChg chg="del">
        <pc:chgData name="Zaireeda Mohd Fauzee" userId="317b9630-3a1f-4d7a-ad9a-4df797433863" providerId="ADAL" clId="{9F003DB0-91EA-410E-8C19-B235070F117C}" dt="2023-04-06T02:37:04.102" v="33" actId="47"/>
        <pc:sldMkLst>
          <pc:docMk/>
          <pc:sldMk cId="1793483274" sldId="1005"/>
        </pc:sldMkLst>
      </pc:sldChg>
      <pc:sldChg chg="del">
        <pc:chgData name="Zaireeda Mohd Fauzee" userId="317b9630-3a1f-4d7a-ad9a-4df797433863" providerId="ADAL" clId="{9F003DB0-91EA-410E-8C19-B235070F117C}" dt="2023-04-06T02:37:04.102" v="33" actId="47"/>
        <pc:sldMkLst>
          <pc:docMk/>
          <pc:sldMk cId="743341377" sldId="1006"/>
        </pc:sldMkLst>
      </pc:sldChg>
      <pc:sldChg chg="del">
        <pc:chgData name="Zaireeda Mohd Fauzee" userId="317b9630-3a1f-4d7a-ad9a-4df797433863" providerId="ADAL" clId="{9F003DB0-91EA-410E-8C19-B235070F117C}" dt="2023-04-06T02:37:04.102" v="33" actId="47"/>
        <pc:sldMkLst>
          <pc:docMk/>
          <pc:sldMk cId="1923335085" sldId="1009"/>
        </pc:sldMkLst>
      </pc:sldChg>
      <pc:sldChg chg="del">
        <pc:chgData name="Zaireeda Mohd Fauzee" userId="317b9630-3a1f-4d7a-ad9a-4df797433863" providerId="ADAL" clId="{9F003DB0-91EA-410E-8C19-B235070F117C}" dt="2023-04-06T02:37:04.102" v="33" actId="47"/>
        <pc:sldMkLst>
          <pc:docMk/>
          <pc:sldMk cId="3636045435" sldId="1010"/>
        </pc:sldMkLst>
      </pc:sldChg>
      <pc:sldChg chg="del">
        <pc:chgData name="Zaireeda Mohd Fauzee" userId="317b9630-3a1f-4d7a-ad9a-4df797433863" providerId="ADAL" clId="{9F003DB0-91EA-410E-8C19-B235070F117C}" dt="2023-04-06T02:37:04.102" v="33" actId="47"/>
        <pc:sldMkLst>
          <pc:docMk/>
          <pc:sldMk cId="2761695120" sldId="1011"/>
        </pc:sldMkLst>
      </pc:sldChg>
      <pc:sldChg chg="del">
        <pc:chgData name="Zaireeda Mohd Fauzee" userId="317b9630-3a1f-4d7a-ad9a-4df797433863" providerId="ADAL" clId="{9F003DB0-91EA-410E-8C19-B235070F117C}" dt="2023-04-06T02:37:04.102" v="33" actId="47"/>
        <pc:sldMkLst>
          <pc:docMk/>
          <pc:sldMk cId="1822121481" sldId="1014"/>
        </pc:sldMkLst>
      </pc:sldChg>
      <pc:sldChg chg="del">
        <pc:chgData name="Zaireeda Mohd Fauzee" userId="317b9630-3a1f-4d7a-ad9a-4df797433863" providerId="ADAL" clId="{9F003DB0-91EA-410E-8C19-B235070F117C}" dt="2023-04-06T02:37:04.102" v="33" actId="47"/>
        <pc:sldMkLst>
          <pc:docMk/>
          <pc:sldMk cId="4115878986" sldId="1015"/>
        </pc:sldMkLst>
      </pc:sldChg>
      <pc:sldChg chg="delSp modSp add mod">
        <pc:chgData name="Zaireeda Mohd Fauzee" userId="317b9630-3a1f-4d7a-ad9a-4df797433863" providerId="ADAL" clId="{9F003DB0-91EA-410E-8C19-B235070F117C}" dt="2023-04-06T04:04:46.391" v="187" actId="20577"/>
        <pc:sldMkLst>
          <pc:docMk/>
          <pc:sldMk cId="3492515554" sldId="1022"/>
        </pc:sldMkLst>
      </pc:sldChg>
      <pc:sldChg chg="addSp delSp modSp new mod">
        <pc:chgData name="Zaireeda Mohd Fauzee" userId="317b9630-3a1f-4d7a-ad9a-4df797433863" providerId="ADAL" clId="{9F003DB0-91EA-410E-8C19-B235070F117C}" dt="2023-04-19T15:42:37.015" v="591" actId="6549"/>
        <pc:sldMkLst>
          <pc:docMk/>
          <pc:sldMk cId="285326143" sldId="1023"/>
        </pc:sldMkLst>
      </pc:sldChg>
      <pc:sldChg chg="addSp delSp modSp add mod ord">
        <pc:chgData name="Zaireeda Mohd Fauzee" userId="317b9630-3a1f-4d7a-ad9a-4df797433863" providerId="ADAL" clId="{9F003DB0-91EA-410E-8C19-B235070F117C}" dt="2023-04-19T15:48:54.660" v="769"/>
        <pc:sldMkLst>
          <pc:docMk/>
          <pc:sldMk cId="776331209" sldId="1024"/>
        </pc:sldMkLst>
      </pc:sldChg>
      <pc:sldChg chg="modSp add mod ord">
        <pc:chgData name="Zaireeda Mohd Fauzee" userId="317b9630-3a1f-4d7a-ad9a-4df797433863" providerId="ADAL" clId="{9F003DB0-91EA-410E-8C19-B235070F117C}" dt="2023-04-19T15:49:53.485" v="777"/>
        <pc:sldMkLst>
          <pc:docMk/>
          <pc:sldMk cId="2814466155" sldId="1025"/>
        </pc:sldMkLst>
      </pc:sldChg>
      <pc:sldChg chg="addSp delSp modSp add mod">
        <pc:chgData name="Zaireeda Mohd Fauzee" userId="317b9630-3a1f-4d7a-ad9a-4df797433863" providerId="ADAL" clId="{9F003DB0-91EA-410E-8C19-B235070F117C}" dt="2023-04-19T15:50:47.501" v="788" actId="1076"/>
        <pc:sldMkLst>
          <pc:docMk/>
          <pc:sldMk cId="697707423" sldId="1026"/>
        </pc:sldMkLst>
      </pc:sldChg>
      <pc:sldChg chg="modSp add mod">
        <pc:chgData name="Zaireeda Mohd Fauzee" userId="317b9630-3a1f-4d7a-ad9a-4df797433863" providerId="ADAL" clId="{9F003DB0-91EA-410E-8C19-B235070F117C}" dt="2023-04-19T15:52:11.641" v="808" actId="20577"/>
        <pc:sldMkLst>
          <pc:docMk/>
          <pc:sldMk cId="2741099591" sldId="1027"/>
        </pc:sldMkLst>
      </pc:sldChg>
      <pc:sldChg chg="addSp modSp new mod">
        <pc:chgData name="Zaireeda Mohd Fauzee" userId="317b9630-3a1f-4d7a-ad9a-4df797433863" providerId="ADAL" clId="{9F003DB0-91EA-410E-8C19-B235070F117C}" dt="2023-04-19T15:53:19.902" v="821" actId="1076"/>
        <pc:sldMkLst>
          <pc:docMk/>
          <pc:sldMk cId="3415171417" sldId="1028"/>
        </pc:sldMkLst>
      </pc:sldChg>
    </pc:docChg>
  </pc:docChgLst>
  <pc:docChgLst>
    <pc:chgData name="Zaireeda Mohd Fauzee" userId="317b9630-3a1f-4d7a-ad9a-4df797433863" providerId="ADAL" clId="{008336E4-650C-417C-BD4D-4BA7FC4EA329}"/>
    <pc:docChg chg="custSel modSld">
      <pc:chgData name="Zaireeda Mohd Fauzee" userId="317b9630-3a1f-4d7a-ad9a-4df797433863" providerId="ADAL" clId="{008336E4-650C-417C-BD4D-4BA7FC4EA329}" dt="2024-04-04T04:03:03.795" v="146" actId="729"/>
      <pc:docMkLst>
        <pc:docMk/>
      </pc:docMkLst>
      <pc:sldChg chg="modSp mod">
        <pc:chgData name="Zaireeda Mohd Fauzee" userId="317b9630-3a1f-4d7a-ad9a-4df797433863" providerId="ADAL" clId="{008336E4-650C-417C-BD4D-4BA7FC4EA329}" dt="2024-04-04T02:25:06.227" v="137" actId="20577"/>
        <pc:sldMkLst>
          <pc:docMk/>
          <pc:sldMk cId="0" sldId="474"/>
        </pc:sldMkLst>
      </pc:sldChg>
      <pc:sldChg chg="mod modShow">
        <pc:chgData name="Zaireeda Mohd Fauzee" userId="317b9630-3a1f-4d7a-ad9a-4df797433863" providerId="ADAL" clId="{008336E4-650C-417C-BD4D-4BA7FC4EA329}" dt="2024-04-04T04:02:42.113" v="142" actId="729"/>
        <pc:sldMkLst>
          <pc:docMk/>
          <pc:sldMk cId="0" sldId="664"/>
        </pc:sldMkLst>
      </pc:sldChg>
      <pc:sldChg chg="mod modShow">
        <pc:chgData name="Zaireeda Mohd Fauzee" userId="317b9630-3a1f-4d7a-ad9a-4df797433863" providerId="ADAL" clId="{008336E4-650C-417C-BD4D-4BA7FC4EA329}" dt="2024-04-04T04:02:47.541" v="143" actId="729"/>
        <pc:sldMkLst>
          <pc:docMk/>
          <pc:sldMk cId="0" sldId="665"/>
        </pc:sldMkLst>
      </pc:sldChg>
      <pc:sldChg chg="mod modShow">
        <pc:chgData name="Zaireeda Mohd Fauzee" userId="317b9630-3a1f-4d7a-ad9a-4df797433863" providerId="ADAL" clId="{008336E4-650C-417C-BD4D-4BA7FC4EA329}" dt="2024-04-04T04:02:50.654" v="144" actId="729"/>
        <pc:sldMkLst>
          <pc:docMk/>
          <pc:sldMk cId="0" sldId="666"/>
        </pc:sldMkLst>
      </pc:sldChg>
      <pc:sldChg chg="mod modShow">
        <pc:chgData name="Zaireeda Mohd Fauzee" userId="317b9630-3a1f-4d7a-ad9a-4df797433863" providerId="ADAL" clId="{008336E4-650C-417C-BD4D-4BA7FC4EA329}" dt="2024-04-04T04:03:00.606" v="145" actId="729"/>
        <pc:sldMkLst>
          <pc:docMk/>
          <pc:sldMk cId="0" sldId="667"/>
        </pc:sldMkLst>
      </pc:sldChg>
      <pc:sldChg chg="mod modShow">
        <pc:chgData name="Zaireeda Mohd Fauzee" userId="317b9630-3a1f-4d7a-ad9a-4df797433863" providerId="ADAL" clId="{008336E4-650C-417C-BD4D-4BA7FC4EA329}" dt="2024-04-04T04:03:03.795" v="146" actId="729"/>
        <pc:sldMkLst>
          <pc:docMk/>
          <pc:sldMk cId="0" sldId="668"/>
        </pc:sldMkLst>
      </pc:sldChg>
      <pc:sldChg chg="modSp">
        <pc:chgData name="Zaireeda Mohd Fauzee" userId="317b9630-3a1f-4d7a-ad9a-4df797433863" providerId="ADAL" clId="{008336E4-650C-417C-BD4D-4BA7FC4EA329}" dt="2024-04-04T04:00:40.618" v="141" actId="113"/>
        <pc:sldMkLst>
          <pc:docMk/>
          <pc:sldMk cId="0" sldId="670"/>
        </pc:sldMkLst>
      </pc:sldChg>
    </pc:docChg>
  </pc:docChgLst>
  <pc:docChgLst>
    <pc:chgData name="Zaireeda Mohd Fauzee" userId="317b9630-3a1f-4d7a-ad9a-4df797433863" providerId="ADAL" clId="{94784319-8D83-4238-BF74-6E4092B6E2EC}"/>
    <pc:docChg chg="modSld">
      <pc:chgData name="Zaireeda Mohd Fauzee" userId="317b9630-3a1f-4d7a-ad9a-4df797433863" providerId="ADAL" clId="{94784319-8D83-4238-BF74-6E4092B6E2EC}" dt="2025-03-06T00:47:46.377" v="5" actId="20577"/>
      <pc:docMkLst>
        <pc:docMk/>
      </pc:docMkLst>
      <pc:sldChg chg="modSp mod">
        <pc:chgData name="Zaireeda Mohd Fauzee" userId="317b9630-3a1f-4d7a-ad9a-4df797433863" providerId="ADAL" clId="{94784319-8D83-4238-BF74-6E4092B6E2EC}" dt="2025-03-06T00:47:46.377" v="5" actId="20577"/>
        <pc:sldMkLst>
          <pc:docMk/>
          <pc:sldMk cId="0" sldId="948"/>
        </pc:sldMkLst>
        <pc:spChg chg="mod">
          <ac:chgData name="Zaireeda Mohd Fauzee" userId="317b9630-3a1f-4d7a-ad9a-4df797433863" providerId="ADAL" clId="{94784319-8D83-4238-BF74-6E4092B6E2EC}" dt="2025-03-06T00:47:46.377" v="5" actId="20577"/>
          <ac:spMkLst>
            <pc:docMk/>
            <pc:sldMk cId="0" sldId="948"/>
            <ac:spMk id="6" creationId="{00000000-0000-0000-0000-000000000000}"/>
          </ac:spMkLst>
        </pc:spChg>
      </pc:sldChg>
    </pc:docChg>
  </pc:docChgLst>
  <pc:docChgLst>
    <pc:chgData name="Zaireeda Mohd Fauzee" userId="317b9630-3a1f-4d7a-ad9a-4df797433863" providerId="ADAL" clId="{B654F375-8678-480E-BC6E-5B975AC5CBFC}"/>
    <pc:docChg chg="undo custSel delSld modSld modMainMaster">
      <pc:chgData name="Zaireeda Mohd Fauzee" userId="317b9630-3a1f-4d7a-ad9a-4df797433863" providerId="ADAL" clId="{B654F375-8678-480E-BC6E-5B975AC5CBFC}" dt="2023-08-28T17:17:21.713" v="299" actId="1076"/>
      <pc:docMkLst>
        <pc:docMk/>
      </pc:docMkLst>
      <pc:sldChg chg="delSp modSp mod chgLayout">
        <pc:chgData name="Zaireeda Mohd Fauzee" userId="317b9630-3a1f-4d7a-ad9a-4df797433863" providerId="ADAL" clId="{B654F375-8678-480E-BC6E-5B975AC5CBFC}" dt="2023-08-28T16:27:20.971" v="83" actId="478"/>
        <pc:sldMkLst>
          <pc:docMk/>
          <pc:sldMk cId="0" sldId="326"/>
        </pc:sldMkLst>
      </pc:sldChg>
      <pc:sldChg chg="delSp modSp mod chgLayout">
        <pc:chgData name="Zaireeda Mohd Fauzee" userId="317b9630-3a1f-4d7a-ad9a-4df797433863" providerId="ADAL" clId="{B654F375-8678-480E-BC6E-5B975AC5CBFC}" dt="2023-08-28T16:27:08.417" v="77" actId="478"/>
        <pc:sldMkLst>
          <pc:docMk/>
          <pc:sldMk cId="0" sldId="392"/>
        </pc:sldMkLst>
      </pc:sldChg>
      <pc:sldChg chg="addSp delSp modSp mod chgLayout">
        <pc:chgData name="Zaireeda Mohd Fauzee" userId="317b9630-3a1f-4d7a-ad9a-4df797433863" providerId="ADAL" clId="{B654F375-8678-480E-BC6E-5B975AC5CBFC}" dt="2023-08-28T17:17:21.713" v="299" actId="1076"/>
        <pc:sldMkLst>
          <pc:docMk/>
          <pc:sldMk cId="0" sldId="394"/>
        </pc:sldMkLst>
      </pc:sldChg>
      <pc:sldChg chg="delSp modSp mod chgLayout">
        <pc:chgData name="Zaireeda Mohd Fauzee" userId="317b9630-3a1f-4d7a-ad9a-4df797433863" providerId="ADAL" clId="{B654F375-8678-480E-BC6E-5B975AC5CBFC}" dt="2023-08-28T16:27:19.318" v="82" actId="478"/>
        <pc:sldMkLst>
          <pc:docMk/>
          <pc:sldMk cId="0" sldId="395"/>
        </pc:sldMkLst>
      </pc:sldChg>
      <pc:sldChg chg="delSp modSp mod chgLayout">
        <pc:chgData name="Zaireeda Mohd Fauzee" userId="317b9630-3a1f-4d7a-ad9a-4df797433863" providerId="ADAL" clId="{B654F375-8678-480E-BC6E-5B975AC5CBFC}" dt="2023-08-28T16:34:35.738" v="117" actId="1036"/>
        <pc:sldMkLst>
          <pc:docMk/>
          <pc:sldMk cId="0" sldId="474"/>
        </pc:sldMkLst>
      </pc:sldChg>
      <pc:sldChg chg="delSp modSp mod chgLayout">
        <pc:chgData name="Zaireeda Mohd Fauzee" userId="317b9630-3a1f-4d7a-ad9a-4df797433863" providerId="ADAL" clId="{B654F375-8678-480E-BC6E-5B975AC5CBFC}" dt="2023-08-28T16:25:23.297" v="33" actId="478"/>
        <pc:sldMkLst>
          <pc:docMk/>
          <pc:sldMk cId="0" sldId="475"/>
        </pc:sldMkLst>
      </pc:sldChg>
      <pc:sldChg chg="delSp modSp mod chgLayout">
        <pc:chgData name="Zaireeda Mohd Fauzee" userId="317b9630-3a1f-4d7a-ad9a-4df797433863" providerId="ADAL" clId="{B654F375-8678-480E-BC6E-5B975AC5CBFC}" dt="2023-08-28T16:25:26.455" v="34" actId="478"/>
        <pc:sldMkLst>
          <pc:docMk/>
          <pc:sldMk cId="0" sldId="476"/>
        </pc:sldMkLst>
      </pc:sldChg>
      <pc:sldChg chg="addSp delSp modSp mod chgLayout">
        <pc:chgData name="Zaireeda Mohd Fauzee" userId="317b9630-3a1f-4d7a-ad9a-4df797433863" providerId="ADAL" clId="{B654F375-8678-480E-BC6E-5B975AC5CBFC}" dt="2023-08-28T16:36:26.888" v="129" actId="113"/>
        <pc:sldMkLst>
          <pc:docMk/>
          <pc:sldMk cId="0" sldId="480"/>
        </pc:sldMkLst>
      </pc:sldChg>
      <pc:sldChg chg="delSp modSp mod chgLayout">
        <pc:chgData name="Zaireeda Mohd Fauzee" userId="317b9630-3a1f-4d7a-ad9a-4df797433863" providerId="ADAL" clId="{B654F375-8678-480E-BC6E-5B975AC5CBFC}" dt="2023-08-28T16:35:50.002" v="119" actId="207"/>
        <pc:sldMkLst>
          <pc:docMk/>
          <pc:sldMk cId="0" sldId="481"/>
        </pc:sldMkLst>
      </pc:sldChg>
      <pc:sldChg chg="delSp modSp mod chgLayout">
        <pc:chgData name="Zaireeda Mohd Fauzee" userId="317b9630-3a1f-4d7a-ad9a-4df797433863" providerId="ADAL" clId="{B654F375-8678-480E-BC6E-5B975AC5CBFC}" dt="2023-08-28T16:25:33.401" v="37" actId="478"/>
        <pc:sldMkLst>
          <pc:docMk/>
          <pc:sldMk cId="0" sldId="482"/>
        </pc:sldMkLst>
      </pc:sldChg>
      <pc:sldChg chg="delSp modSp mod chgLayout">
        <pc:chgData name="Zaireeda Mohd Fauzee" userId="317b9630-3a1f-4d7a-ad9a-4df797433863" providerId="ADAL" clId="{B654F375-8678-480E-BC6E-5B975AC5CBFC}" dt="2023-08-28T16:25:37.568" v="38" actId="478"/>
        <pc:sldMkLst>
          <pc:docMk/>
          <pc:sldMk cId="0" sldId="487"/>
        </pc:sldMkLst>
      </pc:sldChg>
      <pc:sldChg chg="addSp delSp modSp mod chgLayout">
        <pc:chgData name="Zaireeda Mohd Fauzee" userId="317b9630-3a1f-4d7a-ad9a-4df797433863" providerId="ADAL" clId="{B654F375-8678-480E-BC6E-5B975AC5CBFC}" dt="2023-08-28T16:38:50.378" v="133" actId="5793"/>
        <pc:sldMkLst>
          <pc:docMk/>
          <pc:sldMk cId="0" sldId="492"/>
        </pc:sldMkLst>
      </pc:sldChg>
      <pc:sldChg chg="addSp delSp modSp mod chgLayout">
        <pc:chgData name="Zaireeda Mohd Fauzee" userId="317b9630-3a1f-4d7a-ad9a-4df797433863" providerId="ADAL" clId="{B654F375-8678-480E-BC6E-5B975AC5CBFC}" dt="2023-08-28T16:39:16.213" v="135" actId="20577"/>
        <pc:sldMkLst>
          <pc:docMk/>
          <pc:sldMk cId="0" sldId="496"/>
        </pc:sldMkLst>
      </pc:sldChg>
      <pc:sldChg chg="delSp modSp mod chgLayout">
        <pc:chgData name="Zaireeda Mohd Fauzee" userId="317b9630-3a1f-4d7a-ad9a-4df797433863" providerId="ADAL" clId="{B654F375-8678-480E-BC6E-5B975AC5CBFC}" dt="2023-08-28T16:25:54.846" v="45" actId="478"/>
        <pc:sldMkLst>
          <pc:docMk/>
          <pc:sldMk cId="0" sldId="497"/>
        </pc:sldMkLst>
      </pc:sldChg>
      <pc:sldChg chg="addSp delSp modSp mod chgLayout">
        <pc:chgData name="Zaireeda Mohd Fauzee" userId="317b9630-3a1f-4d7a-ad9a-4df797433863" providerId="ADAL" clId="{B654F375-8678-480E-BC6E-5B975AC5CBFC}" dt="2023-08-28T16:26:02.530" v="48" actId="478"/>
        <pc:sldMkLst>
          <pc:docMk/>
          <pc:sldMk cId="0" sldId="498"/>
        </pc:sldMkLst>
      </pc:sldChg>
      <pc:sldChg chg="addSp delSp modSp mod chgLayout">
        <pc:chgData name="Zaireeda Mohd Fauzee" userId="317b9630-3a1f-4d7a-ad9a-4df797433863" providerId="ADAL" clId="{B654F375-8678-480E-BC6E-5B975AC5CBFC}" dt="2023-08-28T16:26:04.466" v="49" actId="478"/>
        <pc:sldMkLst>
          <pc:docMk/>
          <pc:sldMk cId="0" sldId="499"/>
        </pc:sldMkLst>
      </pc:sldChg>
      <pc:sldChg chg="delSp modSp mod chgLayout">
        <pc:chgData name="Zaireeda Mohd Fauzee" userId="317b9630-3a1f-4d7a-ad9a-4df797433863" providerId="ADAL" clId="{B654F375-8678-480E-BC6E-5B975AC5CBFC}" dt="2023-08-28T16:26:08.189" v="51" actId="478"/>
        <pc:sldMkLst>
          <pc:docMk/>
          <pc:sldMk cId="0" sldId="504"/>
        </pc:sldMkLst>
      </pc:sldChg>
      <pc:sldChg chg="addSp delSp modSp mod chgLayout">
        <pc:chgData name="Zaireeda Mohd Fauzee" userId="317b9630-3a1f-4d7a-ad9a-4df797433863" providerId="ADAL" clId="{B654F375-8678-480E-BC6E-5B975AC5CBFC}" dt="2023-08-28T16:26:10.234" v="52" actId="478"/>
        <pc:sldMkLst>
          <pc:docMk/>
          <pc:sldMk cId="0" sldId="505"/>
        </pc:sldMkLst>
      </pc:sldChg>
      <pc:sldChg chg="addSp delSp modSp mod chgLayout">
        <pc:chgData name="Zaireeda Mohd Fauzee" userId="317b9630-3a1f-4d7a-ad9a-4df797433863" providerId="ADAL" clId="{B654F375-8678-480E-BC6E-5B975AC5CBFC}" dt="2023-08-28T16:26:12.044" v="53" actId="478"/>
        <pc:sldMkLst>
          <pc:docMk/>
          <pc:sldMk cId="0" sldId="509"/>
        </pc:sldMkLst>
      </pc:sldChg>
      <pc:sldChg chg="addSp delSp modSp mod chgLayout">
        <pc:chgData name="Zaireeda Mohd Fauzee" userId="317b9630-3a1f-4d7a-ad9a-4df797433863" providerId="ADAL" clId="{B654F375-8678-480E-BC6E-5B975AC5CBFC}" dt="2023-08-28T16:26:14.554" v="54" actId="478"/>
        <pc:sldMkLst>
          <pc:docMk/>
          <pc:sldMk cId="0" sldId="510"/>
        </pc:sldMkLst>
      </pc:sldChg>
      <pc:sldChg chg="addSp delSp modSp mod chgLayout">
        <pc:chgData name="Zaireeda Mohd Fauzee" userId="317b9630-3a1f-4d7a-ad9a-4df797433863" providerId="ADAL" clId="{B654F375-8678-480E-BC6E-5B975AC5CBFC}" dt="2023-08-28T16:57:30.831" v="216" actId="404"/>
        <pc:sldMkLst>
          <pc:docMk/>
          <pc:sldMk cId="0" sldId="511"/>
        </pc:sldMkLst>
      </pc:sldChg>
      <pc:sldChg chg="addSp delSp modSp mod chgLayout">
        <pc:chgData name="Zaireeda Mohd Fauzee" userId="317b9630-3a1f-4d7a-ad9a-4df797433863" providerId="ADAL" clId="{B654F375-8678-480E-BC6E-5B975AC5CBFC}" dt="2023-08-28T16:26:20.237" v="57" actId="478"/>
        <pc:sldMkLst>
          <pc:docMk/>
          <pc:sldMk cId="0" sldId="512"/>
        </pc:sldMkLst>
      </pc:sldChg>
      <pc:sldChg chg="delSp modSp mod chgLayout">
        <pc:chgData name="Zaireeda Mohd Fauzee" userId="317b9630-3a1f-4d7a-ad9a-4df797433863" providerId="ADAL" clId="{B654F375-8678-480E-BC6E-5B975AC5CBFC}" dt="2023-08-28T16:26:23.195" v="58" actId="478"/>
        <pc:sldMkLst>
          <pc:docMk/>
          <pc:sldMk cId="0" sldId="523"/>
        </pc:sldMkLst>
      </pc:sldChg>
      <pc:sldChg chg="addSp delSp modSp mod chgLayout">
        <pc:chgData name="Zaireeda Mohd Fauzee" userId="317b9630-3a1f-4d7a-ad9a-4df797433863" providerId="ADAL" clId="{B654F375-8678-480E-BC6E-5B975AC5CBFC}" dt="2023-08-28T16:26:25.720" v="59" actId="478"/>
        <pc:sldMkLst>
          <pc:docMk/>
          <pc:sldMk cId="0" sldId="525"/>
        </pc:sldMkLst>
      </pc:sldChg>
      <pc:sldChg chg="addSp delSp modSp mod chgLayout">
        <pc:chgData name="Zaireeda Mohd Fauzee" userId="317b9630-3a1f-4d7a-ad9a-4df797433863" providerId="ADAL" clId="{B654F375-8678-480E-BC6E-5B975AC5CBFC}" dt="2023-08-28T17:06:33.313" v="270" actId="113"/>
        <pc:sldMkLst>
          <pc:docMk/>
          <pc:sldMk cId="0" sldId="663"/>
        </pc:sldMkLst>
      </pc:sldChg>
      <pc:sldChg chg="addSp delSp modSp mod chgLayout">
        <pc:chgData name="Zaireeda Mohd Fauzee" userId="317b9630-3a1f-4d7a-ad9a-4df797433863" providerId="ADAL" clId="{B654F375-8678-480E-BC6E-5B975AC5CBFC}" dt="2023-08-28T17:06:02.856" v="266" actId="6549"/>
        <pc:sldMkLst>
          <pc:docMk/>
          <pc:sldMk cId="0" sldId="664"/>
        </pc:sldMkLst>
      </pc:sldChg>
      <pc:sldChg chg="delSp modSp mod chgLayout">
        <pc:chgData name="Zaireeda Mohd Fauzee" userId="317b9630-3a1f-4d7a-ad9a-4df797433863" providerId="ADAL" clId="{B654F375-8678-480E-BC6E-5B975AC5CBFC}" dt="2023-08-28T16:26:32.474" v="62" actId="478"/>
        <pc:sldMkLst>
          <pc:docMk/>
          <pc:sldMk cId="0" sldId="665"/>
        </pc:sldMkLst>
      </pc:sldChg>
      <pc:sldChg chg="delSp modSp mod chgLayout">
        <pc:chgData name="Zaireeda Mohd Fauzee" userId="317b9630-3a1f-4d7a-ad9a-4df797433863" providerId="ADAL" clId="{B654F375-8678-480E-BC6E-5B975AC5CBFC}" dt="2023-08-28T16:26:34.128" v="63" actId="478"/>
        <pc:sldMkLst>
          <pc:docMk/>
          <pc:sldMk cId="0" sldId="666"/>
        </pc:sldMkLst>
      </pc:sldChg>
      <pc:sldChg chg="addSp delSp modSp mod chgLayout">
        <pc:chgData name="Zaireeda Mohd Fauzee" userId="317b9630-3a1f-4d7a-ad9a-4df797433863" providerId="ADAL" clId="{B654F375-8678-480E-BC6E-5B975AC5CBFC}" dt="2023-08-28T16:26:35.731" v="64" actId="478"/>
        <pc:sldMkLst>
          <pc:docMk/>
          <pc:sldMk cId="0" sldId="667"/>
        </pc:sldMkLst>
      </pc:sldChg>
      <pc:sldChg chg="delSp modSp mod chgLayout">
        <pc:chgData name="Zaireeda Mohd Fauzee" userId="317b9630-3a1f-4d7a-ad9a-4df797433863" providerId="ADAL" clId="{B654F375-8678-480E-BC6E-5B975AC5CBFC}" dt="2023-08-28T16:26:37.508" v="65" actId="478"/>
        <pc:sldMkLst>
          <pc:docMk/>
          <pc:sldMk cId="0" sldId="668"/>
        </pc:sldMkLst>
      </pc:sldChg>
      <pc:sldChg chg="delSp modSp mod chgLayout">
        <pc:chgData name="Zaireeda Mohd Fauzee" userId="317b9630-3a1f-4d7a-ad9a-4df797433863" providerId="ADAL" clId="{B654F375-8678-480E-BC6E-5B975AC5CBFC}" dt="2023-08-28T16:26:39.227" v="66" actId="478"/>
        <pc:sldMkLst>
          <pc:docMk/>
          <pc:sldMk cId="0" sldId="670"/>
        </pc:sldMkLst>
      </pc:sldChg>
      <pc:sldChg chg="delSp modSp mod chgLayout">
        <pc:chgData name="Zaireeda Mohd Fauzee" userId="317b9630-3a1f-4d7a-ad9a-4df797433863" providerId="ADAL" clId="{B654F375-8678-480E-BC6E-5B975AC5CBFC}" dt="2023-08-28T16:26:40.935" v="67" actId="478"/>
        <pc:sldMkLst>
          <pc:docMk/>
          <pc:sldMk cId="0" sldId="671"/>
        </pc:sldMkLst>
      </pc:sldChg>
      <pc:sldChg chg="addSp delSp modSp mod chgLayout">
        <pc:chgData name="Zaireeda Mohd Fauzee" userId="317b9630-3a1f-4d7a-ad9a-4df797433863" providerId="ADAL" clId="{B654F375-8678-480E-BC6E-5B975AC5CBFC}" dt="2023-08-28T16:26:42.854" v="68" actId="478"/>
        <pc:sldMkLst>
          <pc:docMk/>
          <pc:sldMk cId="0" sldId="672"/>
        </pc:sldMkLst>
      </pc:sldChg>
      <pc:sldChg chg="addSp delSp modSp mod chgLayout">
        <pc:chgData name="Zaireeda Mohd Fauzee" userId="317b9630-3a1f-4d7a-ad9a-4df797433863" providerId="ADAL" clId="{B654F375-8678-480E-BC6E-5B975AC5CBFC}" dt="2023-08-28T16:26:44.568" v="69" actId="478"/>
        <pc:sldMkLst>
          <pc:docMk/>
          <pc:sldMk cId="0" sldId="673"/>
        </pc:sldMkLst>
      </pc:sldChg>
      <pc:sldChg chg="delSp modSp mod chgLayout">
        <pc:chgData name="Zaireeda Mohd Fauzee" userId="317b9630-3a1f-4d7a-ad9a-4df797433863" providerId="ADAL" clId="{B654F375-8678-480E-BC6E-5B975AC5CBFC}" dt="2023-08-28T16:26:48.046" v="70" actId="478"/>
        <pc:sldMkLst>
          <pc:docMk/>
          <pc:sldMk cId="0" sldId="675"/>
        </pc:sldMkLst>
      </pc:sldChg>
      <pc:sldChg chg="addSp delSp modSp mod chgLayout">
        <pc:chgData name="Zaireeda Mohd Fauzee" userId="317b9630-3a1f-4d7a-ad9a-4df797433863" providerId="ADAL" clId="{B654F375-8678-480E-BC6E-5B975AC5CBFC}" dt="2023-08-28T16:30:23.466" v="105" actId="403"/>
        <pc:sldMkLst>
          <pc:docMk/>
          <pc:sldMk cId="0" sldId="922"/>
        </pc:sldMkLst>
      </pc:sldChg>
      <pc:sldChg chg="addSp delSp modSp mod chgLayout">
        <pc:chgData name="Zaireeda Mohd Fauzee" userId="317b9630-3a1f-4d7a-ad9a-4df797433863" providerId="ADAL" clId="{B654F375-8678-480E-BC6E-5B975AC5CBFC}" dt="2023-08-28T16:24:14.071" v="21" actId="403"/>
        <pc:sldMkLst>
          <pc:docMk/>
          <pc:sldMk cId="0" sldId="948"/>
        </pc:sldMkLst>
      </pc:sldChg>
      <pc:sldChg chg="addSp delSp modSp mod chgLayout">
        <pc:chgData name="Zaireeda Mohd Fauzee" userId="317b9630-3a1f-4d7a-ad9a-4df797433863" providerId="ADAL" clId="{B654F375-8678-480E-BC6E-5B975AC5CBFC}" dt="2023-08-28T16:27:30.179" v="87" actId="478"/>
        <pc:sldMkLst>
          <pc:docMk/>
          <pc:sldMk cId="541482776" sldId="950"/>
        </pc:sldMkLst>
      </pc:sldChg>
      <pc:sldChg chg="addSp delSp modSp mod chgLayout">
        <pc:chgData name="Zaireeda Mohd Fauzee" userId="317b9630-3a1f-4d7a-ad9a-4df797433863" providerId="ADAL" clId="{B654F375-8678-480E-BC6E-5B975AC5CBFC}" dt="2023-08-28T16:24:53.610" v="28" actId="478"/>
        <pc:sldMkLst>
          <pc:docMk/>
          <pc:sldMk cId="684566416" sldId="958"/>
        </pc:sldMkLst>
      </pc:sldChg>
      <pc:sldChg chg="addSp delSp modSp mod chgLayout">
        <pc:chgData name="Zaireeda Mohd Fauzee" userId="317b9630-3a1f-4d7a-ad9a-4df797433863" providerId="ADAL" clId="{B654F375-8678-480E-BC6E-5B975AC5CBFC}" dt="2023-08-28T16:25:05.924" v="29" actId="478"/>
        <pc:sldMkLst>
          <pc:docMk/>
          <pc:sldMk cId="879904752" sldId="959"/>
        </pc:sldMkLst>
      </pc:sldChg>
      <pc:sldChg chg="addSp delSp modSp mod chgLayout">
        <pc:chgData name="Zaireeda Mohd Fauzee" userId="317b9630-3a1f-4d7a-ad9a-4df797433863" providerId="ADAL" clId="{B654F375-8678-480E-BC6E-5B975AC5CBFC}" dt="2023-08-28T16:25:10.119" v="30" actId="478"/>
        <pc:sldMkLst>
          <pc:docMk/>
          <pc:sldMk cId="833097884" sldId="960"/>
        </pc:sldMkLst>
      </pc:sldChg>
      <pc:sldChg chg="addSp delSp modSp mod chgLayout">
        <pc:chgData name="Zaireeda Mohd Fauzee" userId="317b9630-3a1f-4d7a-ad9a-4df797433863" providerId="ADAL" clId="{B654F375-8678-480E-BC6E-5B975AC5CBFC}" dt="2023-08-28T16:27:27.865" v="86" actId="478"/>
        <pc:sldMkLst>
          <pc:docMk/>
          <pc:sldMk cId="1475069859" sldId="961"/>
        </pc:sldMkLst>
      </pc:sldChg>
      <pc:sldChg chg="addSp delSp modSp mod chgLayout">
        <pc:chgData name="Zaireeda Mohd Fauzee" userId="317b9630-3a1f-4d7a-ad9a-4df797433863" providerId="ADAL" clId="{B654F375-8678-480E-BC6E-5B975AC5CBFC}" dt="2023-08-28T16:27:26.177" v="85" actId="478"/>
        <pc:sldMkLst>
          <pc:docMk/>
          <pc:sldMk cId="3192452128" sldId="962"/>
        </pc:sldMkLst>
      </pc:sldChg>
      <pc:sldChg chg="addSp delSp modSp mod chgLayout">
        <pc:chgData name="Zaireeda Mohd Fauzee" userId="317b9630-3a1f-4d7a-ad9a-4df797433863" providerId="ADAL" clId="{B654F375-8678-480E-BC6E-5B975AC5CBFC}" dt="2023-08-28T16:26:54.962" v="72" actId="478"/>
        <pc:sldMkLst>
          <pc:docMk/>
          <pc:sldMk cId="0" sldId="963"/>
        </pc:sldMkLst>
      </pc:sldChg>
      <pc:sldChg chg="delSp modSp mod chgLayout">
        <pc:chgData name="Zaireeda Mohd Fauzee" userId="317b9630-3a1f-4d7a-ad9a-4df797433863" providerId="ADAL" clId="{B654F375-8678-480E-BC6E-5B975AC5CBFC}" dt="2023-08-28T16:38:44.717" v="131" actId="207"/>
        <pc:sldMkLst>
          <pc:docMk/>
          <pc:sldMk cId="1268550136" sldId="968"/>
        </pc:sldMkLst>
      </pc:sldChg>
      <pc:sldChg chg="delSp modSp mod chgLayout">
        <pc:chgData name="Zaireeda Mohd Fauzee" userId="317b9630-3a1f-4d7a-ad9a-4df797433863" providerId="ADAL" clId="{B654F375-8678-480E-BC6E-5B975AC5CBFC}" dt="2023-08-28T16:47:46.841" v="166" actId="123"/>
        <pc:sldMkLst>
          <pc:docMk/>
          <pc:sldMk cId="2539673385" sldId="969"/>
        </pc:sldMkLst>
      </pc:sldChg>
      <pc:sldChg chg="delSp modSp mod chgLayout">
        <pc:chgData name="Zaireeda Mohd Fauzee" userId="317b9630-3a1f-4d7a-ad9a-4df797433863" providerId="ADAL" clId="{B654F375-8678-480E-BC6E-5B975AC5CBFC}" dt="2023-08-28T16:49:08.193" v="184" actId="123"/>
        <pc:sldMkLst>
          <pc:docMk/>
          <pc:sldMk cId="2915180011" sldId="970"/>
        </pc:sldMkLst>
      </pc:sldChg>
      <pc:sldChg chg="addSp delSp modSp mod chgLayout">
        <pc:chgData name="Zaireeda Mohd Fauzee" userId="317b9630-3a1f-4d7a-ad9a-4df797433863" providerId="ADAL" clId="{B654F375-8678-480E-BC6E-5B975AC5CBFC}" dt="2023-08-28T16:52:51.636" v="208" actId="1076"/>
        <pc:sldMkLst>
          <pc:docMk/>
          <pc:sldMk cId="4011555944" sldId="971"/>
        </pc:sldMkLst>
      </pc:sldChg>
      <pc:sldChg chg="addSp delSp modSp mod chgLayout">
        <pc:chgData name="Zaireeda Mohd Fauzee" userId="317b9630-3a1f-4d7a-ad9a-4df797433863" providerId="ADAL" clId="{B654F375-8678-480E-BC6E-5B975AC5CBFC}" dt="2023-08-28T16:23:14.107" v="1" actId="6264"/>
        <pc:sldMkLst>
          <pc:docMk/>
          <pc:sldMk cId="563875152" sldId="972"/>
        </pc:sldMkLst>
      </pc:sldChg>
      <pc:sldChg chg="addSp delSp modSp mod chgLayout">
        <pc:chgData name="Zaireeda Mohd Fauzee" userId="317b9630-3a1f-4d7a-ad9a-4df797433863" providerId="ADAL" clId="{B654F375-8678-480E-BC6E-5B975AC5CBFC}" dt="2023-08-28T16:23:14.107" v="1" actId="6264"/>
        <pc:sldMkLst>
          <pc:docMk/>
          <pc:sldMk cId="1999969916" sldId="973"/>
        </pc:sldMkLst>
      </pc:sldChg>
      <pc:sldChg chg="addSp delSp modSp mod chgLayout">
        <pc:chgData name="Zaireeda Mohd Fauzee" userId="317b9630-3a1f-4d7a-ad9a-4df797433863" providerId="ADAL" clId="{B654F375-8678-480E-BC6E-5B975AC5CBFC}" dt="2023-08-28T16:23:14.107" v="1" actId="6264"/>
        <pc:sldMkLst>
          <pc:docMk/>
          <pc:sldMk cId="3329028334" sldId="974"/>
        </pc:sldMkLst>
      </pc:sldChg>
      <pc:sldChg chg="addSp delSp modSp mod chgLayout">
        <pc:chgData name="Zaireeda Mohd Fauzee" userId="317b9630-3a1f-4d7a-ad9a-4df797433863" providerId="ADAL" clId="{B654F375-8678-480E-BC6E-5B975AC5CBFC}" dt="2023-08-28T16:23:14.107" v="1" actId="6264"/>
        <pc:sldMkLst>
          <pc:docMk/>
          <pc:sldMk cId="665386495" sldId="975"/>
        </pc:sldMkLst>
      </pc:sldChg>
      <pc:sldChg chg="addSp delSp modSp mod chgLayout">
        <pc:chgData name="Zaireeda Mohd Fauzee" userId="317b9630-3a1f-4d7a-ad9a-4df797433863" providerId="ADAL" clId="{B654F375-8678-480E-BC6E-5B975AC5CBFC}" dt="2023-08-28T16:23:14.107" v="1" actId="6264"/>
        <pc:sldMkLst>
          <pc:docMk/>
          <pc:sldMk cId="3480920930" sldId="976"/>
        </pc:sldMkLst>
      </pc:sldChg>
      <pc:sldChg chg="addSp delSp modSp mod chgLayout">
        <pc:chgData name="Zaireeda Mohd Fauzee" userId="317b9630-3a1f-4d7a-ad9a-4df797433863" providerId="ADAL" clId="{B654F375-8678-480E-BC6E-5B975AC5CBFC}" dt="2023-08-28T16:23:14.107" v="1" actId="6264"/>
        <pc:sldMkLst>
          <pc:docMk/>
          <pc:sldMk cId="4120309037" sldId="977"/>
        </pc:sldMkLst>
      </pc:sldChg>
      <pc:sldChg chg="addSp delSp modSp mod chgLayout">
        <pc:chgData name="Zaireeda Mohd Fauzee" userId="317b9630-3a1f-4d7a-ad9a-4df797433863" providerId="ADAL" clId="{B654F375-8678-480E-BC6E-5B975AC5CBFC}" dt="2023-08-28T16:23:14.107" v="1" actId="6264"/>
        <pc:sldMkLst>
          <pc:docMk/>
          <pc:sldMk cId="1816242921" sldId="978"/>
        </pc:sldMkLst>
      </pc:sldChg>
      <pc:sldChg chg="delSp modSp mod chgLayout">
        <pc:chgData name="Zaireeda Mohd Fauzee" userId="317b9630-3a1f-4d7a-ad9a-4df797433863" providerId="ADAL" clId="{B654F375-8678-480E-BC6E-5B975AC5CBFC}" dt="2023-08-28T16:25:40.558" v="39" actId="478"/>
        <pc:sldMkLst>
          <pc:docMk/>
          <pc:sldMk cId="63723" sldId="979"/>
        </pc:sldMkLst>
      </pc:sldChg>
      <pc:sldChg chg="addSp delSp modSp del mod chgLayout">
        <pc:chgData name="Zaireeda Mohd Fauzee" userId="317b9630-3a1f-4d7a-ad9a-4df797433863" providerId="ADAL" clId="{B654F375-8678-480E-BC6E-5B975AC5CBFC}" dt="2023-08-28T16:27:36.111" v="89" actId="47"/>
        <pc:sldMkLst>
          <pc:docMk/>
          <pc:sldMk cId="1728241183" sldId="1016"/>
        </pc:sldMkLst>
      </pc:sldChg>
      <pc:sldChg chg="delSp modSp mod chgLayout">
        <pc:chgData name="Zaireeda Mohd Fauzee" userId="317b9630-3a1f-4d7a-ad9a-4df797433863" providerId="ADAL" clId="{B654F375-8678-480E-BC6E-5B975AC5CBFC}" dt="2023-08-28T16:25:46.798" v="42" actId="478"/>
        <pc:sldMkLst>
          <pc:docMk/>
          <pc:sldMk cId="3344842351" sldId="1020"/>
        </pc:sldMkLst>
      </pc:sldChg>
      <pc:sldChg chg="delSp modSp mod chgLayout">
        <pc:chgData name="Zaireeda Mohd Fauzee" userId="317b9630-3a1f-4d7a-ad9a-4df797433863" providerId="ADAL" clId="{B654F375-8678-480E-BC6E-5B975AC5CBFC}" dt="2023-08-28T16:25:50.164" v="43" actId="478"/>
        <pc:sldMkLst>
          <pc:docMk/>
          <pc:sldMk cId="961031973" sldId="1021"/>
        </pc:sldMkLst>
      </pc:sldChg>
      <pc:sldChg chg="addSp delSp modSp mod delAnim modAnim chgLayout">
        <pc:chgData name="Zaireeda Mohd Fauzee" userId="317b9630-3a1f-4d7a-ad9a-4df797433863" providerId="ADAL" clId="{B654F375-8678-480E-BC6E-5B975AC5CBFC}" dt="2023-08-28T17:03:05.247" v="265" actId="1076"/>
        <pc:sldMkLst>
          <pc:docMk/>
          <pc:sldMk cId="3492515554" sldId="1022"/>
        </pc:sldMkLst>
      </pc:sldChg>
      <pc:sldChg chg="addSp delSp modSp mod chgLayout">
        <pc:chgData name="Zaireeda Mohd Fauzee" userId="317b9630-3a1f-4d7a-ad9a-4df797433863" providerId="ADAL" clId="{B654F375-8678-480E-BC6E-5B975AC5CBFC}" dt="2023-08-28T17:15:32.691" v="283" actId="113"/>
        <pc:sldMkLst>
          <pc:docMk/>
          <pc:sldMk cId="285326143" sldId="1023"/>
        </pc:sldMkLst>
      </pc:sldChg>
      <pc:sldChg chg="addSp delSp modSp mod chgLayout">
        <pc:chgData name="Zaireeda Mohd Fauzee" userId="317b9630-3a1f-4d7a-ad9a-4df797433863" providerId="ADAL" clId="{B654F375-8678-480E-BC6E-5B975AC5CBFC}" dt="2023-08-28T17:15:23.624" v="281" actId="113"/>
        <pc:sldMkLst>
          <pc:docMk/>
          <pc:sldMk cId="776331209" sldId="1024"/>
        </pc:sldMkLst>
      </pc:sldChg>
      <pc:sldChg chg="delSp modSp mod chgLayout">
        <pc:chgData name="Zaireeda Mohd Fauzee" userId="317b9630-3a1f-4d7a-ad9a-4df797433863" providerId="ADAL" clId="{B654F375-8678-480E-BC6E-5B975AC5CBFC}" dt="2023-08-28T16:27:12.896" v="79" actId="478"/>
        <pc:sldMkLst>
          <pc:docMk/>
          <pc:sldMk cId="2814466155" sldId="1025"/>
        </pc:sldMkLst>
      </pc:sldChg>
      <pc:sldChg chg="addSp delSp modSp mod chgLayout">
        <pc:chgData name="Zaireeda Mohd Fauzee" userId="317b9630-3a1f-4d7a-ad9a-4df797433863" providerId="ADAL" clId="{B654F375-8678-480E-BC6E-5B975AC5CBFC}" dt="2023-08-28T17:15:55.203" v="285" actId="1076"/>
        <pc:sldMkLst>
          <pc:docMk/>
          <pc:sldMk cId="697707423" sldId="1026"/>
        </pc:sldMkLst>
      </pc:sldChg>
      <pc:sldChg chg="addSp delSp modSp mod chgLayout">
        <pc:chgData name="Zaireeda Mohd Fauzee" userId="317b9630-3a1f-4d7a-ad9a-4df797433863" providerId="ADAL" clId="{B654F375-8678-480E-BC6E-5B975AC5CBFC}" dt="2023-08-28T16:23:14.107" v="1" actId="6264"/>
        <pc:sldMkLst>
          <pc:docMk/>
          <pc:sldMk cId="2741099591" sldId="1027"/>
        </pc:sldMkLst>
      </pc:sldChg>
      <pc:sldChg chg="addSp delSp modSp mod chgLayout">
        <pc:chgData name="Zaireeda Mohd Fauzee" userId="317b9630-3a1f-4d7a-ad9a-4df797433863" providerId="ADAL" clId="{B654F375-8678-480E-BC6E-5B975AC5CBFC}" dt="2023-08-28T16:27:24.406" v="84" actId="478"/>
        <pc:sldMkLst>
          <pc:docMk/>
          <pc:sldMk cId="3415171417" sldId="1028"/>
        </pc:sldMkLst>
      </pc:sldChg>
      <pc:sldMasterChg chg="addSp delSp modSp mod">
        <pc:chgData name="Zaireeda Mohd Fauzee" userId="317b9630-3a1f-4d7a-ad9a-4df797433863" providerId="ADAL" clId="{B654F375-8678-480E-BC6E-5B975AC5CBFC}" dt="2023-08-28T16:24:39.802" v="27"/>
        <pc:sldMasterMkLst>
          <pc:docMk/>
          <pc:sldMasterMk cId="2320787943" sldId="2147484575"/>
        </pc:sldMasterMkLst>
      </pc:sldMasterChg>
    </pc:docChg>
  </pc:docChgLst>
  <pc:docChgLst>
    <pc:chgData name="Zaireeda Mohd Fauzee" userId="317b9630-3a1f-4d7a-ad9a-4df797433863" providerId="ADAL" clId="{D45E48F8-4BE9-4C81-82FE-8692EF535500}"/>
    <pc:docChg chg="undo custSel addSld delSld modSld sldOrd replTag">
      <pc:chgData name="Zaireeda Mohd Fauzee" userId="317b9630-3a1f-4d7a-ad9a-4df797433863" providerId="ADAL" clId="{D45E48F8-4BE9-4C81-82FE-8692EF535500}" dt="2023-04-05T16:41:04.032" v="367" actId="47"/>
      <pc:docMkLst>
        <pc:docMk/>
      </pc:docMkLst>
      <pc:sldChg chg="addSp delSp modSp">
        <pc:chgData name="Zaireeda Mohd Fauzee" userId="317b9630-3a1f-4d7a-ad9a-4df797433863" providerId="ADAL" clId="{D45E48F8-4BE9-4C81-82FE-8692EF535500}" dt="2023-04-05T14:20:05.895" v="97" actId="1076"/>
        <pc:sldMkLst>
          <pc:docMk/>
          <pc:sldMk cId="0" sldId="476"/>
        </pc:sldMkLst>
      </pc:sldChg>
      <pc:sldChg chg="modSp del">
        <pc:chgData name="Zaireeda Mohd Fauzee" userId="317b9630-3a1f-4d7a-ad9a-4df797433863" providerId="ADAL" clId="{D45E48F8-4BE9-4C81-82FE-8692EF535500}" dt="2023-04-05T14:20:08.827" v="98" actId="47"/>
        <pc:sldMkLst>
          <pc:docMk/>
          <pc:sldMk cId="0" sldId="477"/>
        </pc:sldMkLst>
      </pc:sldChg>
      <pc:sldChg chg="modSp mod">
        <pc:chgData name="Zaireeda Mohd Fauzee" userId="317b9630-3a1f-4d7a-ad9a-4df797433863" providerId="ADAL" clId="{D45E48F8-4BE9-4C81-82FE-8692EF535500}" dt="2023-04-05T14:31:50.270" v="177" actId="13926"/>
        <pc:sldMkLst>
          <pc:docMk/>
          <pc:sldMk cId="0" sldId="480"/>
        </pc:sldMkLst>
      </pc:sldChg>
      <pc:sldChg chg="modSp">
        <pc:chgData name="Zaireeda Mohd Fauzee" userId="317b9630-3a1f-4d7a-ad9a-4df797433863" providerId="ADAL" clId="{D45E48F8-4BE9-4C81-82FE-8692EF535500}" dt="2023-04-05T14:24:39.191" v="119" actId="1076"/>
        <pc:sldMkLst>
          <pc:docMk/>
          <pc:sldMk cId="0" sldId="481"/>
        </pc:sldMkLst>
      </pc:sldChg>
      <pc:sldChg chg="modSp mod">
        <pc:chgData name="Zaireeda Mohd Fauzee" userId="317b9630-3a1f-4d7a-ad9a-4df797433863" providerId="ADAL" clId="{D45E48F8-4BE9-4C81-82FE-8692EF535500}" dt="2023-04-05T14:25:40.097" v="147" actId="14100"/>
        <pc:sldMkLst>
          <pc:docMk/>
          <pc:sldMk cId="0" sldId="482"/>
        </pc:sldMkLst>
      </pc:sldChg>
      <pc:sldChg chg="del">
        <pc:chgData name="Zaireeda Mohd Fauzee" userId="317b9630-3a1f-4d7a-ad9a-4df797433863" providerId="ADAL" clId="{D45E48F8-4BE9-4C81-82FE-8692EF535500}" dt="2023-04-05T14:32:05.786" v="178" actId="47"/>
        <pc:sldMkLst>
          <pc:docMk/>
          <pc:sldMk cId="0" sldId="490"/>
        </pc:sldMkLst>
      </pc:sldChg>
      <pc:sldChg chg="modSp del mod">
        <pc:chgData name="Zaireeda Mohd Fauzee" userId="317b9630-3a1f-4d7a-ad9a-4df797433863" providerId="ADAL" clId="{D45E48F8-4BE9-4C81-82FE-8692EF535500}" dt="2023-04-05T14:41:31.358" v="271" actId="47"/>
        <pc:sldMkLst>
          <pc:docMk/>
          <pc:sldMk cId="0" sldId="494"/>
        </pc:sldMkLst>
      </pc:sldChg>
      <pc:sldChg chg="del">
        <pc:chgData name="Zaireeda Mohd Fauzee" userId="317b9630-3a1f-4d7a-ad9a-4df797433863" providerId="ADAL" clId="{D45E48F8-4BE9-4C81-82FE-8692EF535500}" dt="2023-04-05T14:36:40.688" v="181" actId="47"/>
        <pc:sldMkLst>
          <pc:docMk/>
          <pc:sldMk cId="0" sldId="495"/>
        </pc:sldMkLst>
      </pc:sldChg>
      <pc:sldChg chg="mod modAnim modShow">
        <pc:chgData name="Zaireeda Mohd Fauzee" userId="317b9630-3a1f-4d7a-ad9a-4df797433863" providerId="ADAL" clId="{D45E48F8-4BE9-4C81-82FE-8692EF535500}" dt="2023-04-05T14:41:07.657" v="270" actId="729"/>
        <pc:sldMkLst>
          <pc:docMk/>
          <pc:sldMk cId="0" sldId="496"/>
        </pc:sldMkLst>
      </pc:sldChg>
      <pc:sldChg chg="modSp mod">
        <pc:chgData name="Zaireeda Mohd Fauzee" userId="317b9630-3a1f-4d7a-ad9a-4df797433863" providerId="ADAL" clId="{D45E48F8-4BE9-4C81-82FE-8692EF535500}" dt="2023-04-05T15:06:40.807" v="333" actId="20577"/>
        <pc:sldMkLst>
          <pc:docMk/>
          <pc:sldMk cId="0" sldId="512"/>
        </pc:sldMkLst>
      </pc:sldChg>
      <pc:sldChg chg="modSp mod">
        <pc:chgData name="Zaireeda Mohd Fauzee" userId="317b9630-3a1f-4d7a-ad9a-4df797433863" providerId="ADAL" clId="{D45E48F8-4BE9-4C81-82FE-8692EF535500}" dt="2023-04-05T15:04:06.990" v="304" actId="6549"/>
        <pc:sldMkLst>
          <pc:docMk/>
          <pc:sldMk cId="0" sldId="523"/>
        </pc:sldMkLst>
      </pc:sldChg>
      <pc:sldChg chg="del">
        <pc:chgData name="Zaireeda Mohd Fauzee" userId="317b9630-3a1f-4d7a-ad9a-4df797433863" providerId="ADAL" clId="{D45E48F8-4BE9-4C81-82FE-8692EF535500}" dt="2023-04-05T15:01:16.904" v="275" actId="47"/>
        <pc:sldMkLst>
          <pc:docMk/>
          <pc:sldMk cId="0" sldId="524"/>
        </pc:sldMkLst>
      </pc:sldChg>
      <pc:sldChg chg="modSp mod">
        <pc:chgData name="Zaireeda Mohd Fauzee" userId="317b9630-3a1f-4d7a-ad9a-4df797433863" providerId="ADAL" clId="{D45E48F8-4BE9-4C81-82FE-8692EF535500}" dt="2023-04-05T15:05:36.678" v="318" actId="14100"/>
        <pc:sldMkLst>
          <pc:docMk/>
          <pc:sldMk cId="0" sldId="525"/>
        </pc:sldMkLst>
      </pc:sldChg>
      <pc:sldChg chg="del">
        <pc:chgData name="Zaireeda Mohd Fauzee" userId="317b9630-3a1f-4d7a-ad9a-4df797433863" providerId="ADAL" clId="{D45E48F8-4BE9-4C81-82FE-8692EF535500}" dt="2023-04-05T15:05:55.531" v="319" actId="47"/>
        <pc:sldMkLst>
          <pc:docMk/>
          <pc:sldMk cId="0" sldId="526"/>
        </pc:sldMkLst>
      </pc:sldChg>
      <pc:sldChg chg="del">
        <pc:chgData name="Zaireeda Mohd Fauzee" userId="317b9630-3a1f-4d7a-ad9a-4df797433863" providerId="ADAL" clId="{D45E48F8-4BE9-4C81-82FE-8692EF535500}" dt="2023-04-05T15:05:57.131" v="321" actId="47"/>
        <pc:sldMkLst>
          <pc:docMk/>
          <pc:sldMk cId="0" sldId="527"/>
        </pc:sldMkLst>
      </pc:sldChg>
      <pc:sldChg chg="del">
        <pc:chgData name="Zaireeda Mohd Fauzee" userId="317b9630-3a1f-4d7a-ad9a-4df797433863" providerId="ADAL" clId="{D45E48F8-4BE9-4C81-82FE-8692EF535500}" dt="2023-04-05T15:05:57.963" v="322" actId="47"/>
        <pc:sldMkLst>
          <pc:docMk/>
          <pc:sldMk cId="0" sldId="528"/>
        </pc:sldMkLst>
      </pc:sldChg>
      <pc:sldChg chg="del">
        <pc:chgData name="Zaireeda Mohd Fauzee" userId="317b9630-3a1f-4d7a-ad9a-4df797433863" providerId="ADAL" clId="{D45E48F8-4BE9-4C81-82FE-8692EF535500}" dt="2023-04-05T15:05:58.773" v="323" actId="47"/>
        <pc:sldMkLst>
          <pc:docMk/>
          <pc:sldMk cId="0" sldId="529"/>
        </pc:sldMkLst>
      </pc:sldChg>
      <pc:sldChg chg="del">
        <pc:chgData name="Zaireeda Mohd Fauzee" userId="317b9630-3a1f-4d7a-ad9a-4df797433863" providerId="ADAL" clId="{D45E48F8-4BE9-4C81-82FE-8692EF535500}" dt="2023-04-05T15:05:59.542" v="324" actId="47"/>
        <pc:sldMkLst>
          <pc:docMk/>
          <pc:sldMk cId="0" sldId="530"/>
        </pc:sldMkLst>
      </pc:sldChg>
      <pc:sldChg chg="del">
        <pc:chgData name="Zaireeda Mohd Fauzee" userId="317b9630-3a1f-4d7a-ad9a-4df797433863" providerId="ADAL" clId="{D45E48F8-4BE9-4C81-82FE-8692EF535500}" dt="2023-04-05T15:06:00.651" v="325" actId="47"/>
        <pc:sldMkLst>
          <pc:docMk/>
          <pc:sldMk cId="0" sldId="531"/>
        </pc:sldMkLst>
      </pc:sldChg>
      <pc:sldChg chg="del">
        <pc:chgData name="Zaireeda Mohd Fauzee" userId="317b9630-3a1f-4d7a-ad9a-4df797433863" providerId="ADAL" clId="{D45E48F8-4BE9-4C81-82FE-8692EF535500}" dt="2023-04-05T14:15:20.133" v="49" actId="47"/>
        <pc:sldMkLst>
          <pc:docMk/>
          <pc:sldMk cId="0" sldId="532"/>
        </pc:sldMkLst>
      </pc:sldChg>
      <pc:sldChg chg="del">
        <pc:chgData name="Zaireeda Mohd Fauzee" userId="317b9630-3a1f-4d7a-ad9a-4df797433863" providerId="ADAL" clId="{D45E48F8-4BE9-4C81-82FE-8692EF535500}" dt="2023-04-05T14:15:21.634" v="51" actId="47"/>
        <pc:sldMkLst>
          <pc:docMk/>
          <pc:sldMk cId="0" sldId="541"/>
        </pc:sldMkLst>
      </pc:sldChg>
      <pc:sldChg chg="modSp mod">
        <pc:chgData name="Zaireeda Mohd Fauzee" userId="317b9630-3a1f-4d7a-ad9a-4df797433863" providerId="ADAL" clId="{D45E48F8-4BE9-4C81-82FE-8692EF535500}" dt="2023-04-05T15:12:35.861" v="366" actId="404"/>
        <pc:sldMkLst>
          <pc:docMk/>
          <pc:sldMk cId="0" sldId="663"/>
        </pc:sldMkLst>
      </pc:sldChg>
      <pc:sldChg chg="modSp mod">
        <pc:chgData name="Zaireeda Mohd Fauzee" userId="317b9630-3a1f-4d7a-ad9a-4df797433863" providerId="ADAL" clId="{D45E48F8-4BE9-4C81-82FE-8692EF535500}" dt="2023-04-05T15:11:29.807" v="364" actId="207"/>
        <pc:sldMkLst>
          <pc:docMk/>
          <pc:sldMk cId="0" sldId="664"/>
        </pc:sldMkLst>
      </pc:sldChg>
      <pc:sldChg chg="modSp add mod">
        <pc:chgData name="Zaireeda Mohd Fauzee" userId="317b9630-3a1f-4d7a-ad9a-4df797433863" providerId="ADAL" clId="{D45E48F8-4BE9-4C81-82FE-8692EF535500}" dt="2023-04-05T14:03:15.082" v="48" actId="115"/>
        <pc:sldMkLst>
          <pc:docMk/>
          <pc:sldMk cId="0" sldId="922"/>
        </pc:sldMkLst>
      </pc:sldChg>
      <pc:sldChg chg="del">
        <pc:chgData name="Zaireeda Mohd Fauzee" userId="317b9630-3a1f-4d7a-ad9a-4df797433863" providerId="ADAL" clId="{D45E48F8-4BE9-4C81-82FE-8692EF535500}" dt="2023-04-05T16:41:04.032" v="367" actId="47"/>
        <pc:sldMkLst>
          <pc:docMk/>
          <pc:sldMk cId="0" sldId="964"/>
        </pc:sldMkLst>
      </pc:sldChg>
      <pc:sldChg chg="del">
        <pc:chgData name="Zaireeda Mohd Fauzee" userId="317b9630-3a1f-4d7a-ad9a-4df797433863" providerId="ADAL" clId="{D45E48F8-4BE9-4C81-82FE-8692EF535500}" dt="2023-04-05T14:15:20.911" v="50" actId="47"/>
        <pc:sldMkLst>
          <pc:docMk/>
          <pc:sldMk cId="4238731603" sldId="967"/>
        </pc:sldMkLst>
      </pc:sldChg>
      <pc:sldChg chg="modSp mod">
        <pc:chgData name="Zaireeda Mohd Fauzee" userId="317b9630-3a1f-4d7a-ad9a-4df797433863" providerId="ADAL" clId="{D45E48F8-4BE9-4C81-82FE-8692EF535500}" dt="2023-04-05T15:06:57.767" v="348" actId="20577"/>
        <pc:sldMkLst>
          <pc:docMk/>
          <pc:sldMk cId="3329028334" sldId="974"/>
        </pc:sldMkLst>
      </pc:sldChg>
      <pc:sldChg chg="modSp">
        <pc:chgData name="Zaireeda Mohd Fauzee" userId="317b9630-3a1f-4d7a-ad9a-4df797433863" providerId="ADAL" clId="{D45E48F8-4BE9-4C81-82FE-8692EF535500}" dt="2023-04-05T14:46:39.949" v="272" actId="207"/>
        <pc:sldMkLst>
          <pc:docMk/>
          <pc:sldMk cId="4120309037" sldId="977"/>
        </pc:sldMkLst>
      </pc:sldChg>
      <pc:sldChg chg="del">
        <pc:chgData name="Zaireeda Mohd Fauzee" userId="317b9630-3a1f-4d7a-ad9a-4df797433863" providerId="ADAL" clId="{D45E48F8-4BE9-4C81-82FE-8692EF535500}" dt="2023-04-05T13:44:35.368" v="1" actId="47"/>
        <pc:sldMkLst>
          <pc:docMk/>
          <pc:sldMk cId="1157241354" sldId="1017"/>
        </pc:sldMkLst>
      </pc:sldChg>
      <pc:sldChg chg="del">
        <pc:chgData name="Zaireeda Mohd Fauzee" userId="317b9630-3a1f-4d7a-ad9a-4df797433863" providerId="ADAL" clId="{D45E48F8-4BE9-4C81-82FE-8692EF535500}" dt="2023-04-05T15:05:56.174" v="320" actId="47"/>
        <pc:sldMkLst>
          <pc:docMk/>
          <pc:sldMk cId="3366517450" sldId="1018"/>
        </pc:sldMkLst>
      </pc:sldChg>
      <pc:sldChg chg="modSp add del mod">
        <pc:chgData name="Zaireeda Mohd Fauzee" userId="317b9630-3a1f-4d7a-ad9a-4df797433863" providerId="ADAL" clId="{D45E48F8-4BE9-4C81-82FE-8692EF535500}" dt="2023-04-05T14:31:14.893" v="171" actId="47"/>
        <pc:sldMkLst>
          <pc:docMk/>
          <pc:sldMk cId="568363662" sldId="1019"/>
        </pc:sldMkLst>
      </pc:sldChg>
      <pc:sldChg chg="new del">
        <pc:chgData name="Zaireeda Mohd Fauzee" userId="317b9630-3a1f-4d7a-ad9a-4df797433863" providerId="ADAL" clId="{D45E48F8-4BE9-4C81-82FE-8692EF535500}" dt="2023-04-05T14:40:58.565" v="269" actId="47"/>
        <pc:sldMkLst>
          <pc:docMk/>
          <pc:sldMk cId="1480684268" sldId="1019"/>
        </pc:sldMkLst>
      </pc:sldChg>
      <pc:sldChg chg="addSp modSp add mod ord setBg modAnim replTag">
        <pc:chgData name="Zaireeda Mohd Fauzee" userId="317b9630-3a1f-4d7a-ad9a-4df797433863" providerId="ADAL" clId="{D45E48F8-4BE9-4C81-82FE-8692EF535500}" dt="2023-04-05T14:39:48.250" v="227"/>
        <pc:sldMkLst>
          <pc:docMk/>
          <pc:sldMk cId="3344842351" sldId="1020"/>
        </pc:sldMkLst>
      </pc:sldChg>
      <pc:sldChg chg="add setBg">
        <pc:chgData name="Zaireeda Mohd Fauzee" userId="317b9630-3a1f-4d7a-ad9a-4df797433863" providerId="ADAL" clId="{D45E48F8-4BE9-4C81-82FE-8692EF535500}" dt="2023-04-05T14:40:55.464" v="268"/>
        <pc:sldMkLst>
          <pc:docMk/>
          <pc:sldMk cId="961031973" sldId="1021"/>
        </pc:sldMkLst>
      </pc:sldChg>
      <pc:sldChg chg="addSp modSp add del mod ord setBg modAnim replTag">
        <pc:chgData name="Zaireeda Mohd Fauzee" userId="317b9630-3a1f-4d7a-ad9a-4df797433863" providerId="ADAL" clId="{D45E48F8-4BE9-4C81-82FE-8692EF535500}" dt="2023-04-05T14:40:48.295" v="267" actId="2696"/>
        <pc:sldMkLst>
          <pc:docMk/>
          <pc:sldMk cId="3143525603" sldId="1021"/>
        </pc:sldMkLst>
      </pc:sldChg>
    </pc:docChg>
  </pc:docChgLst>
  <pc:docChgLst>
    <pc:chgData name="Zaireeda Mohd Fauzee" userId="317b9630-3a1f-4d7a-ad9a-4df797433863" providerId="ADAL" clId="{98D1F087-56EC-48BC-9BB7-46E8145DF35E}"/>
    <pc:docChg chg="addSld modSld">
      <pc:chgData name="Zaireeda Mohd Fauzee" userId="317b9630-3a1f-4d7a-ad9a-4df797433863" providerId="ADAL" clId="{98D1F087-56EC-48BC-9BB7-46E8145DF35E}" dt="2023-09-27T06:25:03.048" v="25" actId="1076"/>
      <pc:docMkLst>
        <pc:docMk/>
      </pc:docMkLst>
      <pc:sldChg chg="modSp">
        <pc:chgData name="Zaireeda Mohd Fauzee" userId="317b9630-3a1f-4d7a-ad9a-4df797433863" providerId="ADAL" clId="{98D1F087-56EC-48BC-9BB7-46E8145DF35E}" dt="2023-09-27T06:25:03.048" v="25" actId="1076"/>
        <pc:sldMkLst>
          <pc:docMk/>
          <pc:sldMk cId="0" sldId="671"/>
        </pc:sldMkLst>
      </pc:sldChg>
      <pc:sldChg chg="new">
        <pc:chgData name="Zaireeda Mohd Fauzee" userId="317b9630-3a1f-4d7a-ad9a-4df797433863" providerId="ADAL" clId="{98D1F087-56EC-48BC-9BB7-46E8145DF35E}" dt="2023-09-27T06:18:30.176" v="0" actId="680"/>
        <pc:sldMkLst>
          <pc:docMk/>
          <pc:sldMk cId="1076674097" sldId="1029"/>
        </pc:sldMkLst>
      </pc:sldChg>
      <pc:sldChg chg="addSp delSp modSp add mod modAnim">
        <pc:chgData name="Zaireeda Mohd Fauzee" userId="317b9630-3a1f-4d7a-ad9a-4df797433863" providerId="ADAL" clId="{98D1F087-56EC-48BC-9BB7-46E8145DF35E}" dt="2023-09-27T06:20:48.259" v="21" actId="2085"/>
        <pc:sldMkLst>
          <pc:docMk/>
          <pc:sldMk cId="2471280583" sldId="1030"/>
        </pc:sldMkLst>
      </pc:sldChg>
    </pc:docChg>
  </pc:docChgLst>
  <pc:docChgLst>
    <pc:chgData name="Zaireeda Mohd Fauzee" userId="317b9630-3a1f-4d7a-ad9a-4df797433863" providerId="ADAL" clId="{389325F7-0A68-4D34-A2FB-8EC8FB8094AF}"/>
    <pc:docChg chg="undo custSel modSld">
      <pc:chgData name="Zaireeda Mohd Fauzee" userId="317b9630-3a1f-4d7a-ad9a-4df797433863" providerId="ADAL" clId="{389325F7-0A68-4D34-A2FB-8EC8FB8094AF}" dt="2025-01-22T15:44:39.558" v="2" actId="1076"/>
      <pc:docMkLst>
        <pc:docMk/>
      </pc:docMkLst>
      <pc:sldChg chg="modSp mod">
        <pc:chgData name="Zaireeda Mohd Fauzee" userId="317b9630-3a1f-4d7a-ad9a-4df797433863" providerId="ADAL" clId="{389325F7-0A68-4D34-A2FB-8EC8FB8094AF}" dt="2025-01-22T15:44:39.558" v="2" actId="1076"/>
        <pc:sldMkLst>
          <pc:docMk/>
          <pc:sldMk cId="4011555944" sldId="971"/>
        </pc:sldMkLst>
        <pc:picChg chg="mod">
          <ac:chgData name="Zaireeda Mohd Fauzee" userId="317b9630-3a1f-4d7a-ad9a-4df797433863" providerId="ADAL" clId="{389325F7-0A68-4D34-A2FB-8EC8FB8094AF}" dt="2025-01-22T15:44:39.558" v="2" actId="1076"/>
          <ac:picMkLst>
            <pc:docMk/>
            <pc:sldMk cId="4011555944" sldId="971"/>
            <ac:picMk id="21" creationId="{8090131D-02CC-7540-B388-2F9088D378CE}"/>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7" name="Rectangle 5"/>
          <p:cNvSpPr>
            <a:spLocks noGrp="1" noChangeArrowheads="1"/>
          </p:cNvSpPr>
          <p:nvPr>
            <p:ph type="sldNum" sz="quarter" idx="3"/>
          </p:nvPr>
        </p:nvSpPr>
        <p:spPr bwMode="auto">
          <a:xfrm>
            <a:off x="4680849" y="9293221"/>
            <a:ext cx="2006115" cy="4979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r" eaLnBrk="1" hangingPunct="1">
              <a:defRPr sz="1200">
                <a:latin typeface="Times New Roman" panose="02020603050405020304" pitchFamily="18" charset="0"/>
              </a:defRPr>
            </a:lvl1pPr>
          </a:lstStyle>
          <a:p>
            <a:pPr>
              <a:defRPr/>
            </a:pPr>
            <a:fld id="{5754AE12-A03A-4F82-95BE-E662F6F18F3D}" type="slidenum">
              <a:rPr lang="en-AU" altLang="en-US"/>
              <a:pPr>
                <a:defRPr/>
              </a:pPr>
              <a:t>‹#›</a:t>
            </a:fld>
            <a:endParaRPr lang="en-AU" altLang="en-US"/>
          </a:p>
        </p:txBody>
      </p:sp>
      <p:sp>
        <p:nvSpPr>
          <p:cNvPr id="6" name="Rectangle 2"/>
          <p:cNvSpPr>
            <a:spLocks noChangeArrowheads="1"/>
          </p:cNvSpPr>
          <p:nvPr/>
        </p:nvSpPr>
        <p:spPr bwMode="auto">
          <a:xfrm>
            <a:off x="120236" y="229838"/>
            <a:ext cx="6566729" cy="315961"/>
          </a:xfrm>
          <a:prstGeom prst="rect">
            <a:avLst/>
          </a:prstGeom>
          <a:noFill/>
          <a:ln w="12700">
            <a:noFill/>
            <a:miter lim="800000"/>
            <a:headEnd/>
            <a:tailEnd/>
          </a:ln>
          <a:effectLst/>
        </p:spPr>
        <p:txBody>
          <a:bodyPr wrap="square" lIns="90488" tIns="44450" rIns="90488" bIns="44450" anchor="ctr">
            <a:spAutoFit/>
          </a:bodyPr>
          <a:lstStyle/>
          <a:p>
            <a:pPr algn="ctr" eaLnBrk="0" hangingPunct="0">
              <a:defRPr/>
            </a:pPr>
            <a:r>
              <a:rPr lang="en-GB" sz="1400" dirty="0">
                <a:latin typeface="Calibri" pitchFamily="34" charset="0"/>
                <a:cs typeface="Calibri" pitchFamily="34" charset="0"/>
              </a:rPr>
              <a:t>Asia Pacific University of Technology and Innovation</a:t>
            </a:r>
          </a:p>
        </p:txBody>
      </p:sp>
    </p:spTree>
    <p:extLst>
      <p:ext uri="{BB962C8B-B14F-4D97-AF65-F5344CB8AC3E}">
        <p14:creationId xmlns:p14="http://schemas.microsoft.com/office/powerpoint/2010/main" val="180331606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1"/>
            <a:ext cx="2950083" cy="4979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a:latin typeface="Times New Roman" charset="0"/>
              </a:defRPr>
            </a:lvl1pPr>
          </a:lstStyle>
          <a:p>
            <a:pPr>
              <a:defRPr/>
            </a:pPr>
            <a:r>
              <a:rPr lang="en-AU"/>
              <a:t>Semester 2, 2009</a:t>
            </a:r>
          </a:p>
        </p:txBody>
      </p:sp>
      <p:sp>
        <p:nvSpPr>
          <p:cNvPr id="6147" name="Rectangle 3"/>
          <p:cNvSpPr>
            <a:spLocks noGrp="1" noChangeArrowheads="1"/>
          </p:cNvSpPr>
          <p:nvPr>
            <p:ph type="dt" idx="1"/>
          </p:nvPr>
        </p:nvSpPr>
        <p:spPr bwMode="auto">
          <a:xfrm>
            <a:off x="3857119" y="1"/>
            <a:ext cx="2950082" cy="4979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a:latin typeface="Times New Roman" charset="0"/>
              </a:defRPr>
            </a:lvl1pPr>
          </a:lstStyle>
          <a:p>
            <a:pPr>
              <a:defRPr/>
            </a:pPr>
            <a:r>
              <a:rPr lang="en-AU"/>
              <a:t>Week 1</a:t>
            </a:r>
          </a:p>
        </p:txBody>
      </p:sp>
      <p:sp>
        <p:nvSpPr>
          <p:cNvPr id="6148" name="Rectangle 4"/>
          <p:cNvSpPr>
            <a:spLocks noGrp="1" noRot="1" noChangeAspect="1" noChangeArrowheads="1" noTextEdit="1"/>
          </p:cNvSpPr>
          <p:nvPr>
            <p:ph type="sldImg" idx="2"/>
          </p:nvPr>
        </p:nvSpPr>
        <p:spPr bwMode="auto">
          <a:xfrm>
            <a:off x="920750" y="746125"/>
            <a:ext cx="4965700" cy="3725863"/>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6149" name="Rectangle 5"/>
          <p:cNvSpPr>
            <a:spLocks noGrp="1" noChangeArrowheads="1"/>
          </p:cNvSpPr>
          <p:nvPr>
            <p:ph type="body" sz="quarter" idx="3"/>
          </p:nvPr>
        </p:nvSpPr>
        <p:spPr bwMode="auto">
          <a:xfrm>
            <a:off x="907036" y="4721515"/>
            <a:ext cx="4993128" cy="44717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AU" noProof="0"/>
              <a:t>Click to edit Master text styles</a:t>
            </a:r>
          </a:p>
          <a:p>
            <a:pPr lvl="1"/>
            <a:r>
              <a:rPr lang="en-AU" noProof="0"/>
              <a:t>Second level</a:t>
            </a:r>
          </a:p>
          <a:p>
            <a:pPr lvl="2"/>
            <a:r>
              <a:rPr lang="en-AU" noProof="0"/>
              <a:t>Third level</a:t>
            </a:r>
          </a:p>
          <a:p>
            <a:pPr lvl="3"/>
            <a:r>
              <a:rPr lang="en-AU" noProof="0"/>
              <a:t>Fourth level</a:t>
            </a:r>
          </a:p>
          <a:p>
            <a:pPr lvl="4"/>
            <a:r>
              <a:rPr lang="en-AU" noProof="0"/>
              <a:t>Fifth level</a:t>
            </a:r>
          </a:p>
        </p:txBody>
      </p:sp>
      <p:sp>
        <p:nvSpPr>
          <p:cNvPr id="6150" name="Rectangle 6"/>
          <p:cNvSpPr>
            <a:spLocks noGrp="1" noChangeArrowheads="1"/>
          </p:cNvSpPr>
          <p:nvPr>
            <p:ph type="ftr" sz="quarter" idx="4"/>
          </p:nvPr>
        </p:nvSpPr>
        <p:spPr bwMode="auto">
          <a:xfrm>
            <a:off x="0" y="9441386"/>
            <a:ext cx="2950083" cy="4979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eaLnBrk="1" hangingPunct="1">
              <a:defRPr sz="1200">
                <a:latin typeface="Times New Roman" charset="0"/>
              </a:defRPr>
            </a:lvl1pPr>
          </a:lstStyle>
          <a:p>
            <a:pPr>
              <a:defRPr/>
            </a:pPr>
            <a:r>
              <a:rPr lang="en-AU"/>
              <a:t>FIT2002 + FIT3086 Project Management</a:t>
            </a:r>
          </a:p>
        </p:txBody>
      </p:sp>
      <p:sp>
        <p:nvSpPr>
          <p:cNvPr id="6151" name="Rectangle 7"/>
          <p:cNvSpPr>
            <a:spLocks noGrp="1" noChangeArrowheads="1"/>
          </p:cNvSpPr>
          <p:nvPr>
            <p:ph type="sldNum" sz="quarter" idx="5"/>
          </p:nvPr>
        </p:nvSpPr>
        <p:spPr bwMode="auto">
          <a:xfrm>
            <a:off x="3857119" y="9441386"/>
            <a:ext cx="2950082" cy="4979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r" eaLnBrk="1" hangingPunct="1">
              <a:defRPr sz="1200">
                <a:latin typeface="Times New Roman" panose="02020603050405020304" pitchFamily="18" charset="0"/>
              </a:defRPr>
            </a:lvl1pPr>
          </a:lstStyle>
          <a:p>
            <a:pPr>
              <a:defRPr/>
            </a:pPr>
            <a:fld id="{B651C300-8E47-454F-A431-A0783EC5AF6A}" type="slidenum">
              <a:rPr lang="en-AU" altLang="en-US"/>
              <a:pPr>
                <a:defRPr/>
              </a:pPr>
              <a:t>‹#›</a:t>
            </a:fld>
            <a:endParaRPr lang="en-AU" altLang="en-US"/>
          </a:p>
        </p:txBody>
      </p:sp>
    </p:spTree>
    <p:extLst>
      <p:ext uri="{BB962C8B-B14F-4D97-AF65-F5344CB8AC3E}">
        <p14:creationId xmlns:p14="http://schemas.microsoft.com/office/powerpoint/2010/main" val="1786325788"/>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Times New Roman"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3" Type="http://schemas.openxmlformats.org/officeDocument/2006/relationships/hyperlink" Target="http://www.cesg.gov.uk/about/nsecret/ellis.htm" TargetMode="External"/><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pPr>
              <a:defRPr/>
            </a:pPr>
            <a:fld id="{B651C300-8E47-454F-A431-A0783EC5AF6A}" type="slidenum">
              <a:rPr lang="en-AU" altLang="en-US" smtClean="0"/>
              <a:pPr>
                <a:defRPr/>
              </a:pPr>
              <a:t>1</a:t>
            </a:fld>
            <a:endParaRPr lang="en-AU" altLang="en-US"/>
          </a:p>
        </p:txBody>
      </p:sp>
    </p:spTree>
    <p:extLst>
      <p:ext uri="{BB962C8B-B14F-4D97-AF65-F5344CB8AC3E}">
        <p14:creationId xmlns:p14="http://schemas.microsoft.com/office/powerpoint/2010/main" val="12751643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pPr>
              <a:defRPr/>
            </a:pPr>
            <a:fld id="{B651C300-8E47-454F-A431-A0783EC5AF6A}" type="slidenum">
              <a:rPr lang="en-AU" altLang="en-US" smtClean="0"/>
              <a:pPr>
                <a:defRPr/>
              </a:pPr>
              <a:t>6</a:t>
            </a:fld>
            <a:endParaRPr lang="en-AU" altLang="en-US"/>
          </a:p>
        </p:txBody>
      </p:sp>
    </p:spTree>
    <p:extLst>
      <p:ext uri="{BB962C8B-B14F-4D97-AF65-F5344CB8AC3E}">
        <p14:creationId xmlns:p14="http://schemas.microsoft.com/office/powerpoint/2010/main" val="19900813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7">
            <a:extLst>
              <a:ext uri="{FF2B5EF4-FFF2-40B4-BE49-F238E27FC236}">
                <a16:creationId xmlns:a16="http://schemas.microsoft.com/office/drawing/2014/main" id="{810E257D-262F-4667-9B2C-001B3F03B65A}"/>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990600">
              <a:defRPr sz="2000">
                <a:solidFill>
                  <a:schemeClr val="tx1"/>
                </a:solidFill>
                <a:latin typeface="Arial" panose="020B0604020202020204" pitchFamily="34" charset="0"/>
              </a:defRPr>
            </a:lvl1pPr>
            <a:lvl2pPr marL="742950" indent="-285750" defTabSz="990600">
              <a:defRPr sz="2000">
                <a:solidFill>
                  <a:schemeClr val="tx1"/>
                </a:solidFill>
                <a:latin typeface="Arial" panose="020B0604020202020204" pitchFamily="34" charset="0"/>
              </a:defRPr>
            </a:lvl2pPr>
            <a:lvl3pPr marL="1143000" indent="-228600" defTabSz="990600">
              <a:defRPr sz="2000">
                <a:solidFill>
                  <a:schemeClr val="tx1"/>
                </a:solidFill>
                <a:latin typeface="Arial" panose="020B0604020202020204" pitchFamily="34" charset="0"/>
              </a:defRPr>
            </a:lvl3pPr>
            <a:lvl4pPr marL="1600200" indent="-228600" defTabSz="990600">
              <a:defRPr sz="2000">
                <a:solidFill>
                  <a:schemeClr val="tx1"/>
                </a:solidFill>
                <a:latin typeface="Arial" panose="020B0604020202020204" pitchFamily="34" charset="0"/>
              </a:defRPr>
            </a:lvl4pPr>
            <a:lvl5pPr marL="2057400" indent="-228600" defTabSz="990600">
              <a:defRPr sz="2000">
                <a:solidFill>
                  <a:schemeClr val="tx1"/>
                </a:solidFill>
                <a:latin typeface="Arial" panose="020B0604020202020204" pitchFamily="34" charset="0"/>
              </a:defRPr>
            </a:lvl5pPr>
            <a:lvl6pPr marL="2514600" indent="-228600" defTabSz="990600" eaLnBrk="0" fontAlgn="base" hangingPunct="0">
              <a:spcBef>
                <a:spcPct val="0"/>
              </a:spcBef>
              <a:spcAft>
                <a:spcPct val="0"/>
              </a:spcAft>
              <a:defRPr sz="2000">
                <a:solidFill>
                  <a:schemeClr val="tx1"/>
                </a:solidFill>
                <a:latin typeface="Arial" panose="020B0604020202020204" pitchFamily="34" charset="0"/>
              </a:defRPr>
            </a:lvl6pPr>
            <a:lvl7pPr marL="2971800" indent="-228600" defTabSz="990600" eaLnBrk="0" fontAlgn="base" hangingPunct="0">
              <a:spcBef>
                <a:spcPct val="0"/>
              </a:spcBef>
              <a:spcAft>
                <a:spcPct val="0"/>
              </a:spcAft>
              <a:defRPr sz="2000">
                <a:solidFill>
                  <a:schemeClr val="tx1"/>
                </a:solidFill>
                <a:latin typeface="Arial" panose="020B0604020202020204" pitchFamily="34" charset="0"/>
              </a:defRPr>
            </a:lvl7pPr>
            <a:lvl8pPr marL="3429000" indent="-228600" defTabSz="990600" eaLnBrk="0" fontAlgn="base" hangingPunct="0">
              <a:spcBef>
                <a:spcPct val="0"/>
              </a:spcBef>
              <a:spcAft>
                <a:spcPct val="0"/>
              </a:spcAft>
              <a:defRPr sz="2000">
                <a:solidFill>
                  <a:schemeClr val="tx1"/>
                </a:solidFill>
                <a:latin typeface="Arial" panose="020B0604020202020204" pitchFamily="34" charset="0"/>
              </a:defRPr>
            </a:lvl8pPr>
            <a:lvl9pPr marL="3886200" indent="-228600" defTabSz="990600" eaLnBrk="0" fontAlgn="base" hangingPunct="0">
              <a:spcBef>
                <a:spcPct val="0"/>
              </a:spcBef>
              <a:spcAft>
                <a:spcPct val="0"/>
              </a:spcAft>
              <a:defRPr sz="2000">
                <a:solidFill>
                  <a:schemeClr val="tx1"/>
                </a:solidFill>
                <a:latin typeface="Arial" panose="020B0604020202020204" pitchFamily="34" charset="0"/>
              </a:defRPr>
            </a:lvl9pPr>
          </a:lstStyle>
          <a:p>
            <a:fld id="{A017A308-2966-418F-9689-ABBD2BC0A00A}" type="slidenum">
              <a:rPr lang="en-US" altLang="en-US" sz="1300"/>
              <a:pPr/>
              <a:t>7</a:t>
            </a:fld>
            <a:endParaRPr lang="en-US" altLang="en-US" sz="1300"/>
          </a:p>
        </p:txBody>
      </p:sp>
      <p:sp>
        <p:nvSpPr>
          <p:cNvPr id="158723" name="Rectangle 2">
            <a:extLst>
              <a:ext uri="{FF2B5EF4-FFF2-40B4-BE49-F238E27FC236}">
                <a16:creationId xmlns:a16="http://schemas.microsoft.com/office/drawing/2014/main" id="{897AED6B-9186-4C4F-A5AC-115FA91F6A31}"/>
              </a:ext>
            </a:extLst>
          </p:cNvPr>
          <p:cNvSpPr>
            <a:spLocks noGrp="1" noRot="1" noChangeAspect="1" noChangeArrowheads="1" noTextEdit="1"/>
          </p:cNvSpPr>
          <p:nvPr>
            <p:ph type="sldImg"/>
          </p:nvPr>
        </p:nvSpPr>
        <p:spPr>
          <a:xfrm>
            <a:off x="1260475" y="720725"/>
            <a:ext cx="4799013" cy="3598863"/>
          </a:xfrm>
          <a:ln/>
        </p:spPr>
      </p:sp>
      <p:sp>
        <p:nvSpPr>
          <p:cNvPr id="158724" name="Rectangle 3">
            <a:extLst>
              <a:ext uri="{FF2B5EF4-FFF2-40B4-BE49-F238E27FC236}">
                <a16:creationId xmlns:a16="http://schemas.microsoft.com/office/drawing/2014/main" id="{0A30E4D1-D677-454F-A75B-433BE09D28D7}"/>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lang="en-US" altLang="en-US"/>
              <a:t>To study of how to obscure what you write so as to render is selectively unintelligible. Nowadays, cryptography more involve much more elements than secret writing. In this course we will focus on modern cryptography. Modern cryptography is remarkable discipline, it is a a cornerstone of computer and communication security, with end products that are imminently practical. </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7">
            <a:extLst>
              <a:ext uri="{FF2B5EF4-FFF2-40B4-BE49-F238E27FC236}">
                <a16:creationId xmlns:a16="http://schemas.microsoft.com/office/drawing/2014/main" id="{6D327365-C30A-4D06-AE54-3D4726AE2FFB}"/>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990600">
              <a:defRPr sz="2000">
                <a:solidFill>
                  <a:schemeClr val="tx1"/>
                </a:solidFill>
                <a:latin typeface="Arial" panose="020B0604020202020204" pitchFamily="34" charset="0"/>
              </a:defRPr>
            </a:lvl1pPr>
            <a:lvl2pPr marL="742950" indent="-285750" defTabSz="990600">
              <a:defRPr sz="2000">
                <a:solidFill>
                  <a:schemeClr val="tx1"/>
                </a:solidFill>
                <a:latin typeface="Arial" panose="020B0604020202020204" pitchFamily="34" charset="0"/>
              </a:defRPr>
            </a:lvl2pPr>
            <a:lvl3pPr marL="1143000" indent="-228600" defTabSz="990600">
              <a:defRPr sz="2000">
                <a:solidFill>
                  <a:schemeClr val="tx1"/>
                </a:solidFill>
                <a:latin typeface="Arial" panose="020B0604020202020204" pitchFamily="34" charset="0"/>
              </a:defRPr>
            </a:lvl3pPr>
            <a:lvl4pPr marL="1600200" indent="-228600" defTabSz="990600">
              <a:defRPr sz="2000">
                <a:solidFill>
                  <a:schemeClr val="tx1"/>
                </a:solidFill>
                <a:latin typeface="Arial" panose="020B0604020202020204" pitchFamily="34" charset="0"/>
              </a:defRPr>
            </a:lvl4pPr>
            <a:lvl5pPr marL="2057400" indent="-228600" defTabSz="990600">
              <a:defRPr sz="2000">
                <a:solidFill>
                  <a:schemeClr val="tx1"/>
                </a:solidFill>
                <a:latin typeface="Arial" panose="020B0604020202020204" pitchFamily="34" charset="0"/>
              </a:defRPr>
            </a:lvl5pPr>
            <a:lvl6pPr marL="2514600" indent="-228600" defTabSz="990600" eaLnBrk="0" fontAlgn="base" hangingPunct="0">
              <a:spcBef>
                <a:spcPct val="0"/>
              </a:spcBef>
              <a:spcAft>
                <a:spcPct val="0"/>
              </a:spcAft>
              <a:defRPr sz="2000">
                <a:solidFill>
                  <a:schemeClr val="tx1"/>
                </a:solidFill>
                <a:latin typeface="Arial" panose="020B0604020202020204" pitchFamily="34" charset="0"/>
              </a:defRPr>
            </a:lvl6pPr>
            <a:lvl7pPr marL="2971800" indent="-228600" defTabSz="990600" eaLnBrk="0" fontAlgn="base" hangingPunct="0">
              <a:spcBef>
                <a:spcPct val="0"/>
              </a:spcBef>
              <a:spcAft>
                <a:spcPct val="0"/>
              </a:spcAft>
              <a:defRPr sz="2000">
                <a:solidFill>
                  <a:schemeClr val="tx1"/>
                </a:solidFill>
                <a:latin typeface="Arial" panose="020B0604020202020204" pitchFamily="34" charset="0"/>
              </a:defRPr>
            </a:lvl7pPr>
            <a:lvl8pPr marL="3429000" indent="-228600" defTabSz="990600" eaLnBrk="0" fontAlgn="base" hangingPunct="0">
              <a:spcBef>
                <a:spcPct val="0"/>
              </a:spcBef>
              <a:spcAft>
                <a:spcPct val="0"/>
              </a:spcAft>
              <a:defRPr sz="2000">
                <a:solidFill>
                  <a:schemeClr val="tx1"/>
                </a:solidFill>
                <a:latin typeface="Arial" panose="020B0604020202020204" pitchFamily="34" charset="0"/>
              </a:defRPr>
            </a:lvl8pPr>
            <a:lvl9pPr marL="3886200" indent="-228600" defTabSz="990600" eaLnBrk="0" fontAlgn="base" hangingPunct="0">
              <a:spcBef>
                <a:spcPct val="0"/>
              </a:spcBef>
              <a:spcAft>
                <a:spcPct val="0"/>
              </a:spcAft>
              <a:defRPr sz="2000">
                <a:solidFill>
                  <a:schemeClr val="tx1"/>
                </a:solidFill>
                <a:latin typeface="Arial" panose="020B0604020202020204" pitchFamily="34" charset="0"/>
              </a:defRPr>
            </a:lvl9pPr>
          </a:lstStyle>
          <a:p>
            <a:fld id="{F052817E-475F-4B15-BF3B-F83FDD05E616}" type="slidenum">
              <a:rPr lang="en-US" altLang="en-US" sz="1300"/>
              <a:pPr/>
              <a:t>8</a:t>
            </a:fld>
            <a:endParaRPr lang="en-US" altLang="en-US" sz="1300"/>
          </a:p>
        </p:txBody>
      </p:sp>
      <p:sp>
        <p:nvSpPr>
          <p:cNvPr id="160771" name="Rectangle 2">
            <a:extLst>
              <a:ext uri="{FF2B5EF4-FFF2-40B4-BE49-F238E27FC236}">
                <a16:creationId xmlns:a16="http://schemas.microsoft.com/office/drawing/2014/main" id="{B2F4068C-CEFF-424F-9F39-F93D4DE43BC7}"/>
              </a:ext>
            </a:extLst>
          </p:cNvPr>
          <p:cNvSpPr>
            <a:spLocks noGrp="1" noRot="1" noChangeAspect="1" noChangeArrowheads="1" noTextEdit="1"/>
          </p:cNvSpPr>
          <p:nvPr>
            <p:ph type="sldImg"/>
          </p:nvPr>
        </p:nvSpPr>
        <p:spPr>
          <a:xfrm>
            <a:off x="1260475" y="720725"/>
            <a:ext cx="4799013" cy="3598863"/>
          </a:xfrm>
          <a:ln/>
        </p:spPr>
      </p:sp>
      <p:sp>
        <p:nvSpPr>
          <p:cNvPr id="160772" name="Rectangle 3">
            <a:extLst>
              <a:ext uri="{FF2B5EF4-FFF2-40B4-BE49-F238E27FC236}">
                <a16:creationId xmlns:a16="http://schemas.microsoft.com/office/drawing/2014/main" id="{42F7DB40-8F37-43DF-9091-07DFAD4BDD5D}"/>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lang="en-US" altLang="en-US"/>
              <a:t>To study of how to obscure what you write so as to render is selectively unintelligible. Nowadays, cryptography more involve much more elements than secret writing. In this course we will focus on modern cryptography. Modern cryptography is remarkable discipline, it is a a cornerstone of computer (batu asas) and communication security, with end products that are imminently practical (betul-betul berlaku dalam real life). </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7">
            <a:extLst>
              <a:ext uri="{FF2B5EF4-FFF2-40B4-BE49-F238E27FC236}">
                <a16:creationId xmlns:a16="http://schemas.microsoft.com/office/drawing/2014/main" id="{ACFD2853-4785-49B1-947C-5C83C85BDDC3}"/>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990600">
              <a:defRPr sz="2000">
                <a:solidFill>
                  <a:schemeClr val="tx1"/>
                </a:solidFill>
                <a:latin typeface="Arial" panose="020B0604020202020204" pitchFamily="34" charset="0"/>
              </a:defRPr>
            </a:lvl1pPr>
            <a:lvl2pPr marL="742950" indent="-285750" defTabSz="990600">
              <a:defRPr sz="2000">
                <a:solidFill>
                  <a:schemeClr val="tx1"/>
                </a:solidFill>
                <a:latin typeface="Arial" panose="020B0604020202020204" pitchFamily="34" charset="0"/>
              </a:defRPr>
            </a:lvl2pPr>
            <a:lvl3pPr marL="1143000" indent="-228600" defTabSz="990600">
              <a:defRPr sz="2000">
                <a:solidFill>
                  <a:schemeClr val="tx1"/>
                </a:solidFill>
                <a:latin typeface="Arial" panose="020B0604020202020204" pitchFamily="34" charset="0"/>
              </a:defRPr>
            </a:lvl3pPr>
            <a:lvl4pPr marL="1600200" indent="-228600" defTabSz="990600">
              <a:defRPr sz="2000">
                <a:solidFill>
                  <a:schemeClr val="tx1"/>
                </a:solidFill>
                <a:latin typeface="Arial" panose="020B0604020202020204" pitchFamily="34" charset="0"/>
              </a:defRPr>
            </a:lvl4pPr>
            <a:lvl5pPr marL="2057400" indent="-228600" defTabSz="990600">
              <a:defRPr sz="2000">
                <a:solidFill>
                  <a:schemeClr val="tx1"/>
                </a:solidFill>
                <a:latin typeface="Arial" panose="020B0604020202020204" pitchFamily="34" charset="0"/>
              </a:defRPr>
            </a:lvl5pPr>
            <a:lvl6pPr marL="2514600" indent="-228600" defTabSz="990600" eaLnBrk="0" fontAlgn="base" hangingPunct="0">
              <a:spcBef>
                <a:spcPct val="0"/>
              </a:spcBef>
              <a:spcAft>
                <a:spcPct val="0"/>
              </a:spcAft>
              <a:defRPr sz="2000">
                <a:solidFill>
                  <a:schemeClr val="tx1"/>
                </a:solidFill>
                <a:latin typeface="Arial" panose="020B0604020202020204" pitchFamily="34" charset="0"/>
              </a:defRPr>
            </a:lvl6pPr>
            <a:lvl7pPr marL="2971800" indent="-228600" defTabSz="990600" eaLnBrk="0" fontAlgn="base" hangingPunct="0">
              <a:spcBef>
                <a:spcPct val="0"/>
              </a:spcBef>
              <a:spcAft>
                <a:spcPct val="0"/>
              </a:spcAft>
              <a:defRPr sz="2000">
                <a:solidFill>
                  <a:schemeClr val="tx1"/>
                </a:solidFill>
                <a:latin typeface="Arial" panose="020B0604020202020204" pitchFamily="34" charset="0"/>
              </a:defRPr>
            </a:lvl7pPr>
            <a:lvl8pPr marL="3429000" indent="-228600" defTabSz="990600" eaLnBrk="0" fontAlgn="base" hangingPunct="0">
              <a:spcBef>
                <a:spcPct val="0"/>
              </a:spcBef>
              <a:spcAft>
                <a:spcPct val="0"/>
              </a:spcAft>
              <a:defRPr sz="2000">
                <a:solidFill>
                  <a:schemeClr val="tx1"/>
                </a:solidFill>
                <a:latin typeface="Arial" panose="020B0604020202020204" pitchFamily="34" charset="0"/>
              </a:defRPr>
            </a:lvl8pPr>
            <a:lvl9pPr marL="3886200" indent="-228600" defTabSz="990600" eaLnBrk="0" fontAlgn="base" hangingPunct="0">
              <a:spcBef>
                <a:spcPct val="0"/>
              </a:spcBef>
              <a:spcAft>
                <a:spcPct val="0"/>
              </a:spcAft>
              <a:defRPr sz="2000">
                <a:solidFill>
                  <a:schemeClr val="tx1"/>
                </a:solidFill>
                <a:latin typeface="Arial" panose="020B0604020202020204" pitchFamily="34" charset="0"/>
              </a:defRPr>
            </a:lvl9pPr>
          </a:lstStyle>
          <a:p>
            <a:fld id="{A5F32DD5-DEF0-4324-BD9A-19A50572851C}" type="slidenum">
              <a:rPr lang="en-US" altLang="en-US" sz="1300"/>
              <a:pPr/>
              <a:t>9</a:t>
            </a:fld>
            <a:endParaRPr lang="en-US" altLang="en-US" sz="1300"/>
          </a:p>
        </p:txBody>
      </p:sp>
      <p:sp>
        <p:nvSpPr>
          <p:cNvPr id="162819" name="Rectangle 2">
            <a:extLst>
              <a:ext uri="{FF2B5EF4-FFF2-40B4-BE49-F238E27FC236}">
                <a16:creationId xmlns:a16="http://schemas.microsoft.com/office/drawing/2014/main" id="{1A565BAE-5349-461A-A792-DCD15537ADA6}"/>
              </a:ext>
            </a:extLst>
          </p:cNvPr>
          <p:cNvSpPr>
            <a:spLocks noGrp="1" noRot="1" noChangeAspect="1" noChangeArrowheads="1" noTextEdit="1"/>
          </p:cNvSpPr>
          <p:nvPr>
            <p:ph type="sldImg"/>
          </p:nvPr>
        </p:nvSpPr>
        <p:spPr>
          <a:xfrm>
            <a:off x="1260475" y="720725"/>
            <a:ext cx="4799013" cy="3598863"/>
          </a:xfrm>
          <a:ln/>
        </p:spPr>
      </p:sp>
      <p:sp>
        <p:nvSpPr>
          <p:cNvPr id="162820" name="Rectangle 3">
            <a:extLst>
              <a:ext uri="{FF2B5EF4-FFF2-40B4-BE49-F238E27FC236}">
                <a16:creationId xmlns:a16="http://schemas.microsoft.com/office/drawing/2014/main" id="{DAD28146-3AC4-448D-91EC-056DAA4348C9}"/>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lang="en-US" altLang="en-US"/>
              <a:t>Modern cryptography addresses a wide of problems.</a:t>
            </a:r>
          </a:p>
          <a:p>
            <a:pPr eaLnBrk="1" hangingPunct="1"/>
            <a:r>
              <a:rPr lang="en-US" altLang="en-US"/>
              <a:t>The most basic problem remains the classical one of ensuring security of communication across an insecure medium.</a:t>
            </a:r>
          </a:p>
          <a:p>
            <a:pPr eaLnBrk="1" hangingPunct="1"/>
            <a:r>
              <a:rPr lang="en-US" altLang="en-US"/>
              <a:t>Two parties (sender &amp; receiver) are provided with a dedicated, untappable, impenetrable pipe or tube which a sender can whisper a message and the receiver will hear it.</a:t>
            </a:r>
          </a:p>
          <a:p>
            <a:pPr eaLnBrk="1" hangingPunct="1"/>
            <a:r>
              <a:rPr lang="en-US" altLang="en-US"/>
              <a:t>Nobody else can look inside the pipe or change what is there. </a:t>
            </a:r>
          </a:p>
          <a:p>
            <a:pPr eaLnBrk="1" hangingPunct="1"/>
            <a:r>
              <a:rPr lang="en-US" altLang="en-US"/>
              <a:t>The pipe provides the perfect medium: available only to the sender and receiver, as though they were alone in the world.</a:t>
            </a:r>
          </a:p>
          <a:p>
            <a:pPr eaLnBrk="1" hangingPunct="1"/>
            <a:r>
              <a:rPr lang="en-US" altLang="en-US"/>
              <a:t>Unfortunately, in real life, there are no ideal channels connecting the pairs of parties that might like to communicate each other . Usually such parties are communicating over some public network like the Internet.</a:t>
            </a:r>
          </a:p>
          <a:p>
            <a:pPr eaLnBrk="1" hangingPunct="1"/>
            <a:endParaRPr lang="en-US" altLang="en-US"/>
          </a:p>
          <a:p>
            <a:pPr eaLnBrk="1" hangingPunct="1"/>
            <a:r>
              <a:rPr lang="en-US" altLang="en-US"/>
              <a:t>The most basic goal of cryptography is to provide such parties with a means to imbue their communications with security properties akin (sejenis) to those provided by the ideal channel.</a:t>
            </a:r>
          </a:p>
          <a:p>
            <a:pPr eaLnBrk="1" hangingPunct="1">
              <a:buFontTx/>
              <a:buChar char="•"/>
            </a:pPr>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7">
            <a:extLst>
              <a:ext uri="{FF2B5EF4-FFF2-40B4-BE49-F238E27FC236}">
                <a16:creationId xmlns:a16="http://schemas.microsoft.com/office/drawing/2014/main" id="{2C362E3C-FBCC-474D-9021-644DBC4A41E9}"/>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990600">
              <a:defRPr sz="2000">
                <a:solidFill>
                  <a:schemeClr val="tx1"/>
                </a:solidFill>
                <a:latin typeface="Arial" panose="020B0604020202020204" pitchFamily="34" charset="0"/>
              </a:defRPr>
            </a:lvl1pPr>
            <a:lvl2pPr marL="742950" indent="-285750" defTabSz="990600">
              <a:defRPr sz="2000">
                <a:solidFill>
                  <a:schemeClr val="tx1"/>
                </a:solidFill>
                <a:latin typeface="Arial" panose="020B0604020202020204" pitchFamily="34" charset="0"/>
              </a:defRPr>
            </a:lvl2pPr>
            <a:lvl3pPr marL="1143000" indent="-228600" defTabSz="990600">
              <a:defRPr sz="2000">
                <a:solidFill>
                  <a:schemeClr val="tx1"/>
                </a:solidFill>
                <a:latin typeface="Arial" panose="020B0604020202020204" pitchFamily="34" charset="0"/>
              </a:defRPr>
            </a:lvl3pPr>
            <a:lvl4pPr marL="1600200" indent="-228600" defTabSz="990600">
              <a:defRPr sz="2000">
                <a:solidFill>
                  <a:schemeClr val="tx1"/>
                </a:solidFill>
                <a:latin typeface="Arial" panose="020B0604020202020204" pitchFamily="34" charset="0"/>
              </a:defRPr>
            </a:lvl4pPr>
            <a:lvl5pPr marL="2057400" indent="-228600" defTabSz="990600">
              <a:defRPr sz="2000">
                <a:solidFill>
                  <a:schemeClr val="tx1"/>
                </a:solidFill>
                <a:latin typeface="Arial" panose="020B0604020202020204" pitchFamily="34" charset="0"/>
              </a:defRPr>
            </a:lvl5pPr>
            <a:lvl6pPr marL="2514600" indent="-228600" defTabSz="990600" eaLnBrk="0" fontAlgn="base" hangingPunct="0">
              <a:spcBef>
                <a:spcPct val="0"/>
              </a:spcBef>
              <a:spcAft>
                <a:spcPct val="0"/>
              </a:spcAft>
              <a:defRPr sz="2000">
                <a:solidFill>
                  <a:schemeClr val="tx1"/>
                </a:solidFill>
                <a:latin typeface="Arial" panose="020B0604020202020204" pitchFamily="34" charset="0"/>
              </a:defRPr>
            </a:lvl6pPr>
            <a:lvl7pPr marL="2971800" indent="-228600" defTabSz="990600" eaLnBrk="0" fontAlgn="base" hangingPunct="0">
              <a:spcBef>
                <a:spcPct val="0"/>
              </a:spcBef>
              <a:spcAft>
                <a:spcPct val="0"/>
              </a:spcAft>
              <a:defRPr sz="2000">
                <a:solidFill>
                  <a:schemeClr val="tx1"/>
                </a:solidFill>
                <a:latin typeface="Arial" panose="020B0604020202020204" pitchFamily="34" charset="0"/>
              </a:defRPr>
            </a:lvl7pPr>
            <a:lvl8pPr marL="3429000" indent="-228600" defTabSz="990600" eaLnBrk="0" fontAlgn="base" hangingPunct="0">
              <a:spcBef>
                <a:spcPct val="0"/>
              </a:spcBef>
              <a:spcAft>
                <a:spcPct val="0"/>
              </a:spcAft>
              <a:defRPr sz="2000">
                <a:solidFill>
                  <a:schemeClr val="tx1"/>
                </a:solidFill>
                <a:latin typeface="Arial" panose="020B0604020202020204" pitchFamily="34" charset="0"/>
              </a:defRPr>
            </a:lvl8pPr>
            <a:lvl9pPr marL="3886200" indent="-228600" defTabSz="990600" eaLnBrk="0" fontAlgn="base" hangingPunct="0">
              <a:spcBef>
                <a:spcPct val="0"/>
              </a:spcBef>
              <a:spcAft>
                <a:spcPct val="0"/>
              </a:spcAft>
              <a:defRPr sz="2000">
                <a:solidFill>
                  <a:schemeClr val="tx1"/>
                </a:solidFill>
                <a:latin typeface="Arial" panose="020B0604020202020204" pitchFamily="34" charset="0"/>
              </a:defRPr>
            </a:lvl9pPr>
          </a:lstStyle>
          <a:p>
            <a:fld id="{FA960469-8E36-4105-A758-5F2C84956DCB}" type="slidenum">
              <a:rPr lang="en-US" altLang="en-US" sz="1300"/>
              <a:pPr/>
              <a:t>10</a:t>
            </a:fld>
            <a:endParaRPr lang="en-US" altLang="en-US" sz="1300"/>
          </a:p>
        </p:txBody>
      </p:sp>
      <p:sp>
        <p:nvSpPr>
          <p:cNvPr id="187395" name="Rectangle 2">
            <a:extLst>
              <a:ext uri="{FF2B5EF4-FFF2-40B4-BE49-F238E27FC236}">
                <a16:creationId xmlns:a16="http://schemas.microsoft.com/office/drawing/2014/main" id="{B2F49449-B6FD-4C6D-AB01-CAE153EF2774}"/>
              </a:ext>
            </a:extLst>
          </p:cNvPr>
          <p:cNvSpPr>
            <a:spLocks noGrp="1" noRot="1" noChangeAspect="1" noChangeArrowheads="1" noTextEdit="1"/>
          </p:cNvSpPr>
          <p:nvPr>
            <p:ph type="sldImg"/>
          </p:nvPr>
        </p:nvSpPr>
        <p:spPr>
          <a:xfrm>
            <a:off x="1260475" y="720725"/>
            <a:ext cx="4799013" cy="3598863"/>
          </a:xfrm>
          <a:ln/>
        </p:spPr>
      </p:sp>
      <p:sp>
        <p:nvSpPr>
          <p:cNvPr id="187396" name="Rectangle 3">
            <a:extLst>
              <a:ext uri="{FF2B5EF4-FFF2-40B4-BE49-F238E27FC236}">
                <a16:creationId xmlns:a16="http://schemas.microsoft.com/office/drawing/2014/main" id="{75FB322F-3AAE-490C-A9DB-DC72E778E79F}"/>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lang="en-AU" altLang="en-US"/>
              <a:t>Briefly review some terminology used throughout the course. </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7">
            <a:extLst>
              <a:ext uri="{FF2B5EF4-FFF2-40B4-BE49-F238E27FC236}">
                <a16:creationId xmlns:a16="http://schemas.microsoft.com/office/drawing/2014/main" id="{CCF0816C-37B1-47FC-9F60-F87F7587585C}"/>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990600">
              <a:defRPr sz="2000">
                <a:solidFill>
                  <a:schemeClr val="tx1"/>
                </a:solidFill>
                <a:latin typeface="Arial" panose="020B0604020202020204" pitchFamily="34" charset="0"/>
              </a:defRPr>
            </a:lvl1pPr>
            <a:lvl2pPr marL="742950" indent="-285750" defTabSz="990600">
              <a:defRPr sz="2000">
                <a:solidFill>
                  <a:schemeClr val="tx1"/>
                </a:solidFill>
                <a:latin typeface="Arial" panose="020B0604020202020204" pitchFamily="34" charset="0"/>
              </a:defRPr>
            </a:lvl2pPr>
            <a:lvl3pPr marL="1143000" indent="-228600" defTabSz="990600">
              <a:defRPr sz="2000">
                <a:solidFill>
                  <a:schemeClr val="tx1"/>
                </a:solidFill>
                <a:latin typeface="Arial" panose="020B0604020202020204" pitchFamily="34" charset="0"/>
              </a:defRPr>
            </a:lvl3pPr>
            <a:lvl4pPr marL="1600200" indent="-228600" defTabSz="990600">
              <a:defRPr sz="2000">
                <a:solidFill>
                  <a:schemeClr val="tx1"/>
                </a:solidFill>
                <a:latin typeface="Arial" panose="020B0604020202020204" pitchFamily="34" charset="0"/>
              </a:defRPr>
            </a:lvl4pPr>
            <a:lvl5pPr marL="2057400" indent="-228600" defTabSz="990600">
              <a:defRPr sz="2000">
                <a:solidFill>
                  <a:schemeClr val="tx1"/>
                </a:solidFill>
                <a:latin typeface="Arial" panose="020B0604020202020204" pitchFamily="34" charset="0"/>
              </a:defRPr>
            </a:lvl5pPr>
            <a:lvl6pPr marL="2514600" indent="-228600" defTabSz="990600" eaLnBrk="0" fontAlgn="base" hangingPunct="0">
              <a:spcBef>
                <a:spcPct val="0"/>
              </a:spcBef>
              <a:spcAft>
                <a:spcPct val="0"/>
              </a:spcAft>
              <a:defRPr sz="2000">
                <a:solidFill>
                  <a:schemeClr val="tx1"/>
                </a:solidFill>
                <a:latin typeface="Arial" panose="020B0604020202020204" pitchFamily="34" charset="0"/>
              </a:defRPr>
            </a:lvl6pPr>
            <a:lvl7pPr marL="2971800" indent="-228600" defTabSz="990600" eaLnBrk="0" fontAlgn="base" hangingPunct="0">
              <a:spcBef>
                <a:spcPct val="0"/>
              </a:spcBef>
              <a:spcAft>
                <a:spcPct val="0"/>
              </a:spcAft>
              <a:defRPr sz="2000">
                <a:solidFill>
                  <a:schemeClr val="tx1"/>
                </a:solidFill>
                <a:latin typeface="Arial" panose="020B0604020202020204" pitchFamily="34" charset="0"/>
              </a:defRPr>
            </a:lvl7pPr>
            <a:lvl8pPr marL="3429000" indent="-228600" defTabSz="990600" eaLnBrk="0" fontAlgn="base" hangingPunct="0">
              <a:spcBef>
                <a:spcPct val="0"/>
              </a:spcBef>
              <a:spcAft>
                <a:spcPct val="0"/>
              </a:spcAft>
              <a:defRPr sz="2000">
                <a:solidFill>
                  <a:schemeClr val="tx1"/>
                </a:solidFill>
                <a:latin typeface="Arial" panose="020B0604020202020204" pitchFamily="34" charset="0"/>
              </a:defRPr>
            </a:lvl8pPr>
            <a:lvl9pPr marL="3886200" indent="-228600" defTabSz="990600" eaLnBrk="0" fontAlgn="base" hangingPunct="0">
              <a:spcBef>
                <a:spcPct val="0"/>
              </a:spcBef>
              <a:spcAft>
                <a:spcPct val="0"/>
              </a:spcAft>
              <a:defRPr sz="2000">
                <a:solidFill>
                  <a:schemeClr val="tx1"/>
                </a:solidFill>
                <a:latin typeface="Arial" panose="020B0604020202020204" pitchFamily="34" charset="0"/>
              </a:defRPr>
            </a:lvl9pPr>
          </a:lstStyle>
          <a:p>
            <a:fld id="{7BE605C6-368F-49E4-BCD4-B20485CD59E3}" type="slidenum">
              <a:rPr lang="en-US" altLang="en-US" sz="1300"/>
              <a:pPr/>
              <a:t>11</a:t>
            </a:fld>
            <a:endParaRPr lang="en-US" altLang="en-US" sz="1300"/>
          </a:p>
        </p:txBody>
      </p:sp>
      <p:sp>
        <p:nvSpPr>
          <p:cNvPr id="189443" name="Rectangle 2">
            <a:extLst>
              <a:ext uri="{FF2B5EF4-FFF2-40B4-BE49-F238E27FC236}">
                <a16:creationId xmlns:a16="http://schemas.microsoft.com/office/drawing/2014/main" id="{01E943D8-6C52-43FD-940E-E766A2519049}"/>
              </a:ext>
            </a:extLst>
          </p:cNvPr>
          <p:cNvSpPr>
            <a:spLocks noGrp="1" noRot="1" noChangeAspect="1" noChangeArrowheads="1" noTextEdit="1"/>
          </p:cNvSpPr>
          <p:nvPr>
            <p:ph type="sldImg"/>
          </p:nvPr>
        </p:nvSpPr>
        <p:spPr>
          <a:xfrm>
            <a:off x="1260475" y="720725"/>
            <a:ext cx="4799013" cy="3598863"/>
          </a:xfrm>
          <a:ln/>
        </p:spPr>
      </p:sp>
      <p:sp>
        <p:nvSpPr>
          <p:cNvPr id="189444" name="Rectangle 3">
            <a:extLst>
              <a:ext uri="{FF2B5EF4-FFF2-40B4-BE49-F238E27FC236}">
                <a16:creationId xmlns:a16="http://schemas.microsoft.com/office/drawing/2014/main" id="{A10BE759-274D-4884-B4BB-2B292B26FBF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lang="en-US" altLang="en-US"/>
              <a:t>The message that send / transmit is referred to as a plain text.</a:t>
            </a:r>
          </a:p>
          <a:p>
            <a:pPr eaLnBrk="1" hangingPunct="1"/>
            <a:r>
              <a:rPr lang="en-US" altLang="en-US"/>
              <a:t>The sender encrypts the plain text under the share key to obtain  a ciphertext.</a:t>
            </a:r>
          </a:p>
          <a:p>
            <a:pPr eaLnBrk="1" hangingPunct="1"/>
            <a:r>
              <a:rPr lang="en-US" altLang="en-US"/>
              <a:t>The ciphertext is transmitted to the receiver.</a:t>
            </a:r>
          </a:p>
          <a:p>
            <a:pPr eaLnBrk="1" hangingPunct="1"/>
            <a:r>
              <a:rPr lang="en-US" altLang="en-US"/>
              <a:t>A cipher is used to accomplish the encryption and decryption or: a method of transforming a text in order to conceal its meaning.</a:t>
            </a:r>
          </a:p>
          <a:p>
            <a:pPr eaLnBrk="1" hangingPunct="1"/>
            <a:r>
              <a:rPr lang="en-US" altLang="en-US"/>
              <a:t>The ciphertext is transported securely from prying eyes to the intended recipient(s), where it is decrypted back into plaintext.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7">
            <a:extLst>
              <a:ext uri="{FF2B5EF4-FFF2-40B4-BE49-F238E27FC236}">
                <a16:creationId xmlns:a16="http://schemas.microsoft.com/office/drawing/2014/main" id="{B0DEB132-6EA1-495A-A4E8-38698D6E593E}"/>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990600">
              <a:defRPr sz="2000">
                <a:solidFill>
                  <a:schemeClr val="tx1"/>
                </a:solidFill>
                <a:latin typeface="Arial" panose="020B0604020202020204" pitchFamily="34" charset="0"/>
              </a:defRPr>
            </a:lvl1pPr>
            <a:lvl2pPr marL="742950" indent="-285750" defTabSz="990600">
              <a:defRPr sz="2000">
                <a:solidFill>
                  <a:schemeClr val="tx1"/>
                </a:solidFill>
                <a:latin typeface="Arial" panose="020B0604020202020204" pitchFamily="34" charset="0"/>
              </a:defRPr>
            </a:lvl2pPr>
            <a:lvl3pPr marL="1143000" indent="-228600" defTabSz="990600">
              <a:defRPr sz="2000">
                <a:solidFill>
                  <a:schemeClr val="tx1"/>
                </a:solidFill>
                <a:latin typeface="Arial" panose="020B0604020202020204" pitchFamily="34" charset="0"/>
              </a:defRPr>
            </a:lvl3pPr>
            <a:lvl4pPr marL="1600200" indent="-228600" defTabSz="990600">
              <a:defRPr sz="2000">
                <a:solidFill>
                  <a:schemeClr val="tx1"/>
                </a:solidFill>
                <a:latin typeface="Arial" panose="020B0604020202020204" pitchFamily="34" charset="0"/>
              </a:defRPr>
            </a:lvl4pPr>
            <a:lvl5pPr marL="2057400" indent="-228600" defTabSz="990600">
              <a:defRPr sz="2000">
                <a:solidFill>
                  <a:schemeClr val="tx1"/>
                </a:solidFill>
                <a:latin typeface="Arial" panose="020B0604020202020204" pitchFamily="34" charset="0"/>
              </a:defRPr>
            </a:lvl5pPr>
            <a:lvl6pPr marL="2514600" indent="-228600" defTabSz="990600" eaLnBrk="0" fontAlgn="base" hangingPunct="0">
              <a:spcBef>
                <a:spcPct val="0"/>
              </a:spcBef>
              <a:spcAft>
                <a:spcPct val="0"/>
              </a:spcAft>
              <a:defRPr sz="2000">
                <a:solidFill>
                  <a:schemeClr val="tx1"/>
                </a:solidFill>
                <a:latin typeface="Arial" panose="020B0604020202020204" pitchFamily="34" charset="0"/>
              </a:defRPr>
            </a:lvl6pPr>
            <a:lvl7pPr marL="2971800" indent="-228600" defTabSz="990600" eaLnBrk="0" fontAlgn="base" hangingPunct="0">
              <a:spcBef>
                <a:spcPct val="0"/>
              </a:spcBef>
              <a:spcAft>
                <a:spcPct val="0"/>
              </a:spcAft>
              <a:defRPr sz="2000">
                <a:solidFill>
                  <a:schemeClr val="tx1"/>
                </a:solidFill>
                <a:latin typeface="Arial" panose="020B0604020202020204" pitchFamily="34" charset="0"/>
              </a:defRPr>
            </a:lvl7pPr>
            <a:lvl8pPr marL="3429000" indent="-228600" defTabSz="990600" eaLnBrk="0" fontAlgn="base" hangingPunct="0">
              <a:spcBef>
                <a:spcPct val="0"/>
              </a:spcBef>
              <a:spcAft>
                <a:spcPct val="0"/>
              </a:spcAft>
              <a:defRPr sz="2000">
                <a:solidFill>
                  <a:schemeClr val="tx1"/>
                </a:solidFill>
                <a:latin typeface="Arial" panose="020B0604020202020204" pitchFamily="34" charset="0"/>
              </a:defRPr>
            </a:lvl8pPr>
            <a:lvl9pPr marL="3886200" indent="-228600" defTabSz="990600" eaLnBrk="0" fontAlgn="base" hangingPunct="0">
              <a:spcBef>
                <a:spcPct val="0"/>
              </a:spcBef>
              <a:spcAft>
                <a:spcPct val="0"/>
              </a:spcAft>
              <a:defRPr sz="2000">
                <a:solidFill>
                  <a:schemeClr val="tx1"/>
                </a:solidFill>
                <a:latin typeface="Arial" panose="020B0604020202020204" pitchFamily="34" charset="0"/>
              </a:defRPr>
            </a:lvl9pPr>
          </a:lstStyle>
          <a:p>
            <a:fld id="{04DD2C9B-4B30-4B57-BD94-091A94C5962A}" type="slidenum">
              <a:rPr lang="en-US" altLang="en-US" sz="1300"/>
              <a:pPr/>
              <a:t>12</a:t>
            </a:fld>
            <a:endParaRPr lang="en-US" altLang="en-US" sz="1300"/>
          </a:p>
        </p:txBody>
      </p:sp>
      <p:sp>
        <p:nvSpPr>
          <p:cNvPr id="191491" name="Rectangle 2">
            <a:extLst>
              <a:ext uri="{FF2B5EF4-FFF2-40B4-BE49-F238E27FC236}">
                <a16:creationId xmlns:a16="http://schemas.microsoft.com/office/drawing/2014/main" id="{3C68FADF-D390-4E69-9833-DE33EE7034B3}"/>
              </a:ext>
            </a:extLst>
          </p:cNvPr>
          <p:cNvSpPr>
            <a:spLocks noGrp="1" noRot="1" noChangeAspect="1" noChangeArrowheads="1" noTextEdit="1"/>
          </p:cNvSpPr>
          <p:nvPr>
            <p:ph type="sldImg"/>
          </p:nvPr>
        </p:nvSpPr>
        <p:spPr>
          <a:xfrm>
            <a:off x="1260475" y="720725"/>
            <a:ext cx="4799013" cy="3598863"/>
          </a:xfrm>
          <a:ln/>
        </p:spPr>
      </p:sp>
      <p:sp>
        <p:nvSpPr>
          <p:cNvPr id="191492" name="Rectangle 3">
            <a:extLst>
              <a:ext uri="{FF2B5EF4-FFF2-40B4-BE49-F238E27FC236}">
                <a16:creationId xmlns:a16="http://schemas.microsoft.com/office/drawing/2014/main" id="{ABA8146F-E2A0-491F-8DF8-5655E8D1AFDC}"/>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pPr>
              <a:defRPr/>
            </a:pPr>
            <a:fld id="{B651C300-8E47-454F-A431-A0783EC5AF6A}" type="slidenum">
              <a:rPr lang="en-AU" altLang="en-US" smtClean="0"/>
              <a:pPr>
                <a:defRPr/>
              </a:pPr>
              <a:t>13</a:t>
            </a:fld>
            <a:endParaRPr lang="en-AU" altLang="en-US"/>
          </a:p>
        </p:txBody>
      </p:sp>
    </p:spTree>
    <p:extLst>
      <p:ext uri="{BB962C8B-B14F-4D97-AF65-F5344CB8AC3E}">
        <p14:creationId xmlns:p14="http://schemas.microsoft.com/office/powerpoint/2010/main" val="41057024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Rectangle 7">
            <a:extLst>
              <a:ext uri="{FF2B5EF4-FFF2-40B4-BE49-F238E27FC236}">
                <a16:creationId xmlns:a16="http://schemas.microsoft.com/office/drawing/2014/main" id="{D076F5AE-27B8-4117-8FA6-5A33DB22786C}"/>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990600">
              <a:defRPr sz="2000">
                <a:solidFill>
                  <a:schemeClr val="tx1"/>
                </a:solidFill>
                <a:latin typeface="Arial" panose="020B0604020202020204" pitchFamily="34" charset="0"/>
              </a:defRPr>
            </a:lvl1pPr>
            <a:lvl2pPr marL="742950" indent="-285750" defTabSz="990600">
              <a:defRPr sz="2000">
                <a:solidFill>
                  <a:schemeClr val="tx1"/>
                </a:solidFill>
                <a:latin typeface="Arial" panose="020B0604020202020204" pitchFamily="34" charset="0"/>
              </a:defRPr>
            </a:lvl2pPr>
            <a:lvl3pPr marL="1143000" indent="-228600" defTabSz="990600">
              <a:defRPr sz="2000">
                <a:solidFill>
                  <a:schemeClr val="tx1"/>
                </a:solidFill>
                <a:latin typeface="Arial" panose="020B0604020202020204" pitchFamily="34" charset="0"/>
              </a:defRPr>
            </a:lvl3pPr>
            <a:lvl4pPr marL="1600200" indent="-228600" defTabSz="990600">
              <a:defRPr sz="2000">
                <a:solidFill>
                  <a:schemeClr val="tx1"/>
                </a:solidFill>
                <a:latin typeface="Arial" panose="020B0604020202020204" pitchFamily="34" charset="0"/>
              </a:defRPr>
            </a:lvl4pPr>
            <a:lvl5pPr marL="2057400" indent="-228600" defTabSz="990600">
              <a:defRPr sz="2000">
                <a:solidFill>
                  <a:schemeClr val="tx1"/>
                </a:solidFill>
                <a:latin typeface="Arial" panose="020B0604020202020204" pitchFamily="34" charset="0"/>
              </a:defRPr>
            </a:lvl5pPr>
            <a:lvl6pPr marL="2514600" indent="-228600" defTabSz="990600" eaLnBrk="0" fontAlgn="base" hangingPunct="0">
              <a:spcBef>
                <a:spcPct val="0"/>
              </a:spcBef>
              <a:spcAft>
                <a:spcPct val="0"/>
              </a:spcAft>
              <a:defRPr sz="2000">
                <a:solidFill>
                  <a:schemeClr val="tx1"/>
                </a:solidFill>
                <a:latin typeface="Arial" panose="020B0604020202020204" pitchFamily="34" charset="0"/>
              </a:defRPr>
            </a:lvl6pPr>
            <a:lvl7pPr marL="2971800" indent="-228600" defTabSz="990600" eaLnBrk="0" fontAlgn="base" hangingPunct="0">
              <a:spcBef>
                <a:spcPct val="0"/>
              </a:spcBef>
              <a:spcAft>
                <a:spcPct val="0"/>
              </a:spcAft>
              <a:defRPr sz="2000">
                <a:solidFill>
                  <a:schemeClr val="tx1"/>
                </a:solidFill>
                <a:latin typeface="Arial" panose="020B0604020202020204" pitchFamily="34" charset="0"/>
              </a:defRPr>
            </a:lvl7pPr>
            <a:lvl8pPr marL="3429000" indent="-228600" defTabSz="990600" eaLnBrk="0" fontAlgn="base" hangingPunct="0">
              <a:spcBef>
                <a:spcPct val="0"/>
              </a:spcBef>
              <a:spcAft>
                <a:spcPct val="0"/>
              </a:spcAft>
              <a:defRPr sz="2000">
                <a:solidFill>
                  <a:schemeClr val="tx1"/>
                </a:solidFill>
                <a:latin typeface="Arial" panose="020B0604020202020204" pitchFamily="34" charset="0"/>
              </a:defRPr>
            </a:lvl8pPr>
            <a:lvl9pPr marL="3886200" indent="-228600" defTabSz="990600" eaLnBrk="0" fontAlgn="base" hangingPunct="0">
              <a:spcBef>
                <a:spcPct val="0"/>
              </a:spcBef>
              <a:spcAft>
                <a:spcPct val="0"/>
              </a:spcAft>
              <a:defRPr sz="2000">
                <a:solidFill>
                  <a:schemeClr val="tx1"/>
                </a:solidFill>
                <a:latin typeface="Arial" panose="020B0604020202020204" pitchFamily="34" charset="0"/>
              </a:defRPr>
            </a:lvl9pPr>
          </a:lstStyle>
          <a:p>
            <a:fld id="{1959AF23-B623-45BF-9C61-73495DE8BE66}" type="slidenum">
              <a:rPr lang="en-US" altLang="en-US" sz="1300"/>
              <a:pPr/>
              <a:t>14</a:t>
            </a:fld>
            <a:endParaRPr lang="en-US" altLang="en-US" sz="1300"/>
          </a:p>
        </p:txBody>
      </p:sp>
      <p:sp>
        <p:nvSpPr>
          <p:cNvPr id="201731" name="Rectangle 2">
            <a:extLst>
              <a:ext uri="{FF2B5EF4-FFF2-40B4-BE49-F238E27FC236}">
                <a16:creationId xmlns:a16="http://schemas.microsoft.com/office/drawing/2014/main" id="{99483712-3867-4006-A1B3-76EA969B99E9}"/>
              </a:ext>
            </a:extLst>
          </p:cNvPr>
          <p:cNvSpPr>
            <a:spLocks noGrp="1" noRot="1" noChangeAspect="1" noChangeArrowheads="1" noTextEdit="1"/>
          </p:cNvSpPr>
          <p:nvPr>
            <p:ph type="sldImg"/>
          </p:nvPr>
        </p:nvSpPr>
        <p:spPr>
          <a:xfrm>
            <a:off x="1258888" y="720725"/>
            <a:ext cx="4799012" cy="3598863"/>
          </a:xfrm>
          <a:ln/>
        </p:spPr>
      </p:sp>
      <p:sp>
        <p:nvSpPr>
          <p:cNvPr id="201732" name="Rectangle 3">
            <a:extLst>
              <a:ext uri="{FF2B5EF4-FFF2-40B4-BE49-F238E27FC236}">
                <a16:creationId xmlns:a16="http://schemas.microsoft.com/office/drawing/2014/main" id="{242DC107-5A98-42CD-B888-D23A014E82F9}"/>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lang="en-AU" altLang="en-US" i="1"/>
              <a:t>All traditional schemes are </a:t>
            </a:r>
            <a:r>
              <a:rPr lang="en-AU" altLang="en-US" b="1" i="1"/>
              <a:t>symmetric</a:t>
            </a:r>
            <a:r>
              <a:rPr lang="en-AU" altLang="en-US" i="1"/>
              <a:t> / </a:t>
            </a:r>
            <a:r>
              <a:rPr lang="en-AU" altLang="en-US" b="1" i="1"/>
              <a:t>single key</a:t>
            </a:r>
            <a:r>
              <a:rPr lang="en-AU" altLang="en-US" i="1"/>
              <a:t> / </a:t>
            </a:r>
            <a:r>
              <a:rPr lang="en-AU" altLang="en-US" b="1" i="1"/>
              <a:t>private-key</a:t>
            </a:r>
            <a:r>
              <a:rPr lang="en-AU" altLang="en-US" i="1"/>
              <a:t> encryption algorithms, with a </a:t>
            </a:r>
            <a:r>
              <a:rPr lang="en-AU" altLang="en-US" b="1" i="1"/>
              <a:t>single key</a:t>
            </a:r>
            <a:r>
              <a:rPr lang="en-AU" altLang="en-US" i="1"/>
              <a:t>, used for both encryption and decryption, since both sender and receiver are equivalent, either can encrypt or decrypt messages using that common key.</a:t>
            </a:r>
            <a:endParaRPr lang="en-US" altLang="en-US" i="1"/>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pPr>
              <a:defRPr/>
            </a:pPr>
            <a:fld id="{B651C300-8E47-454F-A431-A0783EC5AF6A}" type="slidenum">
              <a:rPr lang="en-AU" altLang="en-US" smtClean="0"/>
              <a:pPr>
                <a:defRPr/>
              </a:pPr>
              <a:t>15</a:t>
            </a:fld>
            <a:endParaRPr lang="en-AU" altLang="en-US"/>
          </a:p>
        </p:txBody>
      </p:sp>
    </p:spTree>
    <p:extLst>
      <p:ext uri="{BB962C8B-B14F-4D97-AF65-F5344CB8AC3E}">
        <p14:creationId xmlns:p14="http://schemas.microsoft.com/office/powerpoint/2010/main" val="39200904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Rectangle 7">
            <a:extLst>
              <a:ext uri="{FF2B5EF4-FFF2-40B4-BE49-F238E27FC236}">
                <a16:creationId xmlns:a16="http://schemas.microsoft.com/office/drawing/2014/main" id="{D076F5AE-27B8-4117-8FA6-5A33DB22786C}"/>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990600">
              <a:defRPr sz="2000">
                <a:solidFill>
                  <a:schemeClr val="tx1"/>
                </a:solidFill>
                <a:latin typeface="Arial" panose="020B0604020202020204" pitchFamily="34" charset="0"/>
              </a:defRPr>
            </a:lvl1pPr>
            <a:lvl2pPr marL="742950" indent="-285750" defTabSz="990600">
              <a:defRPr sz="2000">
                <a:solidFill>
                  <a:schemeClr val="tx1"/>
                </a:solidFill>
                <a:latin typeface="Arial" panose="020B0604020202020204" pitchFamily="34" charset="0"/>
              </a:defRPr>
            </a:lvl2pPr>
            <a:lvl3pPr marL="1143000" indent="-228600" defTabSz="990600">
              <a:defRPr sz="2000">
                <a:solidFill>
                  <a:schemeClr val="tx1"/>
                </a:solidFill>
                <a:latin typeface="Arial" panose="020B0604020202020204" pitchFamily="34" charset="0"/>
              </a:defRPr>
            </a:lvl3pPr>
            <a:lvl4pPr marL="1600200" indent="-228600" defTabSz="990600">
              <a:defRPr sz="2000">
                <a:solidFill>
                  <a:schemeClr val="tx1"/>
                </a:solidFill>
                <a:latin typeface="Arial" panose="020B0604020202020204" pitchFamily="34" charset="0"/>
              </a:defRPr>
            </a:lvl4pPr>
            <a:lvl5pPr marL="2057400" indent="-228600" defTabSz="990600">
              <a:defRPr sz="2000">
                <a:solidFill>
                  <a:schemeClr val="tx1"/>
                </a:solidFill>
                <a:latin typeface="Arial" panose="020B0604020202020204" pitchFamily="34" charset="0"/>
              </a:defRPr>
            </a:lvl5pPr>
            <a:lvl6pPr marL="2514600" indent="-228600" defTabSz="990600" eaLnBrk="0" fontAlgn="base" hangingPunct="0">
              <a:spcBef>
                <a:spcPct val="0"/>
              </a:spcBef>
              <a:spcAft>
                <a:spcPct val="0"/>
              </a:spcAft>
              <a:defRPr sz="2000">
                <a:solidFill>
                  <a:schemeClr val="tx1"/>
                </a:solidFill>
                <a:latin typeface="Arial" panose="020B0604020202020204" pitchFamily="34" charset="0"/>
              </a:defRPr>
            </a:lvl6pPr>
            <a:lvl7pPr marL="2971800" indent="-228600" defTabSz="990600" eaLnBrk="0" fontAlgn="base" hangingPunct="0">
              <a:spcBef>
                <a:spcPct val="0"/>
              </a:spcBef>
              <a:spcAft>
                <a:spcPct val="0"/>
              </a:spcAft>
              <a:defRPr sz="2000">
                <a:solidFill>
                  <a:schemeClr val="tx1"/>
                </a:solidFill>
                <a:latin typeface="Arial" panose="020B0604020202020204" pitchFamily="34" charset="0"/>
              </a:defRPr>
            </a:lvl7pPr>
            <a:lvl8pPr marL="3429000" indent="-228600" defTabSz="990600" eaLnBrk="0" fontAlgn="base" hangingPunct="0">
              <a:spcBef>
                <a:spcPct val="0"/>
              </a:spcBef>
              <a:spcAft>
                <a:spcPct val="0"/>
              </a:spcAft>
              <a:defRPr sz="2000">
                <a:solidFill>
                  <a:schemeClr val="tx1"/>
                </a:solidFill>
                <a:latin typeface="Arial" panose="020B0604020202020204" pitchFamily="34" charset="0"/>
              </a:defRPr>
            </a:lvl8pPr>
            <a:lvl9pPr marL="3886200" indent="-228600" defTabSz="990600" eaLnBrk="0" fontAlgn="base" hangingPunct="0">
              <a:spcBef>
                <a:spcPct val="0"/>
              </a:spcBef>
              <a:spcAft>
                <a:spcPct val="0"/>
              </a:spcAft>
              <a:defRPr sz="2000">
                <a:solidFill>
                  <a:schemeClr val="tx1"/>
                </a:solidFill>
                <a:latin typeface="Arial" panose="020B0604020202020204" pitchFamily="34" charset="0"/>
              </a:defRPr>
            </a:lvl9pPr>
          </a:lstStyle>
          <a:p>
            <a:fld id="{1959AF23-B623-45BF-9C61-73495DE8BE66}" type="slidenum">
              <a:rPr lang="en-US" altLang="en-US" sz="1300"/>
              <a:pPr/>
              <a:t>16</a:t>
            </a:fld>
            <a:endParaRPr lang="en-US" altLang="en-US" sz="1300"/>
          </a:p>
        </p:txBody>
      </p:sp>
      <p:sp>
        <p:nvSpPr>
          <p:cNvPr id="201731" name="Rectangle 2">
            <a:extLst>
              <a:ext uri="{FF2B5EF4-FFF2-40B4-BE49-F238E27FC236}">
                <a16:creationId xmlns:a16="http://schemas.microsoft.com/office/drawing/2014/main" id="{99483712-3867-4006-A1B3-76EA969B99E9}"/>
              </a:ext>
            </a:extLst>
          </p:cNvPr>
          <p:cNvSpPr>
            <a:spLocks noGrp="1" noRot="1" noChangeAspect="1" noChangeArrowheads="1" noTextEdit="1"/>
          </p:cNvSpPr>
          <p:nvPr>
            <p:ph type="sldImg"/>
          </p:nvPr>
        </p:nvSpPr>
        <p:spPr>
          <a:xfrm>
            <a:off x="1258888" y="720725"/>
            <a:ext cx="4799012" cy="3598863"/>
          </a:xfrm>
          <a:ln/>
        </p:spPr>
      </p:sp>
      <p:sp>
        <p:nvSpPr>
          <p:cNvPr id="201732" name="Rectangle 3">
            <a:extLst>
              <a:ext uri="{FF2B5EF4-FFF2-40B4-BE49-F238E27FC236}">
                <a16:creationId xmlns:a16="http://schemas.microsoft.com/office/drawing/2014/main" id="{242DC107-5A98-42CD-B888-D23A014E82F9}"/>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lang="en-AU" altLang="en-US" i="1"/>
              <a:t>All traditional schemes are </a:t>
            </a:r>
            <a:r>
              <a:rPr lang="en-AU" altLang="en-US" b="1" i="1"/>
              <a:t>symmetric</a:t>
            </a:r>
            <a:r>
              <a:rPr lang="en-AU" altLang="en-US" i="1"/>
              <a:t> / </a:t>
            </a:r>
            <a:r>
              <a:rPr lang="en-AU" altLang="en-US" b="1" i="1"/>
              <a:t>single key</a:t>
            </a:r>
            <a:r>
              <a:rPr lang="en-AU" altLang="en-US" i="1"/>
              <a:t> / </a:t>
            </a:r>
            <a:r>
              <a:rPr lang="en-AU" altLang="en-US" b="1" i="1"/>
              <a:t>private-key</a:t>
            </a:r>
            <a:r>
              <a:rPr lang="en-AU" altLang="en-US" i="1"/>
              <a:t> encryption algorithms, with a </a:t>
            </a:r>
            <a:r>
              <a:rPr lang="en-AU" altLang="en-US" b="1" i="1"/>
              <a:t>single key</a:t>
            </a:r>
            <a:r>
              <a:rPr lang="en-AU" altLang="en-US" i="1"/>
              <a:t>, used for both encryption and decryption, since both sender and receiver are equivalent, either can encrypt or decrypt messages using that common key.</a:t>
            </a:r>
            <a:endParaRPr lang="en-US" altLang="en-US" i="1"/>
          </a:p>
        </p:txBody>
      </p:sp>
    </p:spTree>
    <p:extLst>
      <p:ext uri="{BB962C8B-B14F-4D97-AF65-F5344CB8AC3E}">
        <p14:creationId xmlns:p14="http://schemas.microsoft.com/office/powerpoint/2010/main" val="22855015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7">
            <a:extLst>
              <a:ext uri="{FF2B5EF4-FFF2-40B4-BE49-F238E27FC236}">
                <a16:creationId xmlns:a16="http://schemas.microsoft.com/office/drawing/2014/main" id="{CCF0816C-37B1-47FC-9F60-F87F7587585C}"/>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990600">
              <a:defRPr sz="2000">
                <a:solidFill>
                  <a:schemeClr val="tx1"/>
                </a:solidFill>
                <a:latin typeface="Arial" panose="020B0604020202020204" pitchFamily="34" charset="0"/>
              </a:defRPr>
            </a:lvl1pPr>
            <a:lvl2pPr marL="742950" indent="-285750" defTabSz="990600">
              <a:defRPr sz="2000">
                <a:solidFill>
                  <a:schemeClr val="tx1"/>
                </a:solidFill>
                <a:latin typeface="Arial" panose="020B0604020202020204" pitchFamily="34" charset="0"/>
              </a:defRPr>
            </a:lvl2pPr>
            <a:lvl3pPr marL="1143000" indent="-228600" defTabSz="990600">
              <a:defRPr sz="2000">
                <a:solidFill>
                  <a:schemeClr val="tx1"/>
                </a:solidFill>
                <a:latin typeface="Arial" panose="020B0604020202020204" pitchFamily="34" charset="0"/>
              </a:defRPr>
            </a:lvl3pPr>
            <a:lvl4pPr marL="1600200" indent="-228600" defTabSz="990600">
              <a:defRPr sz="2000">
                <a:solidFill>
                  <a:schemeClr val="tx1"/>
                </a:solidFill>
                <a:latin typeface="Arial" panose="020B0604020202020204" pitchFamily="34" charset="0"/>
              </a:defRPr>
            </a:lvl4pPr>
            <a:lvl5pPr marL="2057400" indent="-228600" defTabSz="990600">
              <a:defRPr sz="2000">
                <a:solidFill>
                  <a:schemeClr val="tx1"/>
                </a:solidFill>
                <a:latin typeface="Arial" panose="020B0604020202020204" pitchFamily="34" charset="0"/>
              </a:defRPr>
            </a:lvl5pPr>
            <a:lvl6pPr marL="2514600" indent="-228600" defTabSz="990600" eaLnBrk="0" fontAlgn="base" hangingPunct="0">
              <a:spcBef>
                <a:spcPct val="0"/>
              </a:spcBef>
              <a:spcAft>
                <a:spcPct val="0"/>
              </a:spcAft>
              <a:defRPr sz="2000">
                <a:solidFill>
                  <a:schemeClr val="tx1"/>
                </a:solidFill>
                <a:latin typeface="Arial" panose="020B0604020202020204" pitchFamily="34" charset="0"/>
              </a:defRPr>
            </a:lvl6pPr>
            <a:lvl7pPr marL="2971800" indent="-228600" defTabSz="990600" eaLnBrk="0" fontAlgn="base" hangingPunct="0">
              <a:spcBef>
                <a:spcPct val="0"/>
              </a:spcBef>
              <a:spcAft>
                <a:spcPct val="0"/>
              </a:spcAft>
              <a:defRPr sz="2000">
                <a:solidFill>
                  <a:schemeClr val="tx1"/>
                </a:solidFill>
                <a:latin typeface="Arial" panose="020B0604020202020204" pitchFamily="34" charset="0"/>
              </a:defRPr>
            </a:lvl7pPr>
            <a:lvl8pPr marL="3429000" indent="-228600" defTabSz="990600" eaLnBrk="0" fontAlgn="base" hangingPunct="0">
              <a:spcBef>
                <a:spcPct val="0"/>
              </a:spcBef>
              <a:spcAft>
                <a:spcPct val="0"/>
              </a:spcAft>
              <a:defRPr sz="2000">
                <a:solidFill>
                  <a:schemeClr val="tx1"/>
                </a:solidFill>
                <a:latin typeface="Arial" panose="020B0604020202020204" pitchFamily="34" charset="0"/>
              </a:defRPr>
            </a:lvl8pPr>
            <a:lvl9pPr marL="3886200" indent="-228600" defTabSz="990600" eaLnBrk="0" fontAlgn="base" hangingPunct="0">
              <a:spcBef>
                <a:spcPct val="0"/>
              </a:spcBef>
              <a:spcAft>
                <a:spcPct val="0"/>
              </a:spcAft>
              <a:defRPr sz="2000">
                <a:solidFill>
                  <a:schemeClr val="tx1"/>
                </a:solidFill>
                <a:latin typeface="Arial" panose="020B0604020202020204" pitchFamily="34" charset="0"/>
              </a:defRPr>
            </a:lvl9pPr>
          </a:lstStyle>
          <a:p>
            <a:fld id="{7BE605C6-368F-49E4-BCD4-B20485CD59E3}" type="slidenum">
              <a:rPr lang="en-US" altLang="en-US" sz="1300"/>
              <a:pPr/>
              <a:t>17</a:t>
            </a:fld>
            <a:endParaRPr lang="en-US" altLang="en-US" sz="1300"/>
          </a:p>
        </p:txBody>
      </p:sp>
      <p:sp>
        <p:nvSpPr>
          <p:cNvPr id="189443" name="Rectangle 2">
            <a:extLst>
              <a:ext uri="{FF2B5EF4-FFF2-40B4-BE49-F238E27FC236}">
                <a16:creationId xmlns:a16="http://schemas.microsoft.com/office/drawing/2014/main" id="{01E943D8-6C52-43FD-940E-E766A2519049}"/>
              </a:ext>
            </a:extLst>
          </p:cNvPr>
          <p:cNvSpPr>
            <a:spLocks noGrp="1" noRot="1" noChangeAspect="1" noChangeArrowheads="1" noTextEdit="1"/>
          </p:cNvSpPr>
          <p:nvPr>
            <p:ph type="sldImg"/>
          </p:nvPr>
        </p:nvSpPr>
        <p:spPr>
          <a:xfrm>
            <a:off x="1260475" y="720725"/>
            <a:ext cx="4799013" cy="3598863"/>
          </a:xfrm>
          <a:ln/>
        </p:spPr>
      </p:sp>
      <p:sp>
        <p:nvSpPr>
          <p:cNvPr id="189444" name="Rectangle 3">
            <a:extLst>
              <a:ext uri="{FF2B5EF4-FFF2-40B4-BE49-F238E27FC236}">
                <a16:creationId xmlns:a16="http://schemas.microsoft.com/office/drawing/2014/main" id="{A10BE759-274D-4884-B4BB-2B292B26FBF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lang="en-US" altLang="en-US"/>
              <a:t>The message that send / transmit is referred to as a plain text.</a:t>
            </a:r>
          </a:p>
          <a:p>
            <a:pPr eaLnBrk="1" hangingPunct="1"/>
            <a:r>
              <a:rPr lang="en-US" altLang="en-US"/>
              <a:t>The sender encrypts the plain text under the share key to obtain  a ciphertext.</a:t>
            </a:r>
          </a:p>
          <a:p>
            <a:pPr eaLnBrk="1" hangingPunct="1"/>
            <a:r>
              <a:rPr lang="en-US" altLang="en-US"/>
              <a:t>The ciphertext is transmitted to the receiver.</a:t>
            </a:r>
          </a:p>
          <a:p>
            <a:pPr eaLnBrk="1" hangingPunct="1"/>
            <a:r>
              <a:rPr lang="en-US" altLang="en-US"/>
              <a:t>A cipher is used to accomplish the encryption and decryption or: a method of transforming a text in order to conceal its meaning.</a:t>
            </a:r>
          </a:p>
          <a:p>
            <a:pPr eaLnBrk="1" hangingPunct="1"/>
            <a:r>
              <a:rPr lang="en-US" altLang="en-US"/>
              <a:t>The ciphertext is transported securely from prying eyes to the intended recipient(s), where it is decrypted back into plaintext.</a:t>
            </a:r>
          </a:p>
        </p:txBody>
      </p:sp>
    </p:spTree>
    <p:extLst>
      <p:ext uri="{BB962C8B-B14F-4D97-AF65-F5344CB8AC3E}">
        <p14:creationId xmlns:p14="http://schemas.microsoft.com/office/powerpoint/2010/main" val="4359124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Rectangle 7">
            <a:extLst>
              <a:ext uri="{FF2B5EF4-FFF2-40B4-BE49-F238E27FC236}">
                <a16:creationId xmlns:a16="http://schemas.microsoft.com/office/drawing/2014/main" id="{BE22F5CF-2E87-484F-A9F6-36B2F46DF59F}"/>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990600">
              <a:defRPr sz="2000">
                <a:solidFill>
                  <a:schemeClr val="tx1"/>
                </a:solidFill>
                <a:latin typeface="Arial" panose="020B0604020202020204" pitchFamily="34" charset="0"/>
              </a:defRPr>
            </a:lvl1pPr>
            <a:lvl2pPr marL="742950" indent="-285750" defTabSz="990600">
              <a:defRPr sz="2000">
                <a:solidFill>
                  <a:schemeClr val="tx1"/>
                </a:solidFill>
                <a:latin typeface="Arial" panose="020B0604020202020204" pitchFamily="34" charset="0"/>
              </a:defRPr>
            </a:lvl2pPr>
            <a:lvl3pPr marL="1143000" indent="-228600" defTabSz="990600">
              <a:defRPr sz="2000">
                <a:solidFill>
                  <a:schemeClr val="tx1"/>
                </a:solidFill>
                <a:latin typeface="Arial" panose="020B0604020202020204" pitchFamily="34" charset="0"/>
              </a:defRPr>
            </a:lvl3pPr>
            <a:lvl4pPr marL="1600200" indent="-228600" defTabSz="990600">
              <a:defRPr sz="2000">
                <a:solidFill>
                  <a:schemeClr val="tx1"/>
                </a:solidFill>
                <a:latin typeface="Arial" panose="020B0604020202020204" pitchFamily="34" charset="0"/>
              </a:defRPr>
            </a:lvl4pPr>
            <a:lvl5pPr marL="2057400" indent="-228600" defTabSz="990600">
              <a:defRPr sz="2000">
                <a:solidFill>
                  <a:schemeClr val="tx1"/>
                </a:solidFill>
                <a:latin typeface="Arial" panose="020B0604020202020204" pitchFamily="34" charset="0"/>
              </a:defRPr>
            </a:lvl5pPr>
            <a:lvl6pPr marL="2514600" indent="-228600" defTabSz="990600" eaLnBrk="0" fontAlgn="base" hangingPunct="0">
              <a:spcBef>
                <a:spcPct val="0"/>
              </a:spcBef>
              <a:spcAft>
                <a:spcPct val="0"/>
              </a:spcAft>
              <a:defRPr sz="2000">
                <a:solidFill>
                  <a:schemeClr val="tx1"/>
                </a:solidFill>
                <a:latin typeface="Arial" panose="020B0604020202020204" pitchFamily="34" charset="0"/>
              </a:defRPr>
            </a:lvl6pPr>
            <a:lvl7pPr marL="2971800" indent="-228600" defTabSz="990600" eaLnBrk="0" fontAlgn="base" hangingPunct="0">
              <a:spcBef>
                <a:spcPct val="0"/>
              </a:spcBef>
              <a:spcAft>
                <a:spcPct val="0"/>
              </a:spcAft>
              <a:defRPr sz="2000">
                <a:solidFill>
                  <a:schemeClr val="tx1"/>
                </a:solidFill>
                <a:latin typeface="Arial" panose="020B0604020202020204" pitchFamily="34" charset="0"/>
              </a:defRPr>
            </a:lvl7pPr>
            <a:lvl8pPr marL="3429000" indent="-228600" defTabSz="990600" eaLnBrk="0" fontAlgn="base" hangingPunct="0">
              <a:spcBef>
                <a:spcPct val="0"/>
              </a:spcBef>
              <a:spcAft>
                <a:spcPct val="0"/>
              </a:spcAft>
              <a:defRPr sz="2000">
                <a:solidFill>
                  <a:schemeClr val="tx1"/>
                </a:solidFill>
                <a:latin typeface="Arial" panose="020B0604020202020204" pitchFamily="34" charset="0"/>
              </a:defRPr>
            </a:lvl8pPr>
            <a:lvl9pPr marL="3886200" indent="-228600" defTabSz="990600" eaLnBrk="0" fontAlgn="base" hangingPunct="0">
              <a:spcBef>
                <a:spcPct val="0"/>
              </a:spcBef>
              <a:spcAft>
                <a:spcPct val="0"/>
              </a:spcAft>
              <a:defRPr sz="2000">
                <a:solidFill>
                  <a:schemeClr val="tx1"/>
                </a:solidFill>
                <a:latin typeface="Arial" panose="020B0604020202020204" pitchFamily="34" charset="0"/>
              </a:defRPr>
            </a:lvl9pPr>
          </a:lstStyle>
          <a:p>
            <a:fld id="{4EE2ABA6-8A0D-49BD-942F-A41E6903F5D2}" type="slidenum">
              <a:rPr lang="en-US" altLang="en-US" sz="1300"/>
              <a:pPr/>
              <a:t>18</a:t>
            </a:fld>
            <a:endParaRPr lang="en-US" altLang="en-US" sz="1300"/>
          </a:p>
        </p:txBody>
      </p:sp>
      <p:sp>
        <p:nvSpPr>
          <p:cNvPr id="211971" name="Rectangle 2">
            <a:extLst>
              <a:ext uri="{FF2B5EF4-FFF2-40B4-BE49-F238E27FC236}">
                <a16:creationId xmlns:a16="http://schemas.microsoft.com/office/drawing/2014/main" id="{2B42EAA5-C936-4ED9-83B8-F13D11AED9CB}"/>
              </a:ext>
            </a:extLst>
          </p:cNvPr>
          <p:cNvSpPr>
            <a:spLocks noGrp="1" noRot="1" noChangeAspect="1" noChangeArrowheads="1" noTextEdit="1"/>
          </p:cNvSpPr>
          <p:nvPr>
            <p:ph type="sldImg"/>
          </p:nvPr>
        </p:nvSpPr>
        <p:spPr>
          <a:xfrm>
            <a:off x="1258888" y="720725"/>
            <a:ext cx="4799012" cy="3598863"/>
          </a:xfrm>
          <a:ln/>
        </p:spPr>
      </p:sp>
      <p:sp>
        <p:nvSpPr>
          <p:cNvPr id="211972" name="Rectangle 3">
            <a:extLst>
              <a:ext uri="{FF2B5EF4-FFF2-40B4-BE49-F238E27FC236}">
                <a16:creationId xmlns:a16="http://schemas.microsoft.com/office/drawing/2014/main" id="{26CDA89A-6741-45E6-9565-7E49516B1D56}"/>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lang="en-US" altLang="en-US"/>
              <a:t>Generally assume that the algorithm is known.</a:t>
            </a:r>
          </a:p>
          <a:p>
            <a:pPr eaLnBrk="1" hangingPunct="1"/>
            <a:r>
              <a:rPr lang="en-US" altLang="en-US"/>
              <a:t>This allows easy distribution of s/w and h/w implementations.</a:t>
            </a:r>
          </a:p>
          <a:p>
            <a:pPr eaLnBrk="1" hangingPunct="1"/>
            <a:r>
              <a:rPr lang="en-US" altLang="en-US"/>
              <a:t>Hence assume just keeping key secret is sufficient to secure encrypted messages.</a:t>
            </a:r>
          </a:p>
          <a:p>
            <a:pPr eaLnBrk="1" hangingPunct="1"/>
            <a:r>
              <a:rPr lang="en-US" altLang="en-US"/>
              <a:t>Have plaintext X, ciphertext Y, key K, encryption algorithm Ek, decryption algorithm Dk.</a:t>
            </a:r>
          </a:p>
          <a:p>
            <a:pPr eaLnBrk="1" hangingPunct="1"/>
            <a:endParaRPr lang="en-AU"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Rectangle 7">
            <a:extLst>
              <a:ext uri="{FF2B5EF4-FFF2-40B4-BE49-F238E27FC236}">
                <a16:creationId xmlns:a16="http://schemas.microsoft.com/office/drawing/2014/main" id="{E10E83AE-4078-462C-A36E-B3CD9D25C088}"/>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990600">
              <a:defRPr sz="2000">
                <a:solidFill>
                  <a:schemeClr val="tx1"/>
                </a:solidFill>
                <a:latin typeface="Arial" panose="020B0604020202020204" pitchFamily="34" charset="0"/>
              </a:defRPr>
            </a:lvl1pPr>
            <a:lvl2pPr marL="742950" indent="-285750" defTabSz="990600">
              <a:defRPr sz="2000">
                <a:solidFill>
                  <a:schemeClr val="tx1"/>
                </a:solidFill>
                <a:latin typeface="Arial" panose="020B0604020202020204" pitchFamily="34" charset="0"/>
              </a:defRPr>
            </a:lvl2pPr>
            <a:lvl3pPr marL="1143000" indent="-228600" defTabSz="990600">
              <a:defRPr sz="2000">
                <a:solidFill>
                  <a:schemeClr val="tx1"/>
                </a:solidFill>
                <a:latin typeface="Arial" panose="020B0604020202020204" pitchFamily="34" charset="0"/>
              </a:defRPr>
            </a:lvl3pPr>
            <a:lvl4pPr marL="1600200" indent="-228600" defTabSz="990600">
              <a:defRPr sz="2000">
                <a:solidFill>
                  <a:schemeClr val="tx1"/>
                </a:solidFill>
                <a:latin typeface="Arial" panose="020B0604020202020204" pitchFamily="34" charset="0"/>
              </a:defRPr>
            </a:lvl4pPr>
            <a:lvl5pPr marL="2057400" indent="-228600" defTabSz="990600">
              <a:defRPr sz="2000">
                <a:solidFill>
                  <a:schemeClr val="tx1"/>
                </a:solidFill>
                <a:latin typeface="Arial" panose="020B0604020202020204" pitchFamily="34" charset="0"/>
              </a:defRPr>
            </a:lvl5pPr>
            <a:lvl6pPr marL="2514600" indent="-228600" defTabSz="990600" eaLnBrk="0" fontAlgn="base" hangingPunct="0">
              <a:spcBef>
                <a:spcPct val="0"/>
              </a:spcBef>
              <a:spcAft>
                <a:spcPct val="0"/>
              </a:spcAft>
              <a:defRPr sz="2000">
                <a:solidFill>
                  <a:schemeClr val="tx1"/>
                </a:solidFill>
                <a:latin typeface="Arial" panose="020B0604020202020204" pitchFamily="34" charset="0"/>
              </a:defRPr>
            </a:lvl6pPr>
            <a:lvl7pPr marL="2971800" indent="-228600" defTabSz="990600" eaLnBrk="0" fontAlgn="base" hangingPunct="0">
              <a:spcBef>
                <a:spcPct val="0"/>
              </a:spcBef>
              <a:spcAft>
                <a:spcPct val="0"/>
              </a:spcAft>
              <a:defRPr sz="2000">
                <a:solidFill>
                  <a:schemeClr val="tx1"/>
                </a:solidFill>
                <a:latin typeface="Arial" panose="020B0604020202020204" pitchFamily="34" charset="0"/>
              </a:defRPr>
            </a:lvl7pPr>
            <a:lvl8pPr marL="3429000" indent="-228600" defTabSz="990600" eaLnBrk="0" fontAlgn="base" hangingPunct="0">
              <a:spcBef>
                <a:spcPct val="0"/>
              </a:spcBef>
              <a:spcAft>
                <a:spcPct val="0"/>
              </a:spcAft>
              <a:defRPr sz="2000">
                <a:solidFill>
                  <a:schemeClr val="tx1"/>
                </a:solidFill>
                <a:latin typeface="Arial" panose="020B0604020202020204" pitchFamily="34" charset="0"/>
              </a:defRPr>
            </a:lvl8pPr>
            <a:lvl9pPr marL="3886200" indent="-228600" defTabSz="990600" eaLnBrk="0" fontAlgn="base" hangingPunct="0">
              <a:spcBef>
                <a:spcPct val="0"/>
              </a:spcBef>
              <a:spcAft>
                <a:spcPct val="0"/>
              </a:spcAft>
              <a:defRPr sz="2000">
                <a:solidFill>
                  <a:schemeClr val="tx1"/>
                </a:solidFill>
                <a:latin typeface="Arial" panose="020B0604020202020204" pitchFamily="34" charset="0"/>
              </a:defRPr>
            </a:lvl9pPr>
          </a:lstStyle>
          <a:p>
            <a:fld id="{DFA2C912-A9A3-4363-8A1B-4FC192ED7DAF}" type="slidenum">
              <a:rPr lang="en-US" altLang="en-US" sz="1300"/>
              <a:pPr/>
              <a:t>21</a:t>
            </a:fld>
            <a:endParaRPr lang="en-US" altLang="en-US" sz="1300"/>
          </a:p>
        </p:txBody>
      </p:sp>
      <p:sp>
        <p:nvSpPr>
          <p:cNvPr id="220163" name="Rectangle 2">
            <a:extLst>
              <a:ext uri="{FF2B5EF4-FFF2-40B4-BE49-F238E27FC236}">
                <a16:creationId xmlns:a16="http://schemas.microsoft.com/office/drawing/2014/main" id="{15E827F6-8E30-4585-8346-299F704D3414}"/>
              </a:ext>
            </a:extLst>
          </p:cNvPr>
          <p:cNvSpPr>
            <a:spLocks noGrp="1" noRot="1" noChangeAspect="1" noChangeArrowheads="1" noTextEdit="1"/>
          </p:cNvSpPr>
          <p:nvPr>
            <p:ph type="sldImg"/>
          </p:nvPr>
        </p:nvSpPr>
        <p:spPr>
          <a:xfrm>
            <a:off x="1258888" y="720725"/>
            <a:ext cx="4799012" cy="3598863"/>
          </a:xfrm>
          <a:ln/>
        </p:spPr>
      </p:sp>
      <p:sp>
        <p:nvSpPr>
          <p:cNvPr id="220164" name="Rectangle 3">
            <a:extLst>
              <a:ext uri="{FF2B5EF4-FFF2-40B4-BE49-F238E27FC236}">
                <a16:creationId xmlns:a16="http://schemas.microsoft.com/office/drawing/2014/main" id="{F7E78171-A23E-4278-945D-AD6169D5A20C}"/>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Rectangle 7">
            <a:extLst>
              <a:ext uri="{FF2B5EF4-FFF2-40B4-BE49-F238E27FC236}">
                <a16:creationId xmlns:a16="http://schemas.microsoft.com/office/drawing/2014/main" id="{3F22C717-D653-4AB4-B0B2-0AEE265D1CA6}"/>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990600">
              <a:defRPr sz="2000">
                <a:solidFill>
                  <a:schemeClr val="tx1"/>
                </a:solidFill>
                <a:latin typeface="Arial" panose="020B0604020202020204" pitchFamily="34" charset="0"/>
              </a:defRPr>
            </a:lvl1pPr>
            <a:lvl2pPr marL="742950" indent="-285750" defTabSz="990600">
              <a:defRPr sz="2000">
                <a:solidFill>
                  <a:schemeClr val="tx1"/>
                </a:solidFill>
                <a:latin typeface="Arial" panose="020B0604020202020204" pitchFamily="34" charset="0"/>
              </a:defRPr>
            </a:lvl2pPr>
            <a:lvl3pPr marL="1143000" indent="-228600" defTabSz="990600">
              <a:defRPr sz="2000">
                <a:solidFill>
                  <a:schemeClr val="tx1"/>
                </a:solidFill>
                <a:latin typeface="Arial" panose="020B0604020202020204" pitchFamily="34" charset="0"/>
              </a:defRPr>
            </a:lvl3pPr>
            <a:lvl4pPr marL="1600200" indent="-228600" defTabSz="990600">
              <a:defRPr sz="2000">
                <a:solidFill>
                  <a:schemeClr val="tx1"/>
                </a:solidFill>
                <a:latin typeface="Arial" panose="020B0604020202020204" pitchFamily="34" charset="0"/>
              </a:defRPr>
            </a:lvl4pPr>
            <a:lvl5pPr marL="2057400" indent="-228600" defTabSz="990600">
              <a:defRPr sz="2000">
                <a:solidFill>
                  <a:schemeClr val="tx1"/>
                </a:solidFill>
                <a:latin typeface="Arial" panose="020B0604020202020204" pitchFamily="34" charset="0"/>
              </a:defRPr>
            </a:lvl5pPr>
            <a:lvl6pPr marL="2514600" indent="-228600" defTabSz="990600" eaLnBrk="0" fontAlgn="base" hangingPunct="0">
              <a:spcBef>
                <a:spcPct val="0"/>
              </a:spcBef>
              <a:spcAft>
                <a:spcPct val="0"/>
              </a:spcAft>
              <a:defRPr sz="2000">
                <a:solidFill>
                  <a:schemeClr val="tx1"/>
                </a:solidFill>
                <a:latin typeface="Arial" panose="020B0604020202020204" pitchFamily="34" charset="0"/>
              </a:defRPr>
            </a:lvl6pPr>
            <a:lvl7pPr marL="2971800" indent="-228600" defTabSz="990600" eaLnBrk="0" fontAlgn="base" hangingPunct="0">
              <a:spcBef>
                <a:spcPct val="0"/>
              </a:spcBef>
              <a:spcAft>
                <a:spcPct val="0"/>
              </a:spcAft>
              <a:defRPr sz="2000">
                <a:solidFill>
                  <a:schemeClr val="tx1"/>
                </a:solidFill>
                <a:latin typeface="Arial" panose="020B0604020202020204" pitchFamily="34" charset="0"/>
              </a:defRPr>
            </a:lvl7pPr>
            <a:lvl8pPr marL="3429000" indent="-228600" defTabSz="990600" eaLnBrk="0" fontAlgn="base" hangingPunct="0">
              <a:spcBef>
                <a:spcPct val="0"/>
              </a:spcBef>
              <a:spcAft>
                <a:spcPct val="0"/>
              </a:spcAft>
              <a:defRPr sz="2000">
                <a:solidFill>
                  <a:schemeClr val="tx1"/>
                </a:solidFill>
                <a:latin typeface="Arial" panose="020B0604020202020204" pitchFamily="34" charset="0"/>
              </a:defRPr>
            </a:lvl8pPr>
            <a:lvl9pPr marL="3886200" indent="-228600" defTabSz="990600" eaLnBrk="0" fontAlgn="base" hangingPunct="0">
              <a:spcBef>
                <a:spcPct val="0"/>
              </a:spcBef>
              <a:spcAft>
                <a:spcPct val="0"/>
              </a:spcAft>
              <a:defRPr sz="2000">
                <a:solidFill>
                  <a:schemeClr val="tx1"/>
                </a:solidFill>
                <a:latin typeface="Arial" panose="020B0604020202020204" pitchFamily="34" charset="0"/>
              </a:defRPr>
            </a:lvl9pPr>
          </a:lstStyle>
          <a:p>
            <a:fld id="{DFC7F41E-6E79-42E7-B23A-EA05F0D2377B}" type="slidenum">
              <a:rPr lang="en-US" altLang="en-US" sz="1300"/>
              <a:pPr/>
              <a:t>22</a:t>
            </a:fld>
            <a:endParaRPr lang="en-US" altLang="en-US" sz="1300"/>
          </a:p>
        </p:txBody>
      </p:sp>
      <p:sp>
        <p:nvSpPr>
          <p:cNvPr id="222211" name="Rectangle 2">
            <a:extLst>
              <a:ext uri="{FF2B5EF4-FFF2-40B4-BE49-F238E27FC236}">
                <a16:creationId xmlns:a16="http://schemas.microsoft.com/office/drawing/2014/main" id="{BC33F400-7890-4BD2-8CB4-3A4BDF022240}"/>
              </a:ext>
            </a:extLst>
          </p:cNvPr>
          <p:cNvSpPr>
            <a:spLocks noGrp="1" noRot="1" noChangeAspect="1" noChangeArrowheads="1" noTextEdit="1"/>
          </p:cNvSpPr>
          <p:nvPr>
            <p:ph type="sldImg"/>
          </p:nvPr>
        </p:nvSpPr>
        <p:spPr>
          <a:xfrm>
            <a:off x="1258888" y="720725"/>
            <a:ext cx="4799012" cy="3598863"/>
          </a:xfrm>
          <a:ln/>
        </p:spPr>
      </p:sp>
      <p:sp>
        <p:nvSpPr>
          <p:cNvPr id="222212" name="Rectangle 3">
            <a:extLst>
              <a:ext uri="{FF2B5EF4-FFF2-40B4-BE49-F238E27FC236}">
                <a16:creationId xmlns:a16="http://schemas.microsoft.com/office/drawing/2014/main" id="{E737CF32-0A1D-458B-A9B2-CC2C8B210B7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pPr>
              <a:defRPr/>
            </a:pPr>
            <a:fld id="{B651C300-8E47-454F-A431-A0783EC5AF6A}" type="slidenum">
              <a:rPr lang="en-AU" altLang="en-US" smtClean="0"/>
              <a:pPr>
                <a:defRPr/>
              </a:pPr>
              <a:t>23</a:t>
            </a:fld>
            <a:endParaRPr lang="en-AU" altLang="en-US"/>
          </a:p>
        </p:txBody>
      </p:sp>
    </p:spTree>
    <p:extLst>
      <p:ext uri="{BB962C8B-B14F-4D97-AF65-F5344CB8AC3E}">
        <p14:creationId xmlns:p14="http://schemas.microsoft.com/office/powerpoint/2010/main" val="48585386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266" name="Rectangle 7">
            <a:extLst>
              <a:ext uri="{FF2B5EF4-FFF2-40B4-BE49-F238E27FC236}">
                <a16:creationId xmlns:a16="http://schemas.microsoft.com/office/drawing/2014/main" id="{A4CE4503-5A35-4EC4-9F4F-92ACDC781E6B}"/>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990600">
              <a:defRPr sz="2000">
                <a:solidFill>
                  <a:schemeClr val="tx1"/>
                </a:solidFill>
                <a:latin typeface="Arial" panose="020B0604020202020204" pitchFamily="34" charset="0"/>
              </a:defRPr>
            </a:lvl1pPr>
            <a:lvl2pPr marL="742950" indent="-285750" defTabSz="990600">
              <a:defRPr sz="2000">
                <a:solidFill>
                  <a:schemeClr val="tx1"/>
                </a:solidFill>
                <a:latin typeface="Arial" panose="020B0604020202020204" pitchFamily="34" charset="0"/>
              </a:defRPr>
            </a:lvl2pPr>
            <a:lvl3pPr marL="1143000" indent="-228600" defTabSz="990600">
              <a:defRPr sz="2000">
                <a:solidFill>
                  <a:schemeClr val="tx1"/>
                </a:solidFill>
                <a:latin typeface="Arial" panose="020B0604020202020204" pitchFamily="34" charset="0"/>
              </a:defRPr>
            </a:lvl3pPr>
            <a:lvl4pPr marL="1600200" indent="-228600" defTabSz="990600">
              <a:defRPr sz="2000">
                <a:solidFill>
                  <a:schemeClr val="tx1"/>
                </a:solidFill>
                <a:latin typeface="Arial" panose="020B0604020202020204" pitchFamily="34" charset="0"/>
              </a:defRPr>
            </a:lvl4pPr>
            <a:lvl5pPr marL="2057400" indent="-228600" defTabSz="990600">
              <a:defRPr sz="2000">
                <a:solidFill>
                  <a:schemeClr val="tx1"/>
                </a:solidFill>
                <a:latin typeface="Arial" panose="020B0604020202020204" pitchFamily="34" charset="0"/>
              </a:defRPr>
            </a:lvl5pPr>
            <a:lvl6pPr marL="2514600" indent="-228600" defTabSz="990600" eaLnBrk="0" fontAlgn="base" hangingPunct="0">
              <a:spcBef>
                <a:spcPct val="0"/>
              </a:spcBef>
              <a:spcAft>
                <a:spcPct val="0"/>
              </a:spcAft>
              <a:defRPr sz="2000">
                <a:solidFill>
                  <a:schemeClr val="tx1"/>
                </a:solidFill>
                <a:latin typeface="Arial" panose="020B0604020202020204" pitchFamily="34" charset="0"/>
              </a:defRPr>
            </a:lvl6pPr>
            <a:lvl7pPr marL="2971800" indent="-228600" defTabSz="990600" eaLnBrk="0" fontAlgn="base" hangingPunct="0">
              <a:spcBef>
                <a:spcPct val="0"/>
              </a:spcBef>
              <a:spcAft>
                <a:spcPct val="0"/>
              </a:spcAft>
              <a:defRPr sz="2000">
                <a:solidFill>
                  <a:schemeClr val="tx1"/>
                </a:solidFill>
                <a:latin typeface="Arial" panose="020B0604020202020204" pitchFamily="34" charset="0"/>
              </a:defRPr>
            </a:lvl7pPr>
            <a:lvl8pPr marL="3429000" indent="-228600" defTabSz="990600" eaLnBrk="0" fontAlgn="base" hangingPunct="0">
              <a:spcBef>
                <a:spcPct val="0"/>
              </a:spcBef>
              <a:spcAft>
                <a:spcPct val="0"/>
              </a:spcAft>
              <a:defRPr sz="2000">
                <a:solidFill>
                  <a:schemeClr val="tx1"/>
                </a:solidFill>
                <a:latin typeface="Arial" panose="020B0604020202020204" pitchFamily="34" charset="0"/>
              </a:defRPr>
            </a:lvl8pPr>
            <a:lvl9pPr marL="3886200" indent="-228600" defTabSz="990600" eaLnBrk="0" fontAlgn="base" hangingPunct="0">
              <a:spcBef>
                <a:spcPct val="0"/>
              </a:spcBef>
              <a:spcAft>
                <a:spcPct val="0"/>
              </a:spcAft>
              <a:defRPr sz="2000">
                <a:solidFill>
                  <a:schemeClr val="tx1"/>
                </a:solidFill>
                <a:latin typeface="Arial" panose="020B0604020202020204" pitchFamily="34" charset="0"/>
              </a:defRPr>
            </a:lvl9pPr>
          </a:lstStyle>
          <a:p>
            <a:fld id="{315E57AD-450F-427F-B172-ECAC46F6A419}" type="slidenum">
              <a:rPr lang="en-US" altLang="en-US" sz="1300"/>
              <a:pPr/>
              <a:t>24</a:t>
            </a:fld>
            <a:endParaRPr lang="en-US" altLang="en-US" sz="1300"/>
          </a:p>
        </p:txBody>
      </p:sp>
      <p:sp>
        <p:nvSpPr>
          <p:cNvPr id="267267" name="Rectangle 2">
            <a:extLst>
              <a:ext uri="{FF2B5EF4-FFF2-40B4-BE49-F238E27FC236}">
                <a16:creationId xmlns:a16="http://schemas.microsoft.com/office/drawing/2014/main" id="{C2508569-8AD5-4139-83B5-4D81A3D886AD}"/>
              </a:ext>
            </a:extLst>
          </p:cNvPr>
          <p:cNvSpPr>
            <a:spLocks noGrp="1" noRot="1" noChangeAspect="1" noChangeArrowheads="1" noTextEdit="1"/>
          </p:cNvSpPr>
          <p:nvPr>
            <p:ph type="sldImg"/>
          </p:nvPr>
        </p:nvSpPr>
        <p:spPr>
          <a:xfrm>
            <a:off x="1260475" y="720725"/>
            <a:ext cx="4799013" cy="3598863"/>
          </a:xfrm>
          <a:ln/>
        </p:spPr>
      </p:sp>
      <p:sp>
        <p:nvSpPr>
          <p:cNvPr id="267268" name="Rectangle 3">
            <a:extLst>
              <a:ext uri="{FF2B5EF4-FFF2-40B4-BE49-F238E27FC236}">
                <a16:creationId xmlns:a16="http://schemas.microsoft.com/office/drawing/2014/main" id="{ECBFBBE6-7F07-4FDE-82D7-2CB3A40A8560}"/>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extLst>
      <p:ext uri="{BB962C8B-B14F-4D97-AF65-F5344CB8AC3E}">
        <p14:creationId xmlns:p14="http://schemas.microsoft.com/office/powerpoint/2010/main" val="258281253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4" name="Rectangle 7">
            <a:extLst>
              <a:ext uri="{FF2B5EF4-FFF2-40B4-BE49-F238E27FC236}">
                <a16:creationId xmlns:a16="http://schemas.microsoft.com/office/drawing/2014/main" id="{322DE762-89D0-48E4-BDF7-12FAA7BF744B}"/>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990600">
              <a:defRPr sz="2000">
                <a:solidFill>
                  <a:schemeClr val="tx1"/>
                </a:solidFill>
                <a:latin typeface="Arial" panose="020B0604020202020204" pitchFamily="34" charset="0"/>
              </a:defRPr>
            </a:lvl1pPr>
            <a:lvl2pPr marL="742950" indent="-285750" defTabSz="990600">
              <a:defRPr sz="2000">
                <a:solidFill>
                  <a:schemeClr val="tx1"/>
                </a:solidFill>
                <a:latin typeface="Arial" panose="020B0604020202020204" pitchFamily="34" charset="0"/>
              </a:defRPr>
            </a:lvl2pPr>
            <a:lvl3pPr marL="1143000" indent="-228600" defTabSz="990600">
              <a:defRPr sz="2000">
                <a:solidFill>
                  <a:schemeClr val="tx1"/>
                </a:solidFill>
                <a:latin typeface="Arial" panose="020B0604020202020204" pitchFamily="34" charset="0"/>
              </a:defRPr>
            </a:lvl3pPr>
            <a:lvl4pPr marL="1600200" indent="-228600" defTabSz="990600">
              <a:defRPr sz="2000">
                <a:solidFill>
                  <a:schemeClr val="tx1"/>
                </a:solidFill>
                <a:latin typeface="Arial" panose="020B0604020202020204" pitchFamily="34" charset="0"/>
              </a:defRPr>
            </a:lvl4pPr>
            <a:lvl5pPr marL="2057400" indent="-228600" defTabSz="990600">
              <a:defRPr sz="2000">
                <a:solidFill>
                  <a:schemeClr val="tx1"/>
                </a:solidFill>
                <a:latin typeface="Arial" panose="020B0604020202020204" pitchFamily="34" charset="0"/>
              </a:defRPr>
            </a:lvl5pPr>
            <a:lvl6pPr marL="2514600" indent="-228600" defTabSz="990600" eaLnBrk="0" fontAlgn="base" hangingPunct="0">
              <a:spcBef>
                <a:spcPct val="0"/>
              </a:spcBef>
              <a:spcAft>
                <a:spcPct val="0"/>
              </a:spcAft>
              <a:defRPr sz="2000">
                <a:solidFill>
                  <a:schemeClr val="tx1"/>
                </a:solidFill>
                <a:latin typeface="Arial" panose="020B0604020202020204" pitchFamily="34" charset="0"/>
              </a:defRPr>
            </a:lvl6pPr>
            <a:lvl7pPr marL="2971800" indent="-228600" defTabSz="990600" eaLnBrk="0" fontAlgn="base" hangingPunct="0">
              <a:spcBef>
                <a:spcPct val="0"/>
              </a:spcBef>
              <a:spcAft>
                <a:spcPct val="0"/>
              </a:spcAft>
              <a:defRPr sz="2000">
                <a:solidFill>
                  <a:schemeClr val="tx1"/>
                </a:solidFill>
                <a:latin typeface="Arial" panose="020B0604020202020204" pitchFamily="34" charset="0"/>
              </a:defRPr>
            </a:lvl7pPr>
            <a:lvl8pPr marL="3429000" indent="-228600" defTabSz="990600" eaLnBrk="0" fontAlgn="base" hangingPunct="0">
              <a:spcBef>
                <a:spcPct val="0"/>
              </a:spcBef>
              <a:spcAft>
                <a:spcPct val="0"/>
              </a:spcAft>
              <a:defRPr sz="2000">
                <a:solidFill>
                  <a:schemeClr val="tx1"/>
                </a:solidFill>
                <a:latin typeface="Arial" panose="020B0604020202020204" pitchFamily="34" charset="0"/>
              </a:defRPr>
            </a:lvl8pPr>
            <a:lvl9pPr marL="3886200" indent="-228600" defTabSz="990600" eaLnBrk="0" fontAlgn="base" hangingPunct="0">
              <a:spcBef>
                <a:spcPct val="0"/>
              </a:spcBef>
              <a:spcAft>
                <a:spcPct val="0"/>
              </a:spcAft>
              <a:defRPr sz="2000">
                <a:solidFill>
                  <a:schemeClr val="tx1"/>
                </a:solidFill>
                <a:latin typeface="Arial" panose="020B0604020202020204" pitchFamily="34" charset="0"/>
              </a:defRPr>
            </a:lvl9pPr>
          </a:lstStyle>
          <a:p>
            <a:fld id="{B96DB054-D516-4295-9577-CD34A70784ED}" type="slidenum">
              <a:rPr lang="en-US" altLang="en-US" sz="1300"/>
              <a:pPr/>
              <a:t>25</a:t>
            </a:fld>
            <a:endParaRPr lang="en-US" altLang="en-US" sz="1300"/>
          </a:p>
        </p:txBody>
      </p:sp>
      <p:sp>
        <p:nvSpPr>
          <p:cNvPr id="269315" name="Rectangle 2">
            <a:extLst>
              <a:ext uri="{FF2B5EF4-FFF2-40B4-BE49-F238E27FC236}">
                <a16:creationId xmlns:a16="http://schemas.microsoft.com/office/drawing/2014/main" id="{9C4EA887-0E5B-4D7A-8A81-468B03A7DA77}"/>
              </a:ext>
            </a:extLst>
          </p:cNvPr>
          <p:cNvSpPr>
            <a:spLocks noGrp="1" noRot="1" noChangeAspect="1" noChangeArrowheads="1" noTextEdit="1"/>
          </p:cNvSpPr>
          <p:nvPr>
            <p:ph type="sldImg"/>
          </p:nvPr>
        </p:nvSpPr>
        <p:spPr>
          <a:xfrm>
            <a:off x="1260475" y="720725"/>
            <a:ext cx="4799013" cy="3598863"/>
          </a:xfrm>
          <a:ln/>
        </p:spPr>
      </p:sp>
      <p:sp>
        <p:nvSpPr>
          <p:cNvPr id="269316" name="Rectangle 3">
            <a:extLst>
              <a:ext uri="{FF2B5EF4-FFF2-40B4-BE49-F238E27FC236}">
                <a16:creationId xmlns:a16="http://schemas.microsoft.com/office/drawing/2014/main" id="{B0DBE9C4-381F-461C-8811-2EABDC8EA178}"/>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extLst>
      <p:ext uri="{BB962C8B-B14F-4D97-AF65-F5344CB8AC3E}">
        <p14:creationId xmlns:p14="http://schemas.microsoft.com/office/powerpoint/2010/main" val="355255366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8" name="Rectangle 7">
            <a:extLst>
              <a:ext uri="{FF2B5EF4-FFF2-40B4-BE49-F238E27FC236}">
                <a16:creationId xmlns:a16="http://schemas.microsoft.com/office/drawing/2014/main" id="{301566CD-C079-40C6-9DEF-99BA73868220}"/>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990600">
              <a:defRPr sz="2000">
                <a:solidFill>
                  <a:schemeClr val="tx1"/>
                </a:solidFill>
                <a:latin typeface="Arial" panose="020B0604020202020204" pitchFamily="34" charset="0"/>
              </a:defRPr>
            </a:lvl1pPr>
            <a:lvl2pPr marL="742950" indent="-285750" defTabSz="990600">
              <a:defRPr sz="2000">
                <a:solidFill>
                  <a:schemeClr val="tx1"/>
                </a:solidFill>
                <a:latin typeface="Arial" panose="020B0604020202020204" pitchFamily="34" charset="0"/>
              </a:defRPr>
            </a:lvl2pPr>
            <a:lvl3pPr marL="1143000" indent="-228600" defTabSz="990600">
              <a:defRPr sz="2000">
                <a:solidFill>
                  <a:schemeClr val="tx1"/>
                </a:solidFill>
                <a:latin typeface="Arial" panose="020B0604020202020204" pitchFamily="34" charset="0"/>
              </a:defRPr>
            </a:lvl3pPr>
            <a:lvl4pPr marL="1600200" indent="-228600" defTabSz="990600">
              <a:defRPr sz="2000">
                <a:solidFill>
                  <a:schemeClr val="tx1"/>
                </a:solidFill>
                <a:latin typeface="Arial" panose="020B0604020202020204" pitchFamily="34" charset="0"/>
              </a:defRPr>
            </a:lvl4pPr>
            <a:lvl5pPr marL="2057400" indent="-228600" defTabSz="990600">
              <a:defRPr sz="2000">
                <a:solidFill>
                  <a:schemeClr val="tx1"/>
                </a:solidFill>
                <a:latin typeface="Arial" panose="020B0604020202020204" pitchFamily="34" charset="0"/>
              </a:defRPr>
            </a:lvl5pPr>
            <a:lvl6pPr marL="2514600" indent="-228600" defTabSz="990600" eaLnBrk="0" fontAlgn="base" hangingPunct="0">
              <a:spcBef>
                <a:spcPct val="0"/>
              </a:spcBef>
              <a:spcAft>
                <a:spcPct val="0"/>
              </a:spcAft>
              <a:defRPr sz="2000">
                <a:solidFill>
                  <a:schemeClr val="tx1"/>
                </a:solidFill>
                <a:latin typeface="Arial" panose="020B0604020202020204" pitchFamily="34" charset="0"/>
              </a:defRPr>
            </a:lvl6pPr>
            <a:lvl7pPr marL="2971800" indent="-228600" defTabSz="990600" eaLnBrk="0" fontAlgn="base" hangingPunct="0">
              <a:spcBef>
                <a:spcPct val="0"/>
              </a:spcBef>
              <a:spcAft>
                <a:spcPct val="0"/>
              </a:spcAft>
              <a:defRPr sz="2000">
                <a:solidFill>
                  <a:schemeClr val="tx1"/>
                </a:solidFill>
                <a:latin typeface="Arial" panose="020B0604020202020204" pitchFamily="34" charset="0"/>
              </a:defRPr>
            </a:lvl7pPr>
            <a:lvl8pPr marL="3429000" indent="-228600" defTabSz="990600" eaLnBrk="0" fontAlgn="base" hangingPunct="0">
              <a:spcBef>
                <a:spcPct val="0"/>
              </a:spcBef>
              <a:spcAft>
                <a:spcPct val="0"/>
              </a:spcAft>
              <a:defRPr sz="2000">
                <a:solidFill>
                  <a:schemeClr val="tx1"/>
                </a:solidFill>
                <a:latin typeface="Arial" panose="020B0604020202020204" pitchFamily="34" charset="0"/>
              </a:defRPr>
            </a:lvl8pPr>
            <a:lvl9pPr marL="3886200" indent="-228600" defTabSz="990600" eaLnBrk="0" fontAlgn="base" hangingPunct="0">
              <a:spcBef>
                <a:spcPct val="0"/>
              </a:spcBef>
              <a:spcAft>
                <a:spcPct val="0"/>
              </a:spcAft>
              <a:defRPr sz="2000">
                <a:solidFill>
                  <a:schemeClr val="tx1"/>
                </a:solidFill>
                <a:latin typeface="Arial" panose="020B0604020202020204" pitchFamily="34" charset="0"/>
              </a:defRPr>
            </a:lvl9pPr>
          </a:lstStyle>
          <a:p>
            <a:fld id="{C3FCFF1D-1B68-4A76-B46B-3E1262AC0073}" type="slidenum">
              <a:rPr lang="en-US" altLang="en-US" sz="1300"/>
              <a:pPr/>
              <a:t>26</a:t>
            </a:fld>
            <a:endParaRPr lang="en-US" altLang="en-US" sz="1300"/>
          </a:p>
        </p:txBody>
      </p:sp>
      <p:sp>
        <p:nvSpPr>
          <p:cNvPr id="224259" name="Rectangle 2">
            <a:extLst>
              <a:ext uri="{FF2B5EF4-FFF2-40B4-BE49-F238E27FC236}">
                <a16:creationId xmlns:a16="http://schemas.microsoft.com/office/drawing/2014/main" id="{5E68B123-955A-4E97-8FF4-D88C5DCAE588}"/>
              </a:ext>
            </a:extLst>
          </p:cNvPr>
          <p:cNvSpPr>
            <a:spLocks noGrp="1" noRot="1" noChangeAspect="1" noChangeArrowheads="1" noTextEdit="1"/>
          </p:cNvSpPr>
          <p:nvPr>
            <p:ph type="sldImg"/>
          </p:nvPr>
        </p:nvSpPr>
        <p:spPr>
          <a:xfrm>
            <a:off x="1258888" y="720725"/>
            <a:ext cx="4799012" cy="3598863"/>
          </a:xfrm>
          <a:ln/>
        </p:spPr>
      </p:sp>
      <p:sp>
        <p:nvSpPr>
          <p:cNvPr id="224260" name="Rectangle 3">
            <a:extLst>
              <a:ext uri="{FF2B5EF4-FFF2-40B4-BE49-F238E27FC236}">
                <a16:creationId xmlns:a16="http://schemas.microsoft.com/office/drawing/2014/main" id="{676CBED3-60FF-4580-9935-403A1011DA75}"/>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lang="en-AU" altLang="en-US"/>
              <a:t>In this section and the next, we examine a sampling of what might be called classical encryption</a:t>
            </a:r>
          </a:p>
          <a:p>
            <a:pPr eaLnBrk="1" hangingPunct="1"/>
            <a:r>
              <a:rPr lang="en-AU" altLang="en-US"/>
              <a:t>techniques. A study of these techniques enables us to illustrate the basic approaches to</a:t>
            </a:r>
          </a:p>
          <a:p>
            <a:pPr eaLnBrk="1" hangingPunct="1"/>
            <a:r>
              <a:rPr lang="en-AU" altLang="en-US"/>
              <a:t>symmetric encryption used today and the types of cryptanalytic attacks that must be anticipated.</a:t>
            </a:r>
          </a:p>
          <a:p>
            <a:pPr eaLnBrk="1" hangingPunct="1"/>
            <a:r>
              <a:rPr lang="en-AU" altLang="en-US"/>
              <a:t>The two basic building blocks of all encryption techniques: substitution and transposition.</a:t>
            </a:r>
          </a:p>
          <a:p>
            <a:pPr eaLnBrk="1" hangingPunct="1"/>
            <a:r>
              <a:rPr lang="en-AU" altLang="en-US"/>
              <a:t>We examine these in the next two sections. Finally, we discuss a system that combine both</a:t>
            </a:r>
          </a:p>
          <a:p>
            <a:pPr eaLnBrk="1" hangingPunct="1"/>
            <a:r>
              <a:rPr lang="en-AU" altLang="en-US"/>
              <a:t>substitution and transposition.</a:t>
            </a:r>
          </a:p>
          <a:p>
            <a:pPr eaLnBrk="1" hangingPunct="1"/>
            <a:endParaRPr lang="en-AU"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7">
            <a:extLst>
              <a:ext uri="{FF2B5EF4-FFF2-40B4-BE49-F238E27FC236}">
                <a16:creationId xmlns:a16="http://schemas.microsoft.com/office/drawing/2014/main" id="{2D04300C-B15C-4815-B3FA-28029745374C}"/>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990600">
              <a:defRPr sz="2000">
                <a:solidFill>
                  <a:schemeClr val="tx1"/>
                </a:solidFill>
                <a:latin typeface="Arial" panose="020B0604020202020204" pitchFamily="34" charset="0"/>
              </a:defRPr>
            </a:lvl1pPr>
            <a:lvl2pPr marL="742950" indent="-285750" defTabSz="990600">
              <a:defRPr sz="2000">
                <a:solidFill>
                  <a:schemeClr val="tx1"/>
                </a:solidFill>
                <a:latin typeface="Arial" panose="020B0604020202020204" pitchFamily="34" charset="0"/>
              </a:defRPr>
            </a:lvl2pPr>
            <a:lvl3pPr marL="1143000" indent="-228600" defTabSz="990600">
              <a:defRPr sz="2000">
                <a:solidFill>
                  <a:schemeClr val="tx1"/>
                </a:solidFill>
                <a:latin typeface="Arial" panose="020B0604020202020204" pitchFamily="34" charset="0"/>
              </a:defRPr>
            </a:lvl3pPr>
            <a:lvl4pPr marL="1600200" indent="-228600" defTabSz="990600">
              <a:defRPr sz="2000">
                <a:solidFill>
                  <a:schemeClr val="tx1"/>
                </a:solidFill>
                <a:latin typeface="Arial" panose="020B0604020202020204" pitchFamily="34" charset="0"/>
              </a:defRPr>
            </a:lvl4pPr>
            <a:lvl5pPr marL="2057400" indent="-228600" defTabSz="990600">
              <a:defRPr sz="2000">
                <a:solidFill>
                  <a:schemeClr val="tx1"/>
                </a:solidFill>
                <a:latin typeface="Arial" panose="020B0604020202020204" pitchFamily="34" charset="0"/>
              </a:defRPr>
            </a:lvl5pPr>
            <a:lvl6pPr marL="2514600" indent="-228600" defTabSz="990600" eaLnBrk="0" fontAlgn="base" hangingPunct="0">
              <a:spcBef>
                <a:spcPct val="0"/>
              </a:spcBef>
              <a:spcAft>
                <a:spcPct val="0"/>
              </a:spcAft>
              <a:defRPr sz="2000">
                <a:solidFill>
                  <a:schemeClr val="tx1"/>
                </a:solidFill>
                <a:latin typeface="Arial" panose="020B0604020202020204" pitchFamily="34" charset="0"/>
              </a:defRPr>
            </a:lvl6pPr>
            <a:lvl7pPr marL="2971800" indent="-228600" defTabSz="990600" eaLnBrk="0" fontAlgn="base" hangingPunct="0">
              <a:spcBef>
                <a:spcPct val="0"/>
              </a:spcBef>
              <a:spcAft>
                <a:spcPct val="0"/>
              </a:spcAft>
              <a:defRPr sz="2000">
                <a:solidFill>
                  <a:schemeClr val="tx1"/>
                </a:solidFill>
                <a:latin typeface="Arial" panose="020B0604020202020204" pitchFamily="34" charset="0"/>
              </a:defRPr>
            </a:lvl7pPr>
            <a:lvl8pPr marL="3429000" indent="-228600" defTabSz="990600" eaLnBrk="0" fontAlgn="base" hangingPunct="0">
              <a:spcBef>
                <a:spcPct val="0"/>
              </a:spcBef>
              <a:spcAft>
                <a:spcPct val="0"/>
              </a:spcAft>
              <a:defRPr sz="2000">
                <a:solidFill>
                  <a:schemeClr val="tx1"/>
                </a:solidFill>
                <a:latin typeface="Arial" panose="020B0604020202020204" pitchFamily="34" charset="0"/>
              </a:defRPr>
            </a:lvl8pPr>
            <a:lvl9pPr marL="3886200" indent="-228600" defTabSz="990600" eaLnBrk="0" fontAlgn="base" hangingPunct="0">
              <a:spcBef>
                <a:spcPct val="0"/>
              </a:spcBef>
              <a:spcAft>
                <a:spcPct val="0"/>
              </a:spcAft>
              <a:defRPr sz="2000">
                <a:solidFill>
                  <a:schemeClr val="tx1"/>
                </a:solidFill>
                <a:latin typeface="Arial" panose="020B0604020202020204" pitchFamily="34" charset="0"/>
              </a:defRPr>
            </a:lvl9pPr>
          </a:lstStyle>
          <a:p>
            <a:fld id="{32CFAC42-5BA9-4F73-9072-F7D20E368A0C}" type="slidenum">
              <a:rPr lang="en-US" altLang="en-US" sz="1300"/>
              <a:pPr/>
              <a:t>27</a:t>
            </a:fld>
            <a:endParaRPr lang="en-US" altLang="en-US" sz="1300"/>
          </a:p>
        </p:txBody>
      </p:sp>
      <p:sp>
        <p:nvSpPr>
          <p:cNvPr id="226307" name="Rectangle 2">
            <a:extLst>
              <a:ext uri="{FF2B5EF4-FFF2-40B4-BE49-F238E27FC236}">
                <a16:creationId xmlns:a16="http://schemas.microsoft.com/office/drawing/2014/main" id="{04D7EB95-8364-4766-8BC9-0730F4590088}"/>
              </a:ext>
            </a:extLst>
          </p:cNvPr>
          <p:cNvSpPr>
            <a:spLocks noGrp="1" noRot="1" noChangeAspect="1" noChangeArrowheads="1" noTextEdit="1"/>
          </p:cNvSpPr>
          <p:nvPr>
            <p:ph type="sldImg"/>
          </p:nvPr>
        </p:nvSpPr>
        <p:spPr>
          <a:xfrm>
            <a:off x="1258888" y="720725"/>
            <a:ext cx="4799012" cy="3598863"/>
          </a:xfrm>
          <a:ln/>
        </p:spPr>
      </p:sp>
      <p:sp>
        <p:nvSpPr>
          <p:cNvPr id="226308" name="Rectangle 3">
            <a:extLst>
              <a:ext uri="{FF2B5EF4-FFF2-40B4-BE49-F238E27FC236}">
                <a16:creationId xmlns:a16="http://schemas.microsoft.com/office/drawing/2014/main" id="{441DFD7C-26FD-46C2-BEC7-2CC925BCC40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lang="en-AU" altLang="en-US"/>
              <a:t>Substitution ciphers form the first of the fundamental building blocks. The core idea is to replace one basic unit (letter/byte) with another. Whilst the early Greeks described several substitution ciphers, the first attested use in military affairs of one was by Julius Caesar, described by him in </a:t>
            </a:r>
            <a:r>
              <a:rPr lang="en-AU" altLang="en-US" i="1"/>
              <a:t>Gallic Wars</a:t>
            </a:r>
            <a:r>
              <a:rPr lang="en-AU" altLang="en-US"/>
              <a:t> (cf. Kahn pp83-84). Still call any cipher using a simple letter shift a </a:t>
            </a:r>
            <a:r>
              <a:rPr lang="en-AU" altLang="en-US" b="1"/>
              <a:t>caesar cipher</a:t>
            </a:r>
            <a:r>
              <a:rPr lang="en-AU" altLang="en-US"/>
              <a:t>, not just those with shift 3. </a:t>
            </a:r>
          </a:p>
          <a:p>
            <a:pPr eaLnBrk="1" hangingPunct="1"/>
            <a:endParaRPr lang="en-US" altLang="en-US"/>
          </a:p>
          <a:p>
            <a:pPr eaLnBrk="1" hangingPunct="1"/>
            <a:r>
              <a:rPr lang="en-US" altLang="en-US"/>
              <a:t>Note: </a:t>
            </a:r>
            <a:r>
              <a:rPr lang="en-AU" altLang="en-US"/>
              <a:t>when letters are involved, the following conventions are used in this course: Plaintext is always in lowercase; ciphertext is in uppercase; key values are in italicized lowercase.</a:t>
            </a:r>
          </a:p>
          <a:p>
            <a:pPr eaLnBrk="1" hangingPunct="1"/>
            <a:endParaRPr lang="en-AU"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Rectangle 7">
            <a:extLst>
              <a:ext uri="{FF2B5EF4-FFF2-40B4-BE49-F238E27FC236}">
                <a16:creationId xmlns:a16="http://schemas.microsoft.com/office/drawing/2014/main" id="{6F375F95-068F-4ED6-9D03-0AC46084F7E9}"/>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990600">
              <a:defRPr sz="2000">
                <a:solidFill>
                  <a:schemeClr val="tx1"/>
                </a:solidFill>
                <a:latin typeface="Arial" panose="020B0604020202020204" pitchFamily="34" charset="0"/>
              </a:defRPr>
            </a:lvl1pPr>
            <a:lvl2pPr marL="742950" indent="-285750" defTabSz="990600">
              <a:defRPr sz="2000">
                <a:solidFill>
                  <a:schemeClr val="tx1"/>
                </a:solidFill>
                <a:latin typeface="Arial" panose="020B0604020202020204" pitchFamily="34" charset="0"/>
              </a:defRPr>
            </a:lvl2pPr>
            <a:lvl3pPr marL="1143000" indent="-228600" defTabSz="990600">
              <a:defRPr sz="2000">
                <a:solidFill>
                  <a:schemeClr val="tx1"/>
                </a:solidFill>
                <a:latin typeface="Arial" panose="020B0604020202020204" pitchFamily="34" charset="0"/>
              </a:defRPr>
            </a:lvl3pPr>
            <a:lvl4pPr marL="1600200" indent="-228600" defTabSz="990600">
              <a:defRPr sz="2000">
                <a:solidFill>
                  <a:schemeClr val="tx1"/>
                </a:solidFill>
                <a:latin typeface="Arial" panose="020B0604020202020204" pitchFamily="34" charset="0"/>
              </a:defRPr>
            </a:lvl4pPr>
            <a:lvl5pPr marL="2057400" indent="-228600" defTabSz="990600">
              <a:defRPr sz="2000">
                <a:solidFill>
                  <a:schemeClr val="tx1"/>
                </a:solidFill>
                <a:latin typeface="Arial" panose="020B0604020202020204" pitchFamily="34" charset="0"/>
              </a:defRPr>
            </a:lvl5pPr>
            <a:lvl6pPr marL="2514600" indent="-228600" defTabSz="990600" eaLnBrk="0" fontAlgn="base" hangingPunct="0">
              <a:spcBef>
                <a:spcPct val="0"/>
              </a:spcBef>
              <a:spcAft>
                <a:spcPct val="0"/>
              </a:spcAft>
              <a:defRPr sz="2000">
                <a:solidFill>
                  <a:schemeClr val="tx1"/>
                </a:solidFill>
                <a:latin typeface="Arial" panose="020B0604020202020204" pitchFamily="34" charset="0"/>
              </a:defRPr>
            </a:lvl6pPr>
            <a:lvl7pPr marL="2971800" indent="-228600" defTabSz="990600" eaLnBrk="0" fontAlgn="base" hangingPunct="0">
              <a:spcBef>
                <a:spcPct val="0"/>
              </a:spcBef>
              <a:spcAft>
                <a:spcPct val="0"/>
              </a:spcAft>
              <a:defRPr sz="2000">
                <a:solidFill>
                  <a:schemeClr val="tx1"/>
                </a:solidFill>
                <a:latin typeface="Arial" panose="020B0604020202020204" pitchFamily="34" charset="0"/>
              </a:defRPr>
            </a:lvl7pPr>
            <a:lvl8pPr marL="3429000" indent="-228600" defTabSz="990600" eaLnBrk="0" fontAlgn="base" hangingPunct="0">
              <a:spcBef>
                <a:spcPct val="0"/>
              </a:spcBef>
              <a:spcAft>
                <a:spcPct val="0"/>
              </a:spcAft>
              <a:defRPr sz="2000">
                <a:solidFill>
                  <a:schemeClr val="tx1"/>
                </a:solidFill>
                <a:latin typeface="Arial" panose="020B0604020202020204" pitchFamily="34" charset="0"/>
              </a:defRPr>
            </a:lvl8pPr>
            <a:lvl9pPr marL="3886200" indent="-228600" defTabSz="990600" eaLnBrk="0" fontAlgn="base" hangingPunct="0">
              <a:spcBef>
                <a:spcPct val="0"/>
              </a:spcBef>
              <a:spcAft>
                <a:spcPct val="0"/>
              </a:spcAft>
              <a:defRPr sz="2000">
                <a:solidFill>
                  <a:schemeClr val="tx1"/>
                </a:solidFill>
                <a:latin typeface="Arial" panose="020B0604020202020204" pitchFamily="34" charset="0"/>
              </a:defRPr>
            </a:lvl9pPr>
          </a:lstStyle>
          <a:p>
            <a:fld id="{48E812FE-A5AD-4944-A088-FA2AF70D179B}" type="slidenum">
              <a:rPr lang="en-US" altLang="en-US" sz="1300"/>
              <a:pPr/>
              <a:t>28</a:t>
            </a:fld>
            <a:endParaRPr lang="en-US" altLang="en-US" sz="1300"/>
          </a:p>
        </p:txBody>
      </p:sp>
      <p:sp>
        <p:nvSpPr>
          <p:cNvPr id="228355" name="Rectangle 2">
            <a:extLst>
              <a:ext uri="{FF2B5EF4-FFF2-40B4-BE49-F238E27FC236}">
                <a16:creationId xmlns:a16="http://schemas.microsoft.com/office/drawing/2014/main" id="{EE3224E1-6321-4B94-ACCF-6A5697E11D35}"/>
              </a:ext>
            </a:extLst>
          </p:cNvPr>
          <p:cNvSpPr>
            <a:spLocks noGrp="1" noRot="1" noChangeAspect="1" noChangeArrowheads="1" noTextEdit="1"/>
          </p:cNvSpPr>
          <p:nvPr>
            <p:ph type="sldImg"/>
          </p:nvPr>
        </p:nvSpPr>
        <p:spPr>
          <a:xfrm>
            <a:off x="1258888" y="720725"/>
            <a:ext cx="4799012" cy="3598863"/>
          </a:xfrm>
          <a:ln/>
        </p:spPr>
      </p:sp>
      <p:sp>
        <p:nvSpPr>
          <p:cNvPr id="228356" name="Rectangle 3">
            <a:extLst>
              <a:ext uri="{FF2B5EF4-FFF2-40B4-BE49-F238E27FC236}">
                <a16:creationId xmlns:a16="http://schemas.microsoft.com/office/drawing/2014/main" id="{0496514C-401A-445D-898C-CDEED07DCB06}"/>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lang="en-AU" altLang="en-US"/>
              <a:t>This mathematical description uses </a:t>
            </a:r>
            <a:r>
              <a:rPr lang="en-AU" altLang="en-US" b="1"/>
              <a:t>modulo arithmetic</a:t>
            </a:r>
            <a:r>
              <a:rPr lang="en-AU" altLang="en-US"/>
              <a:t> (ie clock arithmetic). Here, when you reach Z you go back to A and start again. Mod 26 implies that when you reach 26, you use 0 instead (ie the letter after Z, or 25 + 1 goes to A or 0). </a:t>
            </a:r>
          </a:p>
          <a:p>
            <a:pPr eaLnBrk="1" hangingPunct="1"/>
            <a:endParaRPr lang="en-AU" altLang="en-US"/>
          </a:p>
          <a:p>
            <a:pPr eaLnBrk="1" hangingPunct="1"/>
            <a:r>
              <a:rPr lang="en-AU" altLang="en-US"/>
              <a:t>Example: howdy (7,14,22,3,24) encrypted using key </a:t>
            </a:r>
            <a:r>
              <a:rPr lang="en-AU" altLang="en-US" i="1"/>
              <a:t>f</a:t>
            </a:r>
            <a:r>
              <a:rPr lang="en-AU" altLang="en-US"/>
              <a:t> (5) is MTBID</a:t>
            </a:r>
          </a:p>
        </p:txBody>
      </p:sp>
    </p:spTree>
    <p:extLst>
      <p:ext uri="{BB962C8B-B14F-4D97-AF65-F5344CB8AC3E}">
        <p14:creationId xmlns:p14="http://schemas.microsoft.com/office/powerpoint/2010/main" val="176089932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6" name="Rectangle 7">
            <a:extLst>
              <a:ext uri="{FF2B5EF4-FFF2-40B4-BE49-F238E27FC236}">
                <a16:creationId xmlns:a16="http://schemas.microsoft.com/office/drawing/2014/main" id="{53B4C4A0-9E08-4098-B717-C30722F9F5EF}"/>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990600">
              <a:defRPr sz="2000">
                <a:solidFill>
                  <a:schemeClr val="tx1"/>
                </a:solidFill>
                <a:latin typeface="Arial" panose="020B0604020202020204" pitchFamily="34" charset="0"/>
              </a:defRPr>
            </a:lvl1pPr>
            <a:lvl2pPr marL="742950" indent="-285750" defTabSz="990600">
              <a:defRPr sz="2000">
                <a:solidFill>
                  <a:schemeClr val="tx1"/>
                </a:solidFill>
                <a:latin typeface="Arial" panose="020B0604020202020204" pitchFamily="34" charset="0"/>
              </a:defRPr>
            </a:lvl2pPr>
            <a:lvl3pPr marL="1143000" indent="-228600" defTabSz="990600">
              <a:defRPr sz="2000">
                <a:solidFill>
                  <a:schemeClr val="tx1"/>
                </a:solidFill>
                <a:latin typeface="Arial" panose="020B0604020202020204" pitchFamily="34" charset="0"/>
              </a:defRPr>
            </a:lvl3pPr>
            <a:lvl4pPr marL="1600200" indent="-228600" defTabSz="990600">
              <a:defRPr sz="2000">
                <a:solidFill>
                  <a:schemeClr val="tx1"/>
                </a:solidFill>
                <a:latin typeface="Arial" panose="020B0604020202020204" pitchFamily="34" charset="0"/>
              </a:defRPr>
            </a:lvl4pPr>
            <a:lvl5pPr marL="2057400" indent="-228600" defTabSz="990600">
              <a:defRPr sz="2000">
                <a:solidFill>
                  <a:schemeClr val="tx1"/>
                </a:solidFill>
                <a:latin typeface="Arial" panose="020B0604020202020204" pitchFamily="34" charset="0"/>
              </a:defRPr>
            </a:lvl5pPr>
            <a:lvl6pPr marL="2514600" indent="-228600" defTabSz="990600" eaLnBrk="0" fontAlgn="base" hangingPunct="0">
              <a:spcBef>
                <a:spcPct val="0"/>
              </a:spcBef>
              <a:spcAft>
                <a:spcPct val="0"/>
              </a:spcAft>
              <a:defRPr sz="2000">
                <a:solidFill>
                  <a:schemeClr val="tx1"/>
                </a:solidFill>
                <a:latin typeface="Arial" panose="020B0604020202020204" pitchFamily="34" charset="0"/>
              </a:defRPr>
            </a:lvl6pPr>
            <a:lvl7pPr marL="2971800" indent="-228600" defTabSz="990600" eaLnBrk="0" fontAlgn="base" hangingPunct="0">
              <a:spcBef>
                <a:spcPct val="0"/>
              </a:spcBef>
              <a:spcAft>
                <a:spcPct val="0"/>
              </a:spcAft>
              <a:defRPr sz="2000">
                <a:solidFill>
                  <a:schemeClr val="tx1"/>
                </a:solidFill>
                <a:latin typeface="Arial" panose="020B0604020202020204" pitchFamily="34" charset="0"/>
              </a:defRPr>
            </a:lvl7pPr>
            <a:lvl8pPr marL="3429000" indent="-228600" defTabSz="990600" eaLnBrk="0" fontAlgn="base" hangingPunct="0">
              <a:spcBef>
                <a:spcPct val="0"/>
              </a:spcBef>
              <a:spcAft>
                <a:spcPct val="0"/>
              </a:spcAft>
              <a:defRPr sz="2000">
                <a:solidFill>
                  <a:schemeClr val="tx1"/>
                </a:solidFill>
                <a:latin typeface="Arial" panose="020B0604020202020204" pitchFamily="34" charset="0"/>
              </a:defRPr>
            </a:lvl8pPr>
            <a:lvl9pPr marL="3886200" indent="-228600" defTabSz="990600" eaLnBrk="0" fontAlgn="base" hangingPunct="0">
              <a:spcBef>
                <a:spcPct val="0"/>
              </a:spcBef>
              <a:spcAft>
                <a:spcPct val="0"/>
              </a:spcAft>
              <a:defRPr sz="2000">
                <a:solidFill>
                  <a:schemeClr val="tx1"/>
                </a:solidFill>
                <a:latin typeface="Arial" panose="020B0604020202020204" pitchFamily="34" charset="0"/>
              </a:defRPr>
            </a:lvl9pPr>
          </a:lstStyle>
          <a:p>
            <a:fld id="{89353364-360A-40C5-80C6-F5E624768862}" type="slidenum">
              <a:rPr lang="en-US" altLang="en-US" sz="1300"/>
              <a:pPr/>
              <a:t>29</a:t>
            </a:fld>
            <a:endParaRPr lang="en-US" altLang="en-US" sz="1300"/>
          </a:p>
        </p:txBody>
      </p:sp>
      <p:sp>
        <p:nvSpPr>
          <p:cNvPr id="236547" name="Rectangle 2">
            <a:extLst>
              <a:ext uri="{FF2B5EF4-FFF2-40B4-BE49-F238E27FC236}">
                <a16:creationId xmlns:a16="http://schemas.microsoft.com/office/drawing/2014/main" id="{B1495718-3E5D-461F-BC5A-F8130D368565}"/>
              </a:ext>
            </a:extLst>
          </p:cNvPr>
          <p:cNvSpPr>
            <a:spLocks noGrp="1" noRot="1" noChangeAspect="1" noChangeArrowheads="1" noTextEdit="1"/>
          </p:cNvSpPr>
          <p:nvPr>
            <p:ph type="sldImg"/>
          </p:nvPr>
        </p:nvSpPr>
        <p:spPr>
          <a:xfrm>
            <a:off x="1258888" y="720725"/>
            <a:ext cx="4799012" cy="3598863"/>
          </a:xfrm>
          <a:ln/>
        </p:spPr>
      </p:sp>
      <p:sp>
        <p:nvSpPr>
          <p:cNvPr id="236548" name="Rectangle 3">
            <a:extLst>
              <a:ext uri="{FF2B5EF4-FFF2-40B4-BE49-F238E27FC236}">
                <a16:creationId xmlns:a16="http://schemas.microsoft.com/office/drawing/2014/main" id="{E031EA67-08C0-4C9A-A32A-B3BA2EF1FBBE}"/>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4" name="Rectangle 7">
            <a:extLst>
              <a:ext uri="{FF2B5EF4-FFF2-40B4-BE49-F238E27FC236}">
                <a16:creationId xmlns:a16="http://schemas.microsoft.com/office/drawing/2014/main" id="{19D33C28-043C-4280-9551-456553CFFF5D}"/>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990600">
              <a:defRPr sz="2000">
                <a:solidFill>
                  <a:schemeClr val="tx1"/>
                </a:solidFill>
                <a:latin typeface="Arial" panose="020B0604020202020204" pitchFamily="34" charset="0"/>
              </a:defRPr>
            </a:lvl1pPr>
            <a:lvl2pPr marL="742950" indent="-285750" defTabSz="990600">
              <a:defRPr sz="2000">
                <a:solidFill>
                  <a:schemeClr val="tx1"/>
                </a:solidFill>
                <a:latin typeface="Arial" panose="020B0604020202020204" pitchFamily="34" charset="0"/>
              </a:defRPr>
            </a:lvl2pPr>
            <a:lvl3pPr marL="1143000" indent="-228600" defTabSz="990600">
              <a:defRPr sz="2000">
                <a:solidFill>
                  <a:schemeClr val="tx1"/>
                </a:solidFill>
                <a:latin typeface="Arial" panose="020B0604020202020204" pitchFamily="34" charset="0"/>
              </a:defRPr>
            </a:lvl3pPr>
            <a:lvl4pPr marL="1600200" indent="-228600" defTabSz="990600">
              <a:defRPr sz="2000">
                <a:solidFill>
                  <a:schemeClr val="tx1"/>
                </a:solidFill>
                <a:latin typeface="Arial" panose="020B0604020202020204" pitchFamily="34" charset="0"/>
              </a:defRPr>
            </a:lvl4pPr>
            <a:lvl5pPr marL="2057400" indent="-228600" defTabSz="990600">
              <a:defRPr sz="2000">
                <a:solidFill>
                  <a:schemeClr val="tx1"/>
                </a:solidFill>
                <a:latin typeface="Arial" panose="020B0604020202020204" pitchFamily="34" charset="0"/>
              </a:defRPr>
            </a:lvl5pPr>
            <a:lvl6pPr marL="2514600" indent="-228600" defTabSz="990600" eaLnBrk="0" fontAlgn="base" hangingPunct="0">
              <a:spcBef>
                <a:spcPct val="0"/>
              </a:spcBef>
              <a:spcAft>
                <a:spcPct val="0"/>
              </a:spcAft>
              <a:defRPr sz="2000">
                <a:solidFill>
                  <a:schemeClr val="tx1"/>
                </a:solidFill>
                <a:latin typeface="Arial" panose="020B0604020202020204" pitchFamily="34" charset="0"/>
              </a:defRPr>
            </a:lvl6pPr>
            <a:lvl7pPr marL="2971800" indent="-228600" defTabSz="990600" eaLnBrk="0" fontAlgn="base" hangingPunct="0">
              <a:spcBef>
                <a:spcPct val="0"/>
              </a:spcBef>
              <a:spcAft>
                <a:spcPct val="0"/>
              </a:spcAft>
              <a:defRPr sz="2000">
                <a:solidFill>
                  <a:schemeClr val="tx1"/>
                </a:solidFill>
                <a:latin typeface="Arial" panose="020B0604020202020204" pitchFamily="34" charset="0"/>
              </a:defRPr>
            </a:lvl7pPr>
            <a:lvl8pPr marL="3429000" indent="-228600" defTabSz="990600" eaLnBrk="0" fontAlgn="base" hangingPunct="0">
              <a:spcBef>
                <a:spcPct val="0"/>
              </a:spcBef>
              <a:spcAft>
                <a:spcPct val="0"/>
              </a:spcAft>
              <a:defRPr sz="2000">
                <a:solidFill>
                  <a:schemeClr val="tx1"/>
                </a:solidFill>
                <a:latin typeface="Arial" panose="020B0604020202020204" pitchFamily="34" charset="0"/>
              </a:defRPr>
            </a:lvl8pPr>
            <a:lvl9pPr marL="3886200" indent="-228600" defTabSz="990600" eaLnBrk="0" fontAlgn="base" hangingPunct="0">
              <a:spcBef>
                <a:spcPct val="0"/>
              </a:spcBef>
              <a:spcAft>
                <a:spcPct val="0"/>
              </a:spcAft>
              <a:defRPr sz="2000">
                <a:solidFill>
                  <a:schemeClr val="tx1"/>
                </a:solidFill>
                <a:latin typeface="Arial" panose="020B0604020202020204" pitchFamily="34" charset="0"/>
              </a:defRPr>
            </a:lvl9pPr>
          </a:lstStyle>
          <a:p>
            <a:fld id="{DC215115-6259-46E7-9036-6726C2835015}" type="slidenum">
              <a:rPr lang="en-US" altLang="en-US" sz="1300"/>
              <a:pPr/>
              <a:t>30</a:t>
            </a:fld>
            <a:endParaRPr lang="en-US" altLang="en-US" sz="1300"/>
          </a:p>
        </p:txBody>
      </p:sp>
      <p:sp>
        <p:nvSpPr>
          <p:cNvPr id="238595" name="Rectangle 2">
            <a:extLst>
              <a:ext uri="{FF2B5EF4-FFF2-40B4-BE49-F238E27FC236}">
                <a16:creationId xmlns:a16="http://schemas.microsoft.com/office/drawing/2014/main" id="{EC32DD7E-96E9-4E19-8409-5365F73689E1}"/>
              </a:ext>
            </a:extLst>
          </p:cNvPr>
          <p:cNvSpPr>
            <a:spLocks noGrp="1" noRot="1" noChangeAspect="1" noChangeArrowheads="1" noTextEdit="1"/>
          </p:cNvSpPr>
          <p:nvPr>
            <p:ph type="sldImg"/>
          </p:nvPr>
        </p:nvSpPr>
        <p:spPr>
          <a:xfrm>
            <a:off x="1258888" y="720725"/>
            <a:ext cx="4799012" cy="3598863"/>
          </a:xfrm>
          <a:ln/>
        </p:spPr>
      </p:sp>
      <p:sp>
        <p:nvSpPr>
          <p:cNvPr id="238596" name="Rectangle 3">
            <a:extLst>
              <a:ext uri="{FF2B5EF4-FFF2-40B4-BE49-F238E27FC236}">
                <a16:creationId xmlns:a16="http://schemas.microsoft.com/office/drawing/2014/main" id="{103BBB85-1AFF-438A-91B8-F94D3F9AE0AF}"/>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lang="en-AU" altLang="en-US"/>
              <a:t>With a caesar cipher, there are only 26 possible keys, of which only 25 are of any use, since mapping A to A etc doesn't really obscure the message! cf. basic rule of cryptanalysis "check to ensure the cipher operator hasn't goofed and sent a plaintext message by mistake"! </a:t>
            </a:r>
          </a:p>
          <a:p>
            <a:pPr eaLnBrk="1" hangingPunct="1"/>
            <a:endParaRPr lang="en-AU" altLang="en-US"/>
          </a:p>
          <a:p>
            <a:pPr eaLnBrk="1" hangingPunct="1"/>
            <a:r>
              <a:rPr lang="en-AU" altLang="en-US"/>
              <a:t>Can try each of the keys (shifts) in turn, until can recognise the original message. </a:t>
            </a:r>
            <a:r>
              <a:rPr lang="en-US" altLang="en-US"/>
              <a:t>See Stallings Fig 2.3 for example of search.</a:t>
            </a:r>
            <a:endParaRPr lang="en-AU" altLang="en-US"/>
          </a:p>
          <a:p>
            <a:pPr eaLnBrk="1" hangingPunct="1"/>
            <a:endParaRPr lang="en-AU" altLang="en-US"/>
          </a:p>
          <a:p>
            <a:pPr eaLnBrk="1" hangingPunct="1"/>
            <a:r>
              <a:rPr lang="en-AU" altLang="en-US"/>
              <a:t>Note: as mentioned before, do need to be able to </a:t>
            </a:r>
            <a:r>
              <a:rPr lang="en-AU" altLang="en-US" b="1"/>
              <a:t>recognise</a:t>
            </a:r>
            <a:r>
              <a:rPr lang="en-AU" altLang="en-US"/>
              <a:t> when have an original message (ie is it English or whatever). Usually easy for humans, hard for computers. Though if using say compressed data could be much harder.</a:t>
            </a:r>
          </a:p>
          <a:p>
            <a:pPr eaLnBrk="1" hangingPunct="1"/>
            <a:endParaRPr lang="en-AU" altLang="en-US"/>
          </a:p>
          <a:p>
            <a:pPr eaLnBrk="1" hangingPunct="1"/>
            <a:r>
              <a:rPr lang="en-AU" altLang="en-US"/>
              <a:t>Example "GCUA VQ DTGCM" when broken gives "easy to break", with a shift of 2 (key C). </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6" name="Rectangle 7">
            <a:extLst>
              <a:ext uri="{FF2B5EF4-FFF2-40B4-BE49-F238E27FC236}">
                <a16:creationId xmlns:a16="http://schemas.microsoft.com/office/drawing/2014/main" id="{BDC941F7-9633-4D05-94F9-375B4E04E35A}"/>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990600">
              <a:defRPr sz="2000">
                <a:solidFill>
                  <a:schemeClr val="tx1"/>
                </a:solidFill>
                <a:latin typeface="Arial" panose="020B0604020202020204" pitchFamily="34" charset="0"/>
              </a:defRPr>
            </a:lvl1pPr>
            <a:lvl2pPr marL="742950" indent="-285750" defTabSz="990600">
              <a:defRPr sz="2000">
                <a:solidFill>
                  <a:schemeClr val="tx1"/>
                </a:solidFill>
                <a:latin typeface="Arial" panose="020B0604020202020204" pitchFamily="34" charset="0"/>
              </a:defRPr>
            </a:lvl2pPr>
            <a:lvl3pPr marL="1143000" indent="-228600" defTabSz="990600">
              <a:defRPr sz="2000">
                <a:solidFill>
                  <a:schemeClr val="tx1"/>
                </a:solidFill>
                <a:latin typeface="Arial" panose="020B0604020202020204" pitchFamily="34" charset="0"/>
              </a:defRPr>
            </a:lvl3pPr>
            <a:lvl4pPr marL="1600200" indent="-228600" defTabSz="990600">
              <a:defRPr sz="2000">
                <a:solidFill>
                  <a:schemeClr val="tx1"/>
                </a:solidFill>
                <a:latin typeface="Arial" panose="020B0604020202020204" pitchFamily="34" charset="0"/>
              </a:defRPr>
            </a:lvl4pPr>
            <a:lvl5pPr marL="2057400" indent="-228600" defTabSz="990600">
              <a:defRPr sz="2000">
                <a:solidFill>
                  <a:schemeClr val="tx1"/>
                </a:solidFill>
                <a:latin typeface="Arial" panose="020B0604020202020204" pitchFamily="34" charset="0"/>
              </a:defRPr>
            </a:lvl5pPr>
            <a:lvl6pPr marL="2514600" indent="-228600" defTabSz="990600" eaLnBrk="0" fontAlgn="base" hangingPunct="0">
              <a:spcBef>
                <a:spcPct val="0"/>
              </a:spcBef>
              <a:spcAft>
                <a:spcPct val="0"/>
              </a:spcAft>
              <a:defRPr sz="2000">
                <a:solidFill>
                  <a:schemeClr val="tx1"/>
                </a:solidFill>
                <a:latin typeface="Arial" panose="020B0604020202020204" pitchFamily="34" charset="0"/>
              </a:defRPr>
            </a:lvl6pPr>
            <a:lvl7pPr marL="2971800" indent="-228600" defTabSz="990600" eaLnBrk="0" fontAlgn="base" hangingPunct="0">
              <a:spcBef>
                <a:spcPct val="0"/>
              </a:spcBef>
              <a:spcAft>
                <a:spcPct val="0"/>
              </a:spcAft>
              <a:defRPr sz="2000">
                <a:solidFill>
                  <a:schemeClr val="tx1"/>
                </a:solidFill>
                <a:latin typeface="Arial" panose="020B0604020202020204" pitchFamily="34" charset="0"/>
              </a:defRPr>
            </a:lvl7pPr>
            <a:lvl8pPr marL="3429000" indent="-228600" defTabSz="990600" eaLnBrk="0" fontAlgn="base" hangingPunct="0">
              <a:spcBef>
                <a:spcPct val="0"/>
              </a:spcBef>
              <a:spcAft>
                <a:spcPct val="0"/>
              </a:spcAft>
              <a:defRPr sz="2000">
                <a:solidFill>
                  <a:schemeClr val="tx1"/>
                </a:solidFill>
                <a:latin typeface="Arial" panose="020B0604020202020204" pitchFamily="34" charset="0"/>
              </a:defRPr>
            </a:lvl8pPr>
            <a:lvl9pPr marL="3886200" indent="-228600" defTabSz="990600" eaLnBrk="0" fontAlgn="base" hangingPunct="0">
              <a:spcBef>
                <a:spcPct val="0"/>
              </a:spcBef>
              <a:spcAft>
                <a:spcPct val="0"/>
              </a:spcAft>
              <a:defRPr sz="2000">
                <a:solidFill>
                  <a:schemeClr val="tx1"/>
                </a:solidFill>
                <a:latin typeface="Arial" panose="020B0604020202020204" pitchFamily="34" charset="0"/>
              </a:defRPr>
            </a:lvl9pPr>
          </a:lstStyle>
          <a:p>
            <a:fld id="{A689744C-4D41-441E-9872-F88E95D799E8}" type="slidenum">
              <a:rPr lang="en-US" altLang="en-US" sz="1300"/>
              <a:pPr/>
              <a:t>31</a:t>
            </a:fld>
            <a:endParaRPr lang="en-US" altLang="en-US" sz="1300"/>
          </a:p>
        </p:txBody>
      </p:sp>
      <p:sp>
        <p:nvSpPr>
          <p:cNvPr id="246787" name="Rectangle 2">
            <a:extLst>
              <a:ext uri="{FF2B5EF4-FFF2-40B4-BE49-F238E27FC236}">
                <a16:creationId xmlns:a16="http://schemas.microsoft.com/office/drawing/2014/main" id="{9AB2C838-2D99-4D7D-9E38-62FCE4EF168E}"/>
              </a:ext>
            </a:extLst>
          </p:cNvPr>
          <p:cNvSpPr>
            <a:spLocks noGrp="1" noRot="1" noChangeAspect="1" noChangeArrowheads="1" noTextEdit="1"/>
          </p:cNvSpPr>
          <p:nvPr>
            <p:ph type="sldImg"/>
          </p:nvPr>
        </p:nvSpPr>
        <p:spPr>
          <a:xfrm>
            <a:off x="1258888" y="720725"/>
            <a:ext cx="4799012" cy="3598863"/>
          </a:xfrm>
          <a:ln/>
        </p:spPr>
      </p:sp>
      <p:sp>
        <p:nvSpPr>
          <p:cNvPr id="246788" name="Rectangle 3">
            <a:extLst>
              <a:ext uri="{FF2B5EF4-FFF2-40B4-BE49-F238E27FC236}">
                <a16:creationId xmlns:a16="http://schemas.microsoft.com/office/drawing/2014/main" id="{9EEEEC63-D69F-4530-9AE5-4507AFB38A0E}"/>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lang="en-AU" altLang="en-US"/>
              <a:t>Transposition Ciphers form the second basic building block of ciphers. The core idea is to rearrange the order of basic units (letters/bytes/bits) without altering their actual values. </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Rectangle 7">
            <a:extLst>
              <a:ext uri="{FF2B5EF4-FFF2-40B4-BE49-F238E27FC236}">
                <a16:creationId xmlns:a16="http://schemas.microsoft.com/office/drawing/2014/main" id="{518491FB-5DCA-4092-9A92-299AA6FF58DB}"/>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990600">
              <a:defRPr sz="2000">
                <a:solidFill>
                  <a:schemeClr val="tx1"/>
                </a:solidFill>
                <a:latin typeface="Arial" panose="020B0604020202020204" pitchFamily="34" charset="0"/>
              </a:defRPr>
            </a:lvl1pPr>
            <a:lvl2pPr marL="742950" indent="-285750" defTabSz="990600">
              <a:defRPr sz="2000">
                <a:solidFill>
                  <a:schemeClr val="tx1"/>
                </a:solidFill>
                <a:latin typeface="Arial" panose="020B0604020202020204" pitchFamily="34" charset="0"/>
              </a:defRPr>
            </a:lvl2pPr>
            <a:lvl3pPr marL="1143000" indent="-228600" defTabSz="990600">
              <a:defRPr sz="2000">
                <a:solidFill>
                  <a:schemeClr val="tx1"/>
                </a:solidFill>
                <a:latin typeface="Arial" panose="020B0604020202020204" pitchFamily="34" charset="0"/>
              </a:defRPr>
            </a:lvl3pPr>
            <a:lvl4pPr marL="1600200" indent="-228600" defTabSz="990600">
              <a:defRPr sz="2000">
                <a:solidFill>
                  <a:schemeClr val="tx1"/>
                </a:solidFill>
                <a:latin typeface="Arial" panose="020B0604020202020204" pitchFamily="34" charset="0"/>
              </a:defRPr>
            </a:lvl4pPr>
            <a:lvl5pPr marL="2057400" indent="-228600" defTabSz="990600">
              <a:defRPr sz="2000">
                <a:solidFill>
                  <a:schemeClr val="tx1"/>
                </a:solidFill>
                <a:latin typeface="Arial" panose="020B0604020202020204" pitchFamily="34" charset="0"/>
              </a:defRPr>
            </a:lvl5pPr>
            <a:lvl6pPr marL="2514600" indent="-228600" defTabSz="990600" eaLnBrk="0" fontAlgn="base" hangingPunct="0">
              <a:spcBef>
                <a:spcPct val="0"/>
              </a:spcBef>
              <a:spcAft>
                <a:spcPct val="0"/>
              </a:spcAft>
              <a:defRPr sz="2000">
                <a:solidFill>
                  <a:schemeClr val="tx1"/>
                </a:solidFill>
                <a:latin typeface="Arial" panose="020B0604020202020204" pitchFamily="34" charset="0"/>
              </a:defRPr>
            </a:lvl6pPr>
            <a:lvl7pPr marL="2971800" indent="-228600" defTabSz="990600" eaLnBrk="0" fontAlgn="base" hangingPunct="0">
              <a:spcBef>
                <a:spcPct val="0"/>
              </a:spcBef>
              <a:spcAft>
                <a:spcPct val="0"/>
              </a:spcAft>
              <a:defRPr sz="2000">
                <a:solidFill>
                  <a:schemeClr val="tx1"/>
                </a:solidFill>
                <a:latin typeface="Arial" panose="020B0604020202020204" pitchFamily="34" charset="0"/>
              </a:defRPr>
            </a:lvl7pPr>
            <a:lvl8pPr marL="3429000" indent="-228600" defTabSz="990600" eaLnBrk="0" fontAlgn="base" hangingPunct="0">
              <a:spcBef>
                <a:spcPct val="0"/>
              </a:spcBef>
              <a:spcAft>
                <a:spcPct val="0"/>
              </a:spcAft>
              <a:defRPr sz="2000">
                <a:solidFill>
                  <a:schemeClr val="tx1"/>
                </a:solidFill>
                <a:latin typeface="Arial" panose="020B0604020202020204" pitchFamily="34" charset="0"/>
              </a:defRPr>
            </a:lvl8pPr>
            <a:lvl9pPr marL="3886200" indent="-228600" defTabSz="990600" eaLnBrk="0" fontAlgn="base" hangingPunct="0">
              <a:spcBef>
                <a:spcPct val="0"/>
              </a:spcBef>
              <a:spcAft>
                <a:spcPct val="0"/>
              </a:spcAft>
              <a:defRPr sz="2000">
                <a:solidFill>
                  <a:schemeClr val="tx1"/>
                </a:solidFill>
                <a:latin typeface="Arial" panose="020B0604020202020204" pitchFamily="34" charset="0"/>
              </a:defRPr>
            </a:lvl9pPr>
          </a:lstStyle>
          <a:p>
            <a:fld id="{33EBE07E-ED44-4852-9B76-E4B4AD8432CD}" type="slidenum">
              <a:rPr lang="en-US" altLang="en-US" sz="1300"/>
              <a:pPr/>
              <a:t>32</a:t>
            </a:fld>
            <a:endParaRPr lang="en-US" altLang="en-US" sz="1300"/>
          </a:p>
        </p:txBody>
      </p:sp>
      <p:sp>
        <p:nvSpPr>
          <p:cNvPr id="248835" name="Rectangle 2">
            <a:extLst>
              <a:ext uri="{FF2B5EF4-FFF2-40B4-BE49-F238E27FC236}">
                <a16:creationId xmlns:a16="http://schemas.microsoft.com/office/drawing/2014/main" id="{B29BC3C0-291E-488C-9171-68F3B7912969}"/>
              </a:ext>
            </a:extLst>
          </p:cNvPr>
          <p:cNvSpPr>
            <a:spLocks noGrp="1" noRot="1" noChangeAspect="1" noChangeArrowheads="1" noTextEdit="1"/>
          </p:cNvSpPr>
          <p:nvPr>
            <p:ph type="sldImg"/>
          </p:nvPr>
        </p:nvSpPr>
        <p:spPr>
          <a:xfrm>
            <a:off x="1258888" y="720725"/>
            <a:ext cx="4799012" cy="3598863"/>
          </a:xfrm>
          <a:ln/>
        </p:spPr>
      </p:sp>
      <p:sp>
        <p:nvSpPr>
          <p:cNvPr id="248836" name="Rectangle 3">
            <a:extLst>
              <a:ext uri="{FF2B5EF4-FFF2-40B4-BE49-F238E27FC236}">
                <a16:creationId xmlns:a16="http://schemas.microsoft.com/office/drawing/2014/main" id="{CE699D63-410D-4072-BC66-841BD71AE923}"/>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lang="en-US" altLang="en-US"/>
              <a:t>Example message is: </a:t>
            </a:r>
            <a:r>
              <a:rPr lang="en-AU" altLang="en-US"/>
              <a:t>"meet me after the toga party" with a rail fence of depth 2.</a:t>
            </a:r>
          </a:p>
          <a:p>
            <a:pPr eaLnBrk="1" hangingPunct="1"/>
            <a:endParaRPr lang="en-AU"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2" name="Rectangle 7">
            <a:extLst>
              <a:ext uri="{FF2B5EF4-FFF2-40B4-BE49-F238E27FC236}">
                <a16:creationId xmlns:a16="http://schemas.microsoft.com/office/drawing/2014/main" id="{54E01C70-4138-4115-BFCC-41041D12E9DA}"/>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990600">
              <a:defRPr sz="2000">
                <a:solidFill>
                  <a:schemeClr val="tx1"/>
                </a:solidFill>
                <a:latin typeface="Arial" panose="020B0604020202020204" pitchFamily="34" charset="0"/>
              </a:defRPr>
            </a:lvl1pPr>
            <a:lvl2pPr marL="742950" indent="-285750" defTabSz="990600">
              <a:defRPr sz="2000">
                <a:solidFill>
                  <a:schemeClr val="tx1"/>
                </a:solidFill>
                <a:latin typeface="Arial" panose="020B0604020202020204" pitchFamily="34" charset="0"/>
              </a:defRPr>
            </a:lvl2pPr>
            <a:lvl3pPr marL="1143000" indent="-228600" defTabSz="990600">
              <a:defRPr sz="2000">
                <a:solidFill>
                  <a:schemeClr val="tx1"/>
                </a:solidFill>
                <a:latin typeface="Arial" panose="020B0604020202020204" pitchFamily="34" charset="0"/>
              </a:defRPr>
            </a:lvl3pPr>
            <a:lvl4pPr marL="1600200" indent="-228600" defTabSz="990600">
              <a:defRPr sz="2000">
                <a:solidFill>
                  <a:schemeClr val="tx1"/>
                </a:solidFill>
                <a:latin typeface="Arial" panose="020B0604020202020204" pitchFamily="34" charset="0"/>
              </a:defRPr>
            </a:lvl4pPr>
            <a:lvl5pPr marL="2057400" indent="-228600" defTabSz="990600">
              <a:defRPr sz="2000">
                <a:solidFill>
                  <a:schemeClr val="tx1"/>
                </a:solidFill>
                <a:latin typeface="Arial" panose="020B0604020202020204" pitchFamily="34" charset="0"/>
              </a:defRPr>
            </a:lvl5pPr>
            <a:lvl6pPr marL="2514600" indent="-228600" defTabSz="990600" eaLnBrk="0" fontAlgn="base" hangingPunct="0">
              <a:spcBef>
                <a:spcPct val="0"/>
              </a:spcBef>
              <a:spcAft>
                <a:spcPct val="0"/>
              </a:spcAft>
              <a:defRPr sz="2000">
                <a:solidFill>
                  <a:schemeClr val="tx1"/>
                </a:solidFill>
                <a:latin typeface="Arial" panose="020B0604020202020204" pitchFamily="34" charset="0"/>
              </a:defRPr>
            </a:lvl6pPr>
            <a:lvl7pPr marL="2971800" indent="-228600" defTabSz="990600" eaLnBrk="0" fontAlgn="base" hangingPunct="0">
              <a:spcBef>
                <a:spcPct val="0"/>
              </a:spcBef>
              <a:spcAft>
                <a:spcPct val="0"/>
              </a:spcAft>
              <a:defRPr sz="2000">
                <a:solidFill>
                  <a:schemeClr val="tx1"/>
                </a:solidFill>
                <a:latin typeface="Arial" panose="020B0604020202020204" pitchFamily="34" charset="0"/>
              </a:defRPr>
            </a:lvl7pPr>
            <a:lvl8pPr marL="3429000" indent="-228600" defTabSz="990600" eaLnBrk="0" fontAlgn="base" hangingPunct="0">
              <a:spcBef>
                <a:spcPct val="0"/>
              </a:spcBef>
              <a:spcAft>
                <a:spcPct val="0"/>
              </a:spcAft>
              <a:defRPr sz="2000">
                <a:solidFill>
                  <a:schemeClr val="tx1"/>
                </a:solidFill>
                <a:latin typeface="Arial" panose="020B0604020202020204" pitchFamily="34" charset="0"/>
              </a:defRPr>
            </a:lvl8pPr>
            <a:lvl9pPr marL="3886200" indent="-228600" defTabSz="990600" eaLnBrk="0" fontAlgn="base" hangingPunct="0">
              <a:spcBef>
                <a:spcPct val="0"/>
              </a:spcBef>
              <a:spcAft>
                <a:spcPct val="0"/>
              </a:spcAft>
              <a:defRPr sz="2000">
                <a:solidFill>
                  <a:schemeClr val="tx1"/>
                </a:solidFill>
                <a:latin typeface="Arial" panose="020B0604020202020204" pitchFamily="34" charset="0"/>
              </a:defRPr>
            </a:lvl9pPr>
          </a:lstStyle>
          <a:p>
            <a:fld id="{FBCC76C0-E401-43A4-8BCF-F839A9CFA10F}" type="slidenum">
              <a:rPr lang="en-US" altLang="en-US" sz="1300"/>
              <a:pPr/>
              <a:t>33</a:t>
            </a:fld>
            <a:endParaRPr lang="en-US" altLang="en-US" sz="1300"/>
          </a:p>
        </p:txBody>
      </p:sp>
      <p:sp>
        <p:nvSpPr>
          <p:cNvPr id="250883" name="Rectangle 2">
            <a:extLst>
              <a:ext uri="{FF2B5EF4-FFF2-40B4-BE49-F238E27FC236}">
                <a16:creationId xmlns:a16="http://schemas.microsoft.com/office/drawing/2014/main" id="{811E6121-C811-4093-8F3C-0D6B1F5F33C4}"/>
              </a:ext>
            </a:extLst>
          </p:cNvPr>
          <p:cNvSpPr>
            <a:spLocks noGrp="1" noRot="1" noChangeAspect="1" noChangeArrowheads="1" noTextEdit="1"/>
          </p:cNvSpPr>
          <p:nvPr>
            <p:ph type="sldImg"/>
          </p:nvPr>
        </p:nvSpPr>
        <p:spPr>
          <a:xfrm>
            <a:off x="1258888" y="720725"/>
            <a:ext cx="4799012" cy="3598863"/>
          </a:xfrm>
          <a:ln/>
        </p:spPr>
      </p:sp>
      <p:sp>
        <p:nvSpPr>
          <p:cNvPr id="250884" name="Rectangle 3">
            <a:extLst>
              <a:ext uri="{FF2B5EF4-FFF2-40B4-BE49-F238E27FC236}">
                <a16:creationId xmlns:a16="http://schemas.microsoft.com/office/drawing/2014/main" id="{81F4F70C-4A66-48EE-AB98-FEB1FC148A0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2" name="Rectangle 7">
            <a:extLst>
              <a:ext uri="{FF2B5EF4-FFF2-40B4-BE49-F238E27FC236}">
                <a16:creationId xmlns:a16="http://schemas.microsoft.com/office/drawing/2014/main" id="{54E01C70-4138-4115-BFCC-41041D12E9DA}"/>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990600">
              <a:defRPr sz="2000">
                <a:solidFill>
                  <a:schemeClr val="tx1"/>
                </a:solidFill>
                <a:latin typeface="Arial" panose="020B0604020202020204" pitchFamily="34" charset="0"/>
              </a:defRPr>
            </a:lvl1pPr>
            <a:lvl2pPr marL="742950" indent="-285750" defTabSz="990600">
              <a:defRPr sz="2000">
                <a:solidFill>
                  <a:schemeClr val="tx1"/>
                </a:solidFill>
                <a:latin typeface="Arial" panose="020B0604020202020204" pitchFamily="34" charset="0"/>
              </a:defRPr>
            </a:lvl2pPr>
            <a:lvl3pPr marL="1143000" indent="-228600" defTabSz="990600">
              <a:defRPr sz="2000">
                <a:solidFill>
                  <a:schemeClr val="tx1"/>
                </a:solidFill>
                <a:latin typeface="Arial" panose="020B0604020202020204" pitchFamily="34" charset="0"/>
              </a:defRPr>
            </a:lvl3pPr>
            <a:lvl4pPr marL="1600200" indent="-228600" defTabSz="990600">
              <a:defRPr sz="2000">
                <a:solidFill>
                  <a:schemeClr val="tx1"/>
                </a:solidFill>
                <a:latin typeface="Arial" panose="020B0604020202020204" pitchFamily="34" charset="0"/>
              </a:defRPr>
            </a:lvl4pPr>
            <a:lvl5pPr marL="2057400" indent="-228600" defTabSz="990600">
              <a:defRPr sz="2000">
                <a:solidFill>
                  <a:schemeClr val="tx1"/>
                </a:solidFill>
                <a:latin typeface="Arial" panose="020B0604020202020204" pitchFamily="34" charset="0"/>
              </a:defRPr>
            </a:lvl5pPr>
            <a:lvl6pPr marL="2514600" indent="-228600" defTabSz="990600" eaLnBrk="0" fontAlgn="base" hangingPunct="0">
              <a:spcBef>
                <a:spcPct val="0"/>
              </a:spcBef>
              <a:spcAft>
                <a:spcPct val="0"/>
              </a:spcAft>
              <a:defRPr sz="2000">
                <a:solidFill>
                  <a:schemeClr val="tx1"/>
                </a:solidFill>
                <a:latin typeface="Arial" panose="020B0604020202020204" pitchFamily="34" charset="0"/>
              </a:defRPr>
            </a:lvl6pPr>
            <a:lvl7pPr marL="2971800" indent="-228600" defTabSz="990600" eaLnBrk="0" fontAlgn="base" hangingPunct="0">
              <a:spcBef>
                <a:spcPct val="0"/>
              </a:spcBef>
              <a:spcAft>
                <a:spcPct val="0"/>
              </a:spcAft>
              <a:defRPr sz="2000">
                <a:solidFill>
                  <a:schemeClr val="tx1"/>
                </a:solidFill>
                <a:latin typeface="Arial" panose="020B0604020202020204" pitchFamily="34" charset="0"/>
              </a:defRPr>
            </a:lvl7pPr>
            <a:lvl8pPr marL="3429000" indent="-228600" defTabSz="990600" eaLnBrk="0" fontAlgn="base" hangingPunct="0">
              <a:spcBef>
                <a:spcPct val="0"/>
              </a:spcBef>
              <a:spcAft>
                <a:spcPct val="0"/>
              </a:spcAft>
              <a:defRPr sz="2000">
                <a:solidFill>
                  <a:schemeClr val="tx1"/>
                </a:solidFill>
                <a:latin typeface="Arial" panose="020B0604020202020204" pitchFamily="34" charset="0"/>
              </a:defRPr>
            </a:lvl8pPr>
            <a:lvl9pPr marL="3886200" indent="-228600" defTabSz="990600" eaLnBrk="0" fontAlgn="base" hangingPunct="0">
              <a:spcBef>
                <a:spcPct val="0"/>
              </a:spcBef>
              <a:spcAft>
                <a:spcPct val="0"/>
              </a:spcAft>
              <a:defRPr sz="2000">
                <a:solidFill>
                  <a:schemeClr val="tx1"/>
                </a:solidFill>
                <a:latin typeface="Arial" panose="020B0604020202020204" pitchFamily="34" charset="0"/>
              </a:defRPr>
            </a:lvl9pPr>
          </a:lstStyle>
          <a:p>
            <a:fld id="{FBCC76C0-E401-43A4-8BCF-F839A9CFA10F}" type="slidenum">
              <a:rPr lang="en-US" altLang="en-US" sz="1300"/>
              <a:pPr/>
              <a:t>34</a:t>
            </a:fld>
            <a:endParaRPr lang="en-US" altLang="en-US" sz="1300"/>
          </a:p>
        </p:txBody>
      </p:sp>
      <p:sp>
        <p:nvSpPr>
          <p:cNvPr id="250883" name="Rectangle 2">
            <a:extLst>
              <a:ext uri="{FF2B5EF4-FFF2-40B4-BE49-F238E27FC236}">
                <a16:creationId xmlns:a16="http://schemas.microsoft.com/office/drawing/2014/main" id="{811E6121-C811-4093-8F3C-0D6B1F5F33C4}"/>
              </a:ext>
            </a:extLst>
          </p:cNvPr>
          <p:cNvSpPr>
            <a:spLocks noGrp="1" noRot="1" noChangeAspect="1" noChangeArrowheads="1" noTextEdit="1"/>
          </p:cNvSpPr>
          <p:nvPr>
            <p:ph type="sldImg"/>
          </p:nvPr>
        </p:nvSpPr>
        <p:spPr>
          <a:xfrm>
            <a:off x="1258888" y="720725"/>
            <a:ext cx="4799012" cy="3598863"/>
          </a:xfrm>
          <a:ln/>
        </p:spPr>
      </p:sp>
      <p:sp>
        <p:nvSpPr>
          <p:cNvPr id="250884" name="Rectangle 3">
            <a:extLst>
              <a:ext uri="{FF2B5EF4-FFF2-40B4-BE49-F238E27FC236}">
                <a16:creationId xmlns:a16="http://schemas.microsoft.com/office/drawing/2014/main" id="{81F4F70C-4A66-48EE-AB98-FEB1FC148A0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extLst>
      <p:ext uri="{BB962C8B-B14F-4D97-AF65-F5344CB8AC3E}">
        <p14:creationId xmlns:p14="http://schemas.microsoft.com/office/powerpoint/2010/main" val="352008888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30" name="Rectangle 7">
            <a:extLst>
              <a:ext uri="{FF2B5EF4-FFF2-40B4-BE49-F238E27FC236}">
                <a16:creationId xmlns:a16="http://schemas.microsoft.com/office/drawing/2014/main" id="{8717F49F-05D2-47A3-9FB9-58B8E85EF8A7}"/>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990600">
              <a:defRPr sz="2000">
                <a:solidFill>
                  <a:schemeClr val="tx1"/>
                </a:solidFill>
                <a:latin typeface="Arial" panose="020B0604020202020204" pitchFamily="34" charset="0"/>
              </a:defRPr>
            </a:lvl1pPr>
            <a:lvl2pPr marL="742950" indent="-285750" defTabSz="990600">
              <a:defRPr sz="2000">
                <a:solidFill>
                  <a:schemeClr val="tx1"/>
                </a:solidFill>
                <a:latin typeface="Arial" panose="020B0604020202020204" pitchFamily="34" charset="0"/>
              </a:defRPr>
            </a:lvl2pPr>
            <a:lvl3pPr marL="1143000" indent="-228600" defTabSz="990600">
              <a:defRPr sz="2000">
                <a:solidFill>
                  <a:schemeClr val="tx1"/>
                </a:solidFill>
                <a:latin typeface="Arial" panose="020B0604020202020204" pitchFamily="34" charset="0"/>
              </a:defRPr>
            </a:lvl3pPr>
            <a:lvl4pPr marL="1600200" indent="-228600" defTabSz="990600">
              <a:defRPr sz="2000">
                <a:solidFill>
                  <a:schemeClr val="tx1"/>
                </a:solidFill>
                <a:latin typeface="Arial" panose="020B0604020202020204" pitchFamily="34" charset="0"/>
              </a:defRPr>
            </a:lvl4pPr>
            <a:lvl5pPr marL="2057400" indent="-228600" defTabSz="990600">
              <a:defRPr sz="2000">
                <a:solidFill>
                  <a:schemeClr val="tx1"/>
                </a:solidFill>
                <a:latin typeface="Arial" panose="020B0604020202020204" pitchFamily="34" charset="0"/>
              </a:defRPr>
            </a:lvl5pPr>
            <a:lvl6pPr marL="2514600" indent="-228600" defTabSz="990600" eaLnBrk="0" fontAlgn="base" hangingPunct="0">
              <a:spcBef>
                <a:spcPct val="0"/>
              </a:spcBef>
              <a:spcAft>
                <a:spcPct val="0"/>
              </a:spcAft>
              <a:defRPr sz="2000">
                <a:solidFill>
                  <a:schemeClr val="tx1"/>
                </a:solidFill>
                <a:latin typeface="Arial" panose="020B0604020202020204" pitchFamily="34" charset="0"/>
              </a:defRPr>
            </a:lvl6pPr>
            <a:lvl7pPr marL="2971800" indent="-228600" defTabSz="990600" eaLnBrk="0" fontAlgn="base" hangingPunct="0">
              <a:spcBef>
                <a:spcPct val="0"/>
              </a:spcBef>
              <a:spcAft>
                <a:spcPct val="0"/>
              </a:spcAft>
              <a:defRPr sz="2000">
                <a:solidFill>
                  <a:schemeClr val="tx1"/>
                </a:solidFill>
                <a:latin typeface="Arial" panose="020B0604020202020204" pitchFamily="34" charset="0"/>
              </a:defRPr>
            </a:lvl7pPr>
            <a:lvl8pPr marL="3429000" indent="-228600" defTabSz="990600" eaLnBrk="0" fontAlgn="base" hangingPunct="0">
              <a:spcBef>
                <a:spcPct val="0"/>
              </a:spcBef>
              <a:spcAft>
                <a:spcPct val="0"/>
              </a:spcAft>
              <a:defRPr sz="2000">
                <a:solidFill>
                  <a:schemeClr val="tx1"/>
                </a:solidFill>
                <a:latin typeface="Arial" panose="020B0604020202020204" pitchFamily="34" charset="0"/>
              </a:defRPr>
            </a:lvl8pPr>
            <a:lvl9pPr marL="3886200" indent="-228600" defTabSz="990600" eaLnBrk="0" fontAlgn="base" hangingPunct="0">
              <a:spcBef>
                <a:spcPct val="0"/>
              </a:spcBef>
              <a:spcAft>
                <a:spcPct val="0"/>
              </a:spcAft>
              <a:defRPr sz="2000">
                <a:solidFill>
                  <a:schemeClr val="tx1"/>
                </a:solidFill>
                <a:latin typeface="Arial" panose="020B0604020202020204" pitchFamily="34" charset="0"/>
              </a:defRPr>
            </a:lvl9pPr>
          </a:lstStyle>
          <a:p>
            <a:fld id="{BD38D867-37F4-4CA5-AECC-82D06BE3F1EC}" type="slidenum">
              <a:rPr lang="en-US" altLang="en-US" sz="1300"/>
              <a:pPr/>
              <a:t>35</a:t>
            </a:fld>
            <a:endParaRPr lang="en-US" altLang="en-US" sz="1300"/>
          </a:p>
        </p:txBody>
      </p:sp>
      <p:sp>
        <p:nvSpPr>
          <p:cNvPr id="252931" name="Rectangle 2">
            <a:extLst>
              <a:ext uri="{FF2B5EF4-FFF2-40B4-BE49-F238E27FC236}">
                <a16:creationId xmlns:a16="http://schemas.microsoft.com/office/drawing/2014/main" id="{7DF83F66-B9D7-4A6E-8887-6ECF084EA78E}"/>
              </a:ext>
            </a:extLst>
          </p:cNvPr>
          <p:cNvSpPr>
            <a:spLocks noGrp="1" noRot="1" noChangeAspect="1" noChangeArrowheads="1" noTextEdit="1"/>
          </p:cNvSpPr>
          <p:nvPr>
            <p:ph type="sldImg"/>
          </p:nvPr>
        </p:nvSpPr>
        <p:spPr>
          <a:xfrm>
            <a:off x="1258888" y="720725"/>
            <a:ext cx="4799012" cy="3598863"/>
          </a:xfrm>
          <a:ln/>
        </p:spPr>
      </p:sp>
      <p:sp>
        <p:nvSpPr>
          <p:cNvPr id="252932" name="Rectangle 3">
            <a:extLst>
              <a:ext uri="{FF2B5EF4-FFF2-40B4-BE49-F238E27FC236}">
                <a16:creationId xmlns:a16="http://schemas.microsoft.com/office/drawing/2014/main" id="{04D0AE3B-0387-4E9F-8BF2-8DEEE51A472E}"/>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pPr>
              <a:defRPr/>
            </a:pPr>
            <a:fld id="{B651C300-8E47-454F-A431-A0783EC5AF6A}" type="slidenum">
              <a:rPr lang="en-AU" altLang="en-US" smtClean="0"/>
              <a:pPr>
                <a:defRPr/>
              </a:pPr>
              <a:t>36</a:t>
            </a:fld>
            <a:endParaRPr lang="en-AU" altLang="en-US"/>
          </a:p>
        </p:txBody>
      </p:sp>
    </p:spTree>
    <p:extLst>
      <p:ext uri="{BB962C8B-B14F-4D97-AF65-F5344CB8AC3E}">
        <p14:creationId xmlns:p14="http://schemas.microsoft.com/office/powerpoint/2010/main" val="317228926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458" name="Rectangle 7">
            <a:extLst>
              <a:ext uri="{FF2B5EF4-FFF2-40B4-BE49-F238E27FC236}">
                <a16:creationId xmlns:a16="http://schemas.microsoft.com/office/drawing/2014/main" id="{686CE585-5FA8-4D49-808D-3756DECCCFBE}"/>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990600">
              <a:defRPr sz="2000">
                <a:solidFill>
                  <a:schemeClr val="tx1"/>
                </a:solidFill>
                <a:latin typeface="Arial" panose="020B0604020202020204" pitchFamily="34" charset="0"/>
              </a:defRPr>
            </a:lvl1pPr>
            <a:lvl2pPr marL="742950" indent="-285750" defTabSz="990600">
              <a:defRPr sz="2000">
                <a:solidFill>
                  <a:schemeClr val="tx1"/>
                </a:solidFill>
                <a:latin typeface="Arial" panose="020B0604020202020204" pitchFamily="34" charset="0"/>
              </a:defRPr>
            </a:lvl2pPr>
            <a:lvl3pPr marL="1143000" indent="-228600" defTabSz="990600">
              <a:defRPr sz="2000">
                <a:solidFill>
                  <a:schemeClr val="tx1"/>
                </a:solidFill>
                <a:latin typeface="Arial" panose="020B0604020202020204" pitchFamily="34" charset="0"/>
              </a:defRPr>
            </a:lvl3pPr>
            <a:lvl4pPr marL="1600200" indent="-228600" defTabSz="990600">
              <a:defRPr sz="2000">
                <a:solidFill>
                  <a:schemeClr val="tx1"/>
                </a:solidFill>
                <a:latin typeface="Arial" panose="020B0604020202020204" pitchFamily="34" charset="0"/>
              </a:defRPr>
            </a:lvl4pPr>
            <a:lvl5pPr marL="2057400" indent="-228600" defTabSz="990600">
              <a:defRPr sz="2000">
                <a:solidFill>
                  <a:schemeClr val="tx1"/>
                </a:solidFill>
                <a:latin typeface="Arial" panose="020B0604020202020204" pitchFamily="34" charset="0"/>
              </a:defRPr>
            </a:lvl5pPr>
            <a:lvl6pPr marL="2514600" indent="-228600" defTabSz="990600" eaLnBrk="0" fontAlgn="base" hangingPunct="0">
              <a:spcBef>
                <a:spcPct val="0"/>
              </a:spcBef>
              <a:spcAft>
                <a:spcPct val="0"/>
              </a:spcAft>
              <a:defRPr sz="2000">
                <a:solidFill>
                  <a:schemeClr val="tx1"/>
                </a:solidFill>
                <a:latin typeface="Arial" panose="020B0604020202020204" pitchFamily="34" charset="0"/>
              </a:defRPr>
            </a:lvl6pPr>
            <a:lvl7pPr marL="2971800" indent="-228600" defTabSz="990600" eaLnBrk="0" fontAlgn="base" hangingPunct="0">
              <a:spcBef>
                <a:spcPct val="0"/>
              </a:spcBef>
              <a:spcAft>
                <a:spcPct val="0"/>
              </a:spcAft>
              <a:defRPr sz="2000">
                <a:solidFill>
                  <a:schemeClr val="tx1"/>
                </a:solidFill>
                <a:latin typeface="Arial" panose="020B0604020202020204" pitchFamily="34" charset="0"/>
              </a:defRPr>
            </a:lvl7pPr>
            <a:lvl8pPr marL="3429000" indent="-228600" defTabSz="990600" eaLnBrk="0" fontAlgn="base" hangingPunct="0">
              <a:spcBef>
                <a:spcPct val="0"/>
              </a:spcBef>
              <a:spcAft>
                <a:spcPct val="0"/>
              </a:spcAft>
              <a:defRPr sz="2000">
                <a:solidFill>
                  <a:schemeClr val="tx1"/>
                </a:solidFill>
                <a:latin typeface="Arial" panose="020B0604020202020204" pitchFamily="34" charset="0"/>
              </a:defRPr>
            </a:lvl8pPr>
            <a:lvl9pPr marL="3886200" indent="-228600" defTabSz="990600" eaLnBrk="0" fontAlgn="base" hangingPunct="0">
              <a:spcBef>
                <a:spcPct val="0"/>
              </a:spcBef>
              <a:spcAft>
                <a:spcPct val="0"/>
              </a:spcAft>
              <a:defRPr sz="2000">
                <a:solidFill>
                  <a:schemeClr val="tx1"/>
                </a:solidFill>
                <a:latin typeface="Arial" panose="020B0604020202020204" pitchFamily="34" charset="0"/>
              </a:defRPr>
            </a:lvl9pPr>
          </a:lstStyle>
          <a:p>
            <a:fld id="{E7EEEB65-F6F7-4843-9350-6A0839125DC2}" type="slidenum">
              <a:rPr lang="en-US" altLang="en-US" sz="1300"/>
              <a:pPr/>
              <a:t>37</a:t>
            </a:fld>
            <a:endParaRPr lang="en-US" altLang="en-US" sz="1300"/>
          </a:p>
        </p:txBody>
      </p:sp>
      <p:sp>
        <p:nvSpPr>
          <p:cNvPr id="275459" name="Rectangle 2">
            <a:extLst>
              <a:ext uri="{FF2B5EF4-FFF2-40B4-BE49-F238E27FC236}">
                <a16:creationId xmlns:a16="http://schemas.microsoft.com/office/drawing/2014/main" id="{190BC72F-BC6E-4C7C-8D05-56C0C8FCB982}"/>
              </a:ext>
            </a:extLst>
          </p:cNvPr>
          <p:cNvSpPr>
            <a:spLocks noGrp="1" noRot="1" noChangeAspect="1" noChangeArrowheads="1" noTextEdit="1"/>
          </p:cNvSpPr>
          <p:nvPr>
            <p:ph type="sldImg"/>
          </p:nvPr>
        </p:nvSpPr>
        <p:spPr>
          <a:xfrm>
            <a:off x="1260475" y="720725"/>
            <a:ext cx="4799013" cy="3598863"/>
          </a:xfrm>
          <a:ln/>
        </p:spPr>
      </p:sp>
      <p:sp>
        <p:nvSpPr>
          <p:cNvPr id="275460" name="Rectangle 3">
            <a:extLst>
              <a:ext uri="{FF2B5EF4-FFF2-40B4-BE49-F238E27FC236}">
                <a16:creationId xmlns:a16="http://schemas.microsoft.com/office/drawing/2014/main" id="{737E2655-76B4-4EAC-B88E-262B1E5F0761}"/>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554" name="Rectangle 7">
            <a:extLst>
              <a:ext uri="{FF2B5EF4-FFF2-40B4-BE49-F238E27FC236}">
                <a16:creationId xmlns:a16="http://schemas.microsoft.com/office/drawing/2014/main" id="{B8C6BF16-E105-4B7C-A468-135138AEC8C6}"/>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990600">
              <a:defRPr sz="2000">
                <a:solidFill>
                  <a:schemeClr val="tx1"/>
                </a:solidFill>
                <a:latin typeface="Arial" panose="020B0604020202020204" pitchFamily="34" charset="0"/>
              </a:defRPr>
            </a:lvl1pPr>
            <a:lvl2pPr marL="742950" indent="-285750" defTabSz="990600">
              <a:defRPr sz="2000">
                <a:solidFill>
                  <a:schemeClr val="tx1"/>
                </a:solidFill>
                <a:latin typeface="Arial" panose="020B0604020202020204" pitchFamily="34" charset="0"/>
              </a:defRPr>
            </a:lvl2pPr>
            <a:lvl3pPr marL="1143000" indent="-228600" defTabSz="990600">
              <a:defRPr sz="2000">
                <a:solidFill>
                  <a:schemeClr val="tx1"/>
                </a:solidFill>
                <a:latin typeface="Arial" panose="020B0604020202020204" pitchFamily="34" charset="0"/>
              </a:defRPr>
            </a:lvl3pPr>
            <a:lvl4pPr marL="1600200" indent="-228600" defTabSz="990600">
              <a:defRPr sz="2000">
                <a:solidFill>
                  <a:schemeClr val="tx1"/>
                </a:solidFill>
                <a:latin typeface="Arial" panose="020B0604020202020204" pitchFamily="34" charset="0"/>
              </a:defRPr>
            </a:lvl4pPr>
            <a:lvl5pPr marL="2057400" indent="-228600" defTabSz="990600">
              <a:defRPr sz="2000">
                <a:solidFill>
                  <a:schemeClr val="tx1"/>
                </a:solidFill>
                <a:latin typeface="Arial" panose="020B0604020202020204" pitchFamily="34" charset="0"/>
              </a:defRPr>
            </a:lvl5pPr>
            <a:lvl6pPr marL="2514600" indent="-228600" defTabSz="990600" eaLnBrk="0" fontAlgn="base" hangingPunct="0">
              <a:spcBef>
                <a:spcPct val="0"/>
              </a:spcBef>
              <a:spcAft>
                <a:spcPct val="0"/>
              </a:spcAft>
              <a:defRPr sz="2000">
                <a:solidFill>
                  <a:schemeClr val="tx1"/>
                </a:solidFill>
                <a:latin typeface="Arial" panose="020B0604020202020204" pitchFamily="34" charset="0"/>
              </a:defRPr>
            </a:lvl6pPr>
            <a:lvl7pPr marL="2971800" indent="-228600" defTabSz="990600" eaLnBrk="0" fontAlgn="base" hangingPunct="0">
              <a:spcBef>
                <a:spcPct val="0"/>
              </a:spcBef>
              <a:spcAft>
                <a:spcPct val="0"/>
              </a:spcAft>
              <a:defRPr sz="2000">
                <a:solidFill>
                  <a:schemeClr val="tx1"/>
                </a:solidFill>
                <a:latin typeface="Arial" panose="020B0604020202020204" pitchFamily="34" charset="0"/>
              </a:defRPr>
            </a:lvl7pPr>
            <a:lvl8pPr marL="3429000" indent="-228600" defTabSz="990600" eaLnBrk="0" fontAlgn="base" hangingPunct="0">
              <a:spcBef>
                <a:spcPct val="0"/>
              </a:spcBef>
              <a:spcAft>
                <a:spcPct val="0"/>
              </a:spcAft>
              <a:defRPr sz="2000">
                <a:solidFill>
                  <a:schemeClr val="tx1"/>
                </a:solidFill>
                <a:latin typeface="Arial" panose="020B0604020202020204" pitchFamily="34" charset="0"/>
              </a:defRPr>
            </a:lvl8pPr>
            <a:lvl9pPr marL="3886200" indent="-228600" defTabSz="990600" eaLnBrk="0" fontAlgn="base" hangingPunct="0">
              <a:spcBef>
                <a:spcPct val="0"/>
              </a:spcBef>
              <a:spcAft>
                <a:spcPct val="0"/>
              </a:spcAft>
              <a:defRPr sz="2000">
                <a:solidFill>
                  <a:schemeClr val="tx1"/>
                </a:solidFill>
                <a:latin typeface="Arial" panose="020B0604020202020204" pitchFamily="34" charset="0"/>
              </a:defRPr>
            </a:lvl9pPr>
          </a:lstStyle>
          <a:p>
            <a:fld id="{5D40B4E7-A5E8-499D-B806-326CC0CBB2CF}" type="slidenum">
              <a:rPr lang="en-US" altLang="en-US" sz="1300"/>
              <a:pPr/>
              <a:t>38</a:t>
            </a:fld>
            <a:endParaRPr lang="en-US" altLang="en-US" sz="1300"/>
          </a:p>
        </p:txBody>
      </p:sp>
      <p:sp>
        <p:nvSpPr>
          <p:cNvPr id="279555" name="Rectangle 2">
            <a:extLst>
              <a:ext uri="{FF2B5EF4-FFF2-40B4-BE49-F238E27FC236}">
                <a16:creationId xmlns:a16="http://schemas.microsoft.com/office/drawing/2014/main" id="{4C9EA5EE-2067-4CDB-99ED-1AF0D26DB2EE}"/>
              </a:ext>
            </a:extLst>
          </p:cNvPr>
          <p:cNvSpPr>
            <a:spLocks noGrp="1" noRot="1" noChangeAspect="1" noChangeArrowheads="1" noTextEdit="1"/>
          </p:cNvSpPr>
          <p:nvPr>
            <p:ph type="sldImg"/>
          </p:nvPr>
        </p:nvSpPr>
        <p:spPr>
          <a:xfrm>
            <a:off x="1260475" y="720725"/>
            <a:ext cx="4799013" cy="3598863"/>
          </a:xfrm>
          <a:ln/>
        </p:spPr>
      </p:sp>
      <p:sp>
        <p:nvSpPr>
          <p:cNvPr id="279556" name="Rectangle 3">
            <a:extLst>
              <a:ext uri="{FF2B5EF4-FFF2-40B4-BE49-F238E27FC236}">
                <a16:creationId xmlns:a16="http://schemas.microsoft.com/office/drawing/2014/main" id="{C6615015-E436-43CF-9B60-C3371DB3ED63}"/>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pPr>
              <a:defRPr/>
            </a:pPr>
            <a:fld id="{B651C300-8E47-454F-A431-A0783EC5AF6A}" type="slidenum">
              <a:rPr lang="en-AU" altLang="en-US" smtClean="0"/>
              <a:pPr>
                <a:defRPr/>
              </a:pPr>
              <a:t>39</a:t>
            </a:fld>
            <a:endParaRPr lang="en-AU" altLang="en-US"/>
          </a:p>
        </p:txBody>
      </p:sp>
    </p:spTree>
    <p:extLst>
      <p:ext uri="{BB962C8B-B14F-4D97-AF65-F5344CB8AC3E}">
        <p14:creationId xmlns:p14="http://schemas.microsoft.com/office/powerpoint/2010/main" val="349784139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D6F67C99-20A2-4F9B-8FA2-2F7B0342B761}"/>
              </a:ext>
            </a:extLst>
          </p:cNvPr>
          <p:cNvSpPr>
            <a:spLocks noGrp="1" noChangeArrowheads="1"/>
          </p:cNvSpPr>
          <p:nvPr>
            <p:ph type="sldNum" sz="quarter" idx="5"/>
          </p:nvPr>
        </p:nvSpPr>
        <p:spPr>
          <a:ln/>
        </p:spPr>
        <p:txBody>
          <a:bodyPr/>
          <a:lstStyle/>
          <a:p>
            <a:fld id="{DEAF794C-56E1-4AD6-9912-EC25777D70CD}" type="slidenum">
              <a:rPr lang="en-US" altLang="en-US"/>
              <a:pPr/>
              <a:t>40</a:t>
            </a:fld>
            <a:endParaRPr lang="en-US" altLang="en-US"/>
          </a:p>
        </p:txBody>
      </p:sp>
      <p:sp>
        <p:nvSpPr>
          <p:cNvPr id="1568770" name="Rectangle 2">
            <a:extLst>
              <a:ext uri="{FF2B5EF4-FFF2-40B4-BE49-F238E27FC236}">
                <a16:creationId xmlns:a16="http://schemas.microsoft.com/office/drawing/2014/main" id="{E9A2C0CB-D93A-4C27-97DD-16F2E258460A}"/>
              </a:ext>
            </a:extLst>
          </p:cNvPr>
          <p:cNvSpPr>
            <a:spLocks noGrp="1" noRot="1" noChangeAspect="1" noChangeArrowheads="1" noTextEdit="1"/>
          </p:cNvSpPr>
          <p:nvPr>
            <p:ph type="sldImg"/>
          </p:nvPr>
        </p:nvSpPr>
        <p:spPr>
          <a:ln/>
        </p:spPr>
      </p:sp>
      <p:sp>
        <p:nvSpPr>
          <p:cNvPr id="1568771" name="Rectangle 3">
            <a:extLst>
              <a:ext uri="{FF2B5EF4-FFF2-40B4-BE49-F238E27FC236}">
                <a16:creationId xmlns:a16="http://schemas.microsoft.com/office/drawing/2014/main" id="{BB893B16-8C21-4F65-9AAE-4AD576752A9B}"/>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ED2335A9-D894-4AB7-A488-FAF72A656E3E}"/>
              </a:ext>
            </a:extLst>
          </p:cNvPr>
          <p:cNvSpPr>
            <a:spLocks noGrp="1" noChangeArrowheads="1"/>
          </p:cNvSpPr>
          <p:nvPr>
            <p:ph type="sldNum" sz="quarter" idx="5"/>
          </p:nvPr>
        </p:nvSpPr>
        <p:spPr>
          <a:ln/>
        </p:spPr>
        <p:txBody>
          <a:bodyPr/>
          <a:lstStyle/>
          <a:p>
            <a:fld id="{F3FE7C91-F1FB-47B1-9000-DE6C0FEE8A10}" type="slidenum">
              <a:rPr lang="en-US" altLang="en-US"/>
              <a:pPr/>
              <a:t>42</a:t>
            </a:fld>
            <a:endParaRPr lang="en-US" altLang="en-US"/>
          </a:p>
        </p:txBody>
      </p:sp>
      <p:sp>
        <p:nvSpPr>
          <p:cNvPr id="1571842" name="Rectangle 2">
            <a:extLst>
              <a:ext uri="{FF2B5EF4-FFF2-40B4-BE49-F238E27FC236}">
                <a16:creationId xmlns:a16="http://schemas.microsoft.com/office/drawing/2014/main" id="{E3136C10-500D-4D27-8EAD-F908CB115F9A}"/>
              </a:ext>
            </a:extLst>
          </p:cNvPr>
          <p:cNvSpPr>
            <a:spLocks noGrp="1" noRot="1" noChangeAspect="1" noChangeArrowheads="1" noTextEdit="1"/>
          </p:cNvSpPr>
          <p:nvPr>
            <p:ph type="sldImg"/>
          </p:nvPr>
        </p:nvSpPr>
        <p:spPr>
          <a:ln/>
        </p:spPr>
      </p:sp>
      <p:sp>
        <p:nvSpPr>
          <p:cNvPr id="1571843" name="Rectangle 3">
            <a:extLst>
              <a:ext uri="{FF2B5EF4-FFF2-40B4-BE49-F238E27FC236}">
                <a16:creationId xmlns:a16="http://schemas.microsoft.com/office/drawing/2014/main" id="{AFB4AF9E-737B-4683-9554-79E50E0BB2EA}"/>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439E2237-C331-4FC1-90C2-065D0FBF3E13}"/>
              </a:ext>
            </a:extLst>
          </p:cNvPr>
          <p:cNvSpPr>
            <a:spLocks noGrp="1" noChangeArrowheads="1"/>
          </p:cNvSpPr>
          <p:nvPr>
            <p:ph type="sldNum" sz="quarter" idx="5"/>
          </p:nvPr>
        </p:nvSpPr>
        <p:spPr>
          <a:ln/>
        </p:spPr>
        <p:txBody>
          <a:bodyPr/>
          <a:lstStyle/>
          <a:p>
            <a:fld id="{B3B6FDA6-FBF7-4C63-8D04-54D7631FD44F}" type="slidenum">
              <a:rPr lang="en-US" altLang="en-US"/>
              <a:pPr/>
              <a:t>43</a:t>
            </a:fld>
            <a:endParaRPr lang="en-US" altLang="en-US"/>
          </a:p>
        </p:txBody>
      </p:sp>
      <p:sp>
        <p:nvSpPr>
          <p:cNvPr id="1573890" name="Rectangle 2">
            <a:extLst>
              <a:ext uri="{FF2B5EF4-FFF2-40B4-BE49-F238E27FC236}">
                <a16:creationId xmlns:a16="http://schemas.microsoft.com/office/drawing/2014/main" id="{AB0E06F9-A93D-4908-8795-0E693482AE85}"/>
              </a:ext>
            </a:extLst>
          </p:cNvPr>
          <p:cNvSpPr>
            <a:spLocks noGrp="1" noRot="1" noChangeAspect="1" noChangeArrowheads="1" noTextEdit="1"/>
          </p:cNvSpPr>
          <p:nvPr>
            <p:ph type="sldImg"/>
          </p:nvPr>
        </p:nvSpPr>
        <p:spPr>
          <a:ln/>
        </p:spPr>
      </p:sp>
      <p:sp>
        <p:nvSpPr>
          <p:cNvPr id="1573891" name="Rectangle 3">
            <a:extLst>
              <a:ext uri="{FF2B5EF4-FFF2-40B4-BE49-F238E27FC236}">
                <a16:creationId xmlns:a16="http://schemas.microsoft.com/office/drawing/2014/main" id="{B704B2F9-20D5-4812-80B9-88C8096AEA1A}"/>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996C3B55-5B16-43A6-9FFD-4D3B7460FA1B}"/>
              </a:ext>
            </a:extLst>
          </p:cNvPr>
          <p:cNvSpPr>
            <a:spLocks noGrp="1" noChangeArrowheads="1"/>
          </p:cNvSpPr>
          <p:nvPr>
            <p:ph type="sldNum" sz="quarter" idx="5"/>
          </p:nvPr>
        </p:nvSpPr>
        <p:spPr>
          <a:ln/>
        </p:spPr>
        <p:txBody>
          <a:bodyPr/>
          <a:lstStyle/>
          <a:p>
            <a:fld id="{C457F09A-EE8C-488D-A684-A437B40CE03A}" type="slidenum">
              <a:rPr lang="en-US" altLang="en-US"/>
              <a:pPr/>
              <a:t>44</a:t>
            </a:fld>
            <a:endParaRPr lang="en-US" altLang="en-US"/>
          </a:p>
        </p:txBody>
      </p:sp>
      <p:sp>
        <p:nvSpPr>
          <p:cNvPr id="1575938" name="Rectangle 2">
            <a:extLst>
              <a:ext uri="{FF2B5EF4-FFF2-40B4-BE49-F238E27FC236}">
                <a16:creationId xmlns:a16="http://schemas.microsoft.com/office/drawing/2014/main" id="{CA0D3C87-04EB-4365-8648-CA1E5CE90084}"/>
              </a:ext>
            </a:extLst>
          </p:cNvPr>
          <p:cNvSpPr>
            <a:spLocks noGrp="1" noRot="1" noChangeAspect="1" noChangeArrowheads="1" noTextEdit="1"/>
          </p:cNvSpPr>
          <p:nvPr>
            <p:ph type="sldImg"/>
          </p:nvPr>
        </p:nvSpPr>
        <p:spPr>
          <a:ln/>
        </p:spPr>
      </p:sp>
      <p:sp>
        <p:nvSpPr>
          <p:cNvPr id="1575939" name="Rectangle 3">
            <a:extLst>
              <a:ext uri="{FF2B5EF4-FFF2-40B4-BE49-F238E27FC236}">
                <a16:creationId xmlns:a16="http://schemas.microsoft.com/office/drawing/2014/main" id="{6F79484F-D709-459A-AA9F-9CB3AD3E503C}"/>
              </a:ext>
            </a:extLst>
          </p:cNvPr>
          <p:cNvSpPr>
            <a:spLocks noGrp="1" noChangeArrowheads="1"/>
          </p:cNvSpPr>
          <p:nvPr>
            <p:ph type="body" idx="1"/>
          </p:nvPr>
        </p:nvSpPr>
        <p:spPr/>
        <p:txBody>
          <a:bodyPr/>
          <a:lstStyle/>
          <a:p>
            <a:r>
              <a:rPr lang="en-US" altLang="en-US"/>
              <a:t>Stallings Fig 9-1.</a:t>
            </a:r>
            <a:endParaRPr lang="en-AU"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671D2308-CD94-46E1-B241-131E6ACD37F9}"/>
              </a:ext>
            </a:extLst>
          </p:cNvPr>
          <p:cNvSpPr>
            <a:spLocks noGrp="1" noChangeArrowheads="1"/>
          </p:cNvSpPr>
          <p:nvPr>
            <p:ph type="sldNum" sz="quarter" idx="5"/>
          </p:nvPr>
        </p:nvSpPr>
        <p:spPr>
          <a:ln/>
        </p:spPr>
        <p:txBody>
          <a:bodyPr/>
          <a:lstStyle/>
          <a:p>
            <a:fld id="{08C56DAB-926B-4E79-A0A1-6D560BF0C08F}" type="slidenum">
              <a:rPr lang="en-US" altLang="en-US"/>
              <a:pPr/>
              <a:t>45</a:t>
            </a:fld>
            <a:endParaRPr lang="en-US" altLang="en-US"/>
          </a:p>
        </p:txBody>
      </p:sp>
      <p:sp>
        <p:nvSpPr>
          <p:cNvPr id="1577986" name="Rectangle 2">
            <a:extLst>
              <a:ext uri="{FF2B5EF4-FFF2-40B4-BE49-F238E27FC236}">
                <a16:creationId xmlns:a16="http://schemas.microsoft.com/office/drawing/2014/main" id="{F2DD88EA-48F9-4ADF-B796-100F4052FB71}"/>
              </a:ext>
            </a:extLst>
          </p:cNvPr>
          <p:cNvSpPr>
            <a:spLocks noGrp="1" noRot="1" noChangeAspect="1" noChangeArrowheads="1" noTextEdit="1"/>
          </p:cNvSpPr>
          <p:nvPr>
            <p:ph type="sldImg"/>
          </p:nvPr>
        </p:nvSpPr>
        <p:spPr>
          <a:ln/>
        </p:spPr>
      </p:sp>
      <p:sp>
        <p:nvSpPr>
          <p:cNvPr id="1577987" name="Rectangle 3">
            <a:extLst>
              <a:ext uri="{FF2B5EF4-FFF2-40B4-BE49-F238E27FC236}">
                <a16:creationId xmlns:a16="http://schemas.microsoft.com/office/drawing/2014/main" id="{264709B3-F789-4BBA-9C99-9E43F730C6D5}"/>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C2EE2FA5-B87F-4DBF-87CF-5995BBADC784}"/>
              </a:ext>
            </a:extLst>
          </p:cNvPr>
          <p:cNvSpPr>
            <a:spLocks noGrp="1" noChangeArrowheads="1"/>
          </p:cNvSpPr>
          <p:nvPr>
            <p:ph type="sldNum" sz="quarter" idx="5"/>
          </p:nvPr>
        </p:nvSpPr>
        <p:spPr>
          <a:ln/>
        </p:spPr>
        <p:txBody>
          <a:bodyPr/>
          <a:lstStyle/>
          <a:p>
            <a:fld id="{1B531288-0199-4B4D-AD69-9127FBC8C07A}" type="slidenum">
              <a:rPr lang="en-US" altLang="en-US"/>
              <a:pPr/>
              <a:t>46</a:t>
            </a:fld>
            <a:endParaRPr lang="en-US" altLang="en-US"/>
          </a:p>
        </p:txBody>
      </p:sp>
      <p:sp>
        <p:nvSpPr>
          <p:cNvPr id="1582082" name="Rectangle 2">
            <a:extLst>
              <a:ext uri="{FF2B5EF4-FFF2-40B4-BE49-F238E27FC236}">
                <a16:creationId xmlns:a16="http://schemas.microsoft.com/office/drawing/2014/main" id="{61FDF9E6-11E8-4159-95F2-3B556E8D8807}"/>
              </a:ext>
            </a:extLst>
          </p:cNvPr>
          <p:cNvSpPr>
            <a:spLocks noGrp="1" noRot="1" noChangeAspect="1" noChangeArrowheads="1" noTextEdit="1"/>
          </p:cNvSpPr>
          <p:nvPr>
            <p:ph type="sldImg"/>
          </p:nvPr>
        </p:nvSpPr>
        <p:spPr>
          <a:ln/>
        </p:spPr>
      </p:sp>
      <p:sp>
        <p:nvSpPr>
          <p:cNvPr id="1582083" name="Rectangle 3">
            <a:extLst>
              <a:ext uri="{FF2B5EF4-FFF2-40B4-BE49-F238E27FC236}">
                <a16:creationId xmlns:a16="http://schemas.microsoft.com/office/drawing/2014/main" id="{CD69397C-F254-42B2-8BE9-52AB644FDD7E}"/>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40D149D5-DF00-4B00-BC9F-361C3E4651F9}"/>
              </a:ext>
            </a:extLst>
          </p:cNvPr>
          <p:cNvSpPr>
            <a:spLocks noGrp="1" noChangeArrowheads="1"/>
          </p:cNvSpPr>
          <p:nvPr>
            <p:ph type="sldNum" sz="quarter" idx="5"/>
          </p:nvPr>
        </p:nvSpPr>
        <p:spPr>
          <a:ln/>
        </p:spPr>
        <p:txBody>
          <a:bodyPr/>
          <a:lstStyle/>
          <a:p>
            <a:fld id="{8A6286B0-22B3-4C2D-B10C-F7F305DE6CEB}" type="slidenum">
              <a:rPr lang="en-US" altLang="en-US"/>
              <a:pPr/>
              <a:t>47</a:t>
            </a:fld>
            <a:endParaRPr lang="en-US" altLang="en-US"/>
          </a:p>
        </p:txBody>
      </p:sp>
      <p:sp>
        <p:nvSpPr>
          <p:cNvPr id="1584130" name="Rectangle 2">
            <a:extLst>
              <a:ext uri="{FF2B5EF4-FFF2-40B4-BE49-F238E27FC236}">
                <a16:creationId xmlns:a16="http://schemas.microsoft.com/office/drawing/2014/main" id="{0E0A9EF5-BA32-4AAA-B52A-9E98650BBC50}"/>
              </a:ext>
            </a:extLst>
          </p:cNvPr>
          <p:cNvSpPr>
            <a:spLocks noGrp="1" noRot="1" noChangeAspect="1" noChangeArrowheads="1" noTextEdit="1"/>
          </p:cNvSpPr>
          <p:nvPr>
            <p:ph type="sldImg"/>
          </p:nvPr>
        </p:nvSpPr>
        <p:spPr>
          <a:ln/>
        </p:spPr>
      </p:sp>
      <p:sp>
        <p:nvSpPr>
          <p:cNvPr id="1584131" name="Rectangle 3">
            <a:extLst>
              <a:ext uri="{FF2B5EF4-FFF2-40B4-BE49-F238E27FC236}">
                <a16:creationId xmlns:a16="http://schemas.microsoft.com/office/drawing/2014/main" id="{FA0435F5-4B8C-4371-89F2-CA69CAED2F85}"/>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40D149D5-DF00-4B00-BC9F-361C3E4651F9}"/>
              </a:ext>
            </a:extLst>
          </p:cNvPr>
          <p:cNvSpPr>
            <a:spLocks noGrp="1" noChangeArrowheads="1"/>
          </p:cNvSpPr>
          <p:nvPr>
            <p:ph type="sldNum" sz="quarter" idx="5"/>
          </p:nvPr>
        </p:nvSpPr>
        <p:spPr>
          <a:ln/>
        </p:spPr>
        <p:txBody>
          <a:bodyPr/>
          <a:lstStyle/>
          <a:p>
            <a:fld id="{8A6286B0-22B3-4C2D-B10C-F7F305DE6CEB}" type="slidenum">
              <a:rPr lang="en-US" altLang="en-US"/>
              <a:pPr/>
              <a:t>48</a:t>
            </a:fld>
            <a:endParaRPr lang="en-US" altLang="en-US"/>
          </a:p>
        </p:txBody>
      </p:sp>
      <p:sp>
        <p:nvSpPr>
          <p:cNvPr id="1584130" name="Rectangle 2">
            <a:extLst>
              <a:ext uri="{FF2B5EF4-FFF2-40B4-BE49-F238E27FC236}">
                <a16:creationId xmlns:a16="http://schemas.microsoft.com/office/drawing/2014/main" id="{0E0A9EF5-BA32-4AAA-B52A-9E98650BBC50}"/>
              </a:ext>
            </a:extLst>
          </p:cNvPr>
          <p:cNvSpPr>
            <a:spLocks noGrp="1" noRot="1" noChangeAspect="1" noChangeArrowheads="1" noTextEdit="1"/>
          </p:cNvSpPr>
          <p:nvPr>
            <p:ph type="sldImg"/>
          </p:nvPr>
        </p:nvSpPr>
        <p:spPr>
          <a:ln/>
        </p:spPr>
      </p:sp>
      <p:sp>
        <p:nvSpPr>
          <p:cNvPr id="1584131" name="Rectangle 3">
            <a:extLst>
              <a:ext uri="{FF2B5EF4-FFF2-40B4-BE49-F238E27FC236}">
                <a16:creationId xmlns:a16="http://schemas.microsoft.com/office/drawing/2014/main" id="{FA0435F5-4B8C-4371-89F2-CA69CAED2F85}"/>
              </a:ext>
            </a:extLst>
          </p:cNvPr>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62671874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B9A4222A-3B16-4E1A-82AE-6C2603053FEF}"/>
              </a:ext>
            </a:extLst>
          </p:cNvPr>
          <p:cNvSpPr>
            <a:spLocks noGrp="1" noChangeArrowheads="1"/>
          </p:cNvSpPr>
          <p:nvPr>
            <p:ph type="sldNum" sz="quarter" idx="5"/>
          </p:nvPr>
        </p:nvSpPr>
        <p:spPr>
          <a:ln/>
        </p:spPr>
        <p:txBody>
          <a:bodyPr/>
          <a:lstStyle/>
          <a:p>
            <a:fld id="{D4F10F3A-42B8-4527-9031-25EB44DC7086}" type="slidenum">
              <a:rPr lang="en-US" altLang="en-US"/>
              <a:pPr/>
              <a:t>50</a:t>
            </a:fld>
            <a:endParaRPr lang="en-US" altLang="en-US"/>
          </a:p>
        </p:txBody>
      </p:sp>
      <p:sp>
        <p:nvSpPr>
          <p:cNvPr id="1586178" name="Rectangle 2">
            <a:extLst>
              <a:ext uri="{FF2B5EF4-FFF2-40B4-BE49-F238E27FC236}">
                <a16:creationId xmlns:a16="http://schemas.microsoft.com/office/drawing/2014/main" id="{DD973863-12E3-487E-8D42-B851ABE32DB1}"/>
              </a:ext>
            </a:extLst>
          </p:cNvPr>
          <p:cNvSpPr>
            <a:spLocks noGrp="1" noRot="1" noChangeAspect="1" noChangeArrowheads="1" noTextEdit="1"/>
          </p:cNvSpPr>
          <p:nvPr>
            <p:ph type="sldImg"/>
          </p:nvPr>
        </p:nvSpPr>
        <p:spPr>
          <a:ln/>
        </p:spPr>
      </p:sp>
      <p:sp>
        <p:nvSpPr>
          <p:cNvPr id="1586179" name="Rectangle 3">
            <a:extLst>
              <a:ext uri="{FF2B5EF4-FFF2-40B4-BE49-F238E27FC236}">
                <a16:creationId xmlns:a16="http://schemas.microsoft.com/office/drawing/2014/main" id="{291C62CB-1BDC-45DC-9566-808129D41C6F}"/>
              </a:ext>
            </a:extLst>
          </p:cNvPr>
          <p:cNvSpPr>
            <a:spLocks noGrp="1" noChangeArrowheads="1"/>
          </p:cNvSpPr>
          <p:nvPr>
            <p:ph type="body" idx="1"/>
          </p:nvPr>
        </p:nvSpPr>
        <p:spPr/>
        <p:txBody>
          <a:bodyPr/>
          <a:lstStyle/>
          <a:p>
            <a:r>
              <a:rPr lang="en-AU" altLang="en-US"/>
              <a:t>The idea of public key schemes, and the first practical scheme, which was for key distribution only, was published in 1977 by Diffie &amp; Hellman. The concept had been previously described in a classified report in 1970 by James Ellis (UK CESG) - and subsequently declassified in 1987. See </a:t>
            </a:r>
            <a:r>
              <a:rPr lang="en-AU" altLang="en-US">
                <a:hlinkClick r:id="rId3"/>
              </a:rPr>
              <a:t>History of Non-secret Encryption (at CESG)</a:t>
            </a:r>
            <a:r>
              <a:rPr lang="en-AU" altLang="en-US"/>
              <a:t>. Its interesting to note that they discovered RSA first, then Diffie-Hellman, opposite to the order of public discovery! </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0F022315-75DA-45FC-85EA-07144EFCFFFB}"/>
              </a:ext>
            </a:extLst>
          </p:cNvPr>
          <p:cNvSpPr>
            <a:spLocks noGrp="1" noChangeArrowheads="1"/>
          </p:cNvSpPr>
          <p:nvPr>
            <p:ph type="sldNum" sz="quarter" idx="5"/>
          </p:nvPr>
        </p:nvSpPr>
        <p:spPr>
          <a:ln/>
        </p:spPr>
        <p:txBody>
          <a:bodyPr/>
          <a:lstStyle/>
          <a:p>
            <a:fld id="{C015ED51-3766-48B2-AC46-4F683CBED77F}" type="slidenum">
              <a:rPr lang="en-US" altLang="en-US"/>
              <a:pPr/>
              <a:t>51</a:t>
            </a:fld>
            <a:endParaRPr lang="en-US" altLang="en-US"/>
          </a:p>
        </p:txBody>
      </p:sp>
      <p:sp>
        <p:nvSpPr>
          <p:cNvPr id="1588226" name="Rectangle 2">
            <a:extLst>
              <a:ext uri="{FF2B5EF4-FFF2-40B4-BE49-F238E27FC236}">
                <a16:creationId xmlns:a16="http://schemas.microsoft.com/office/drawing/2014/main" id="{ABFD1D29-8450-4B26-9C7F-B5C7BB651A2F}"/>
              </a:ext>
            </a:extLst>
          </p:cNvPr>
          <p:cNvSpPr>
            <a:spLocks noGrp="1" noRot="1" noChangeAspect="1" noChangeArrowheads="1" noTextEdit="1"/>
          </p:cNvSpPr>
          <p:nvPr>
            <p:ph type="sldImg"/>
          </p:nvPr>
        </p:nvSpPr>
        <p:spPr>
          <a:ln/>
        </p:spPr>
      </p:sp>
      <p:sp>
        <p:nvSpPr>
          <p:cNvPr id="1588227" name="Rectangle 3">
            <a:extLst>
              <a:ext uri="{FF2B5EF4-FFF2-40B4-BE49-F238E27FC236}">
                <a16:creationId xmlns:a16="http://schemas.microsoft.com/office/drawing/2014/main" id="{73596705-15D9-4B2D-8E59-D47B66C18C89}"/>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D713CEB7-6AED-4926-8ADE-42091C7FDEB6}"/>
              </a:ext>
            </a:extLst>
          </p:cNvPr>
          <p:cNvSpPr>
            <a:spLocks noGrp="1" noChangeArrowheads="1"/>
          </p:cNvSpPr>
          <p:nvPr>
            <p:ph type="sldNum" sz="quarter" idx="5"/>
          </p:nvPr>
        </p:nvSpPr>
        <p:spPr>
          <a:ln/>
        </p:spPr>
        <p:txBody>
          <a:bodyPr/>
          <a:lstStyle/>
          <a:p>
            <a:fld id="{CBA6A15E-EEF8-4438-A9A1-7FE1BD46C7BF}" type="slidenum">
              <a:rPr lang="en-US" altLang="en-US"/>
              <a:pPr/>
              <a:t>52</a:t>
            </a:fld>
            <a:endParaRPr lang="en-US" altLang="en-US"/>
          </a:p>
        </p:txBody>
      </p:sp>
      <p:sp>
        <p:nvSpPr>
          <p:cNvPr id="1592322" name="Rectangle 2">
            <a:extLst>
              <a:ext uri="{FF2B5EF4-FFF2-40B4-BE49-F238E27FC236}">
                <a16:creationId xmlns:a16="http://schemas.microsoft.com/office/drawing/2014/main" id="{4FA4A934-61E8-41D7-A49A-DC1CE2C0BDCB}"/>
              </a:ext>
            </a:extLst>
          </p:cNvPr>
          <p:cNvSpPr>
            <a:spLocks noGrp="1" noRot="1" noChangeAspect="1" noChangeArrowheads="1" noTextEdit="1"/>
          </p:cNvSpPr>
          <p:nvPr>
            <p:ph type="sldImg"/>
          </p:nvPr>
        </p:nvSpPr>
        <p:spPr>
          <a:ln/>
        </p:spPr>
      </p:sp>
      <p:sp>
        <p:nvSpPr>
          <p:cNvPr id="1592323" name="Rectangle 3">
            <a:extLst>
              <a:ext uri="{FF2B5EF4-FFF2-40B4-BE49-F238E27FC236}">
                <a16:creationId xmlns:a16="http://schemas.microsoft.com/office/drawing/2014/main" id="{C5DD1014-EA42-4170-87B2-BBFAE0E3E4B7}"/>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pPr>
              <a:defRPr/>
            </a:pPr>
            <a:fld id="{B651C300-8E47-454F-A431-A0783EC5AF6A}" type="slidenum">
              <a:rPr lang="en-AU" altLang="en-US" smtClean="0"/>
              <a:pPr>
                <a:defRPr/>
              </a:pPr>
              <a:t>53</a:t>
            </a:fld>
            <a:endParaRPr lang="en-AU" altLang="en-US"/>
          </a:p>
        </p:txBody>
      </p:sp>
    </p:spTree>
    <p:extLst>
      <p:ext uri="{BB962C8B-B14F-4D97-AF65-F5344CB8AC3E}">
        <p14:creationId xmlns:p14="http://schemas.microsoft.com/office/powerpoint/2010/main" val="65988746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pPr>
              <a:defRPr/>
            </a:pPr>
            <a:fld id="{B651C300-8E47-454F-A431-A0783EC5AF6A}" type="slidenum">
              <a:rPr lang="en-AU" altLang="en-US" smtClean="0"/>
              <a:pPr>
                <a:defRPr/>
              </a:pPr>
              <a:t>63</a:t>
            </a:fld>
            <a:endParaRPr lang="en-AU" altLang="en-US"/>
          </a:p>
        </p:txBody>
      </p:sp>
    </p:spTree>
    <p:extLst>
      <p:ext uri="{BB962C8B-B14F-4D97-AF65-F5344CB8AC3E}">
        <p14:creationId xmlns:p14="http://schemas.microsoft.com/office/powerpoint/2010/main" val="419530560"/>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6E87F31-FA75-006F-00CD-B701AA25BEB8}"/>
              </a:ext>
            </a:extLst>
          </p:cNvPr>
          <p:cNvPicPr>
            <a:picLocks noChangeAspect="1"/>
          </p:cNvPicPr>
          <p:nvPr/>
        </p:nvPicPr>
        <p:blipFill rotWithShape="1">
          <a:blip r:embed="rId2">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rcRect r="5567" b="5568"/>
          <a:stretch/>
        </p:blipFill>
        <p:spPr>
          <a:xfrm flipH="1" flipV="1">
            <a:off x="-1" y="1"/>
            <a:ext cx="9143999" cy="6858000"/>
          </a:xfrm>
          <a:prstGeom prst="rect">
            <a:avLst/>
          </a:prstGeom>
        </p:spPr>
      </p:pic>
      <p:sp>
        <p:nvSpPr>
          <p:cNvPr id="87042" name="Rectangle 2"/>
          <p:cNvSpPr>
            <a:spLocks noGrp="1" noChangeArrowheads="1"/>
          </p:cNvSpPr>
          <p:nvPr>
            <p:ph type="ctrTitle"/>
          </p:nvPr>
        </p:nvSpPr>
        <p:spPr>
          <a:xfrm>
            <a:off x="2172456" y="2200277"/>
            <a:ext cx="6754812" cy="1470025"/>
          </a:xfrm>
        </p:spPr>
        <p:txBody>
          <a:bodyPr/>
          <a:lstStyle>
            <a:lvl1pPr algn="r">
              <a:defRPr>
                <a:solidFill>
                  <a:schemeClr val="accent5"/>
                </a:solidFill>
                <a:latin typeface="Montserrat" panose="00000500000000000000" pitchFamily="2" charset="0"/>
              </a:defRPr>
            </a:lvl1pPr>
          </a:lstStyle>
          <a:p>
            <a:r>
              <a:rPr lang="en-US"/>
              <a:t>Click to edit Master title style</a:t>
            </a:r>
            <a:endParaRPr lang="en-GB" dirty="0"/>
          </a:p>
        </p:txBody>
      </p:sp>
      <p:sp>
        <p:nvSpPr>
          <p:cNvPr id="87043" name="Rectangle 3"/>
          <p:cNvSpPr>
            <a:spLocks noGrp="1" noChangeArrowheads="1"/>
          </p:cNvSpPr>
          <p:nvPr>
            <p:ph type="subTitle" idx="1"/>
          </p:nvPr>
        </p:nvSpPr>
        <p:spPr>
          <a:xfrm>
            <a:off x="3727655" y="3879851"/>
            <a:ext cx="5185325" cy="1752600"/>
          </a:xfrm>
        </p:spPr>
        <p:txBody>
          <a:bodyPr/>
          <a:lstStyle>
            <a:lvl1pPr marL="0" indent="0" algn="r">
              <a:buFontTx/>
              <a:buNone/>
              <a:defRPr b="0">
                <a:solidFill>
                  <a:schemeClr val="bg1"/>
                </a:solidFill>
                <a:latin typeface="+mj-lt"/>
              </a:defRPr>
            </a:lvl1pPr>
          </a:lstStyle>
          <a:p>
            <a:r>
              <a:rPr lang="en-US"/>
              <a:t>Click to edit Master subtitle style</a:t>
            </a:r>
            <a:endParaRPr lang="en-GB" dirty="0"/>
          </a:p>
        </p:txBody>
      </p:sp>
      <p:pic>
        <p:nvPicPr>
          <p:cNvPr id="7" name="Picture 6" descr="Logo, company name&#10;&#10;Description automatically generated">
            <a:extLst>
              <a:ext uri="{FF2B5EF4-FFF2-40B4-BE49-F238E27FC236}">
                <a16:creationId xmlns:a16="http://schemas.microsoft.com/office/drawing/2014/main" id="{A01C7C8E-F6F3-0FA5-D100-E4D22106013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86244" y="229077"/>
            <a:ext cx="941024" cy="1260000"/>
          </a:xfrm>
          <a:prstGeom prst="rect">
            <a:avLst/>
          </a:prstGeom>
        </p:spPr>
      </p:pic>
    </p:spTree>
    <p:extLst>
      <p:ext uri="{BB962C8B-B14F-4D97-AF65-F5344CB8AC3E}">
        <p14:creationId xmlns:p14="http://schemas.microsoft.com/office/powerpoint/2010/main" val="13432550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2_Section Header">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5900D48-6E21-4217-3CC3-BFF1E0D91861}"/>
              </a:ext>
            </a:extLst>
          </p:cNvPr>
          <p:cNvPicPr>
            <a:picLocks noChangeAspect="1"/>
          </p:cNvPicPr>
          <p:nvPr/>
        </p:nvPicPr>
        <p:blipFill rotWithShape="1">
          <a:blip r:embed="rId2">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rcRect r="5567" b="5568"/>
          <a:stretch/>
        </p:blipFill>
        <p:spPr>
          <a:xfrm flipH="1" flipV="1">
            <a:off x="-1" y="1"/>
            <a:ext cx="9143999" cy="6858000"/>
          </a:xfrm>
          <a:prstGeom prst="rect">
            <a:avLst/>
          </a:prstGeom>
        </p:spPr>
      </p:pic>
      <p:sp>
        <p:nvSpPr>
          <p:cNvPr id="2" name="Title 1"/>
          <p:cNvSpPr>
            <a:spLocks noGrp="1"/>
          </p:cNvSpPr>
          <p:nvPr>
            <p:ph type="title"/>
          </p:nvPr>
        </p:nvSpPr>
        <p:spPr>
          <a:xfrm>
            <a:off x="722313" y="4406902"/>
            <a:ext cx="7772400" cy="1362075"/>
          </a:xfrm>
        </p:spPr>
        <p:txBody>
          <a:bodyPr anchor="t"/>
          <a:lstStyle>
            <a:lvl1pPr algn="r">
              <a:defRPr sz="2250" b="1" cap="all">
                <a:solidFill>
                  <a:schemeClr val="accent5"/>
                </a:solidFill>
              </a:defRPr>
            </a:lvl1pPr>
          </a:lstStyle>
          <a:p>
            <a:r>
              <a:rPr lang="en-US"/>
              <a:t>Click to edit Master title style</a:t>
            </a:r>
            <a:endParaRPr lang="en-GB" dirty="0"/>
          </a:p>
        </p:txBody>
      </p:sp>
      <p:sp>
        <p:nvSpPr>
          <p:cNvPr id="3" name="Text Placeholder 2"/>
          <p:cNvSpPr>
            <a:spLocks noGrp="1"/>
          </p:cNvSpPr>
          <p:nvPr>
            <p:ph type="body" idx="1"/>
          </p:nvPr>
        </p:nvSpPr>
        <p:spPr>
          <a:xfrm>
            <a:off x="722313" y="2906713"/>
            <a:ext cx="7772400" cy="1500187"/>
          </a:xfrm>
        </p:spPr>
        <p:txBody>
          <a:bodyPr anchor="b"/>
          <a:lstStyle>
            <a:lvl1pPr marL="0" indent="0" algn="r">
              <a:buNone/>
              <a:defRPr sz="1875">
                <a:solidFill>
                  <a:schemeClr val="bg1"/>
                </a:solidFill>
              </a:defRPr>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t>Click to edit Master text styles</a:t>
            </a:r>
          </a:p>
        </p:txBody>
      </p:sp>
      <p:pic>
        <p:nvPicPr>
          <p:cNvPr id="9" name="Picture 8" descr="Logo, company name&#10;&#10;Description automatically generated">
            <a:extLst>
              <a:ext uri="{FF2B5EF4-FFF2-40B4-BE49-F238E27FC236}">
                <a16:creationId xmlns:a16="http://schemas.microsoft.com/office/drawing/2014/main" id="{3079C5E1-25DB-A4A6-EC23-BE511C96047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86244" y="229077"/>
            <a:ext cx="941024" cy="1260000"/>
          </a:xfrm>
          <a:prstGeom prst="rect">
            <a:avLst/>
          </a:prstGeom>
        </p:spPr>
      </p:pic>
    </p:spTree>
    <p:extLst>
      <p:ext uri="{BB962C8B-B14F-4D97-AF65-F5344CB8AC3E}">
        <p14:creationId xmlns:p14="http://schemas.microsoft.com/office/powerpoint/2010/main" val="2317218322"/>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pic>
        <p:nvPicPr>
          <p:cNvPr id="4" name="Picture 3" descr="A picture containing outdoor object, honeycomb&#10;&#10;Description automatically generated">
            <a:extLst>
              <a:ext uri="{FF2B5EF4-FFF2-40B4-BE49-F238E27FC236}">
                <a16:creationId xmlns:a16="http://schemas.microsoft.com/office/drawing/2014/main" id="{E2BECE40-B9F8-5238-73EB-2221EFFF7056}"/>
              </a:ext>
            </a:extLst>
          </p:cNvPr>
          <p:cNvPicPr>
            <a:picLocks noChangeAspect="1"/>
          </p:cNvPicPr>
          <p:nvPr/>
        </p:nvPicPr>
        <p:blipFill rotWithShape="1">
          <a:blip r:embed="rId2">
            <a:extLst>
              <a:ext uri="{BEBA8EAE-BF5A-486C-A8C5-ECC9F3942E4B}">
                <a14:imgProps xmlns:a14="http://schemas.microsoft.com/office/drawing/2010/main">
                  <a14:imgLayer r:embed="rId3">
                    <a14:imgEffect>
                      <a14:saturation sat="66000"/>
                    </a14:imgEffect>
                  </a14:imgLayer>
                </a14:imgProps>
              </a:ext>
              <a:ext uri="{28A0092B-C50C-407E-A947-70E740481C1C}">
                <a14:useLocalDpi xmlns:a14="http://schemas.microsoft.com/office/drawing/2010/main" val="0"/>
              </a:ext>
            </a:extLst>
          </a:blip>
          <a:srcRect b="14734"/>
          <a:stretch/>
        </p:blipFill>
        <p:spPr>
          <a:xfrm>
            <a:off x="0" y="-87085"/>
            <a:ext cx="9144000" cy="6618514"/>
          </a:xfrm>
          <a:prstGeom prst="rect">
            <a:avLst/>
          </a:prstGeom>
        </p:spPr>
      </p:pic>
      <p:sp>
        <p:nvSpPr>
          <p:cNvPr id="2" name="Title 1"/>
          <p:cNvSpPr>
            <a:spLocks noGrp="1"/>
          </p:cNvSpPr>
          <p:nvPr>
            <p:ph type="title"/>
          </p:nvPr>
        </p:nvSpPr>
        <p:spPr>
          <a:xfrm>
            <a:off x="417513" y="127003"/>
            <a:ext cx="7365773" cy="1362075"/>
          </a:xfrm>
        </p:spPr>
        <p:txBody>
          <a:bodyPr anchor="b"/>
          <a:lstStyle>
            <a:lvl1pPr algn="l">
              <a:defRPr sz="2250" b="1" cap="all">
                <a:solidFill>
                  <a:schemeClr val="accent5"/>
                </a:solidFill>
              </a:defRPr>
            </a:lvl1pPr>
          </a:lstStyle>
          <a:p>
            <a:r>
              <a:rPr lang="en-US"/>
              <a:t>Click to edit Master title style</a:t>
            </a:r>
            <a:endParaRPr lang="en-GB" dirty="0"/>
          </a:p>
        </p:txBody>
      </p:sp>
      <p:sp>
        <p:nvSpPr>
          <p:cNvPr id="3" name="Text Placeholder 2"/>
          <p:cNvSpPr>
            <a:spLocks noGrp="1"/>
          </p:cNvSpPr>
          <p:nvPr>
            <p:ph type="body" idx="1"/>
          </p:nvPr>
        </p:nvSpPr>
        <p:spPr>
          <a:xfrm>
            <a:off x="417513" y="1589576"/>
            <a:ext cx="7365773" cy="1500187"/>
          </a:xfrm>
        </p:spPr>
        <p:txBody>
          <a:bodyPr anchor="t"/>
          <a:lstStyle>
            <a:lvl1pPr marL="0" indent="0" algn="l">
              <a:buNone/>
              <a:defRPr sz="1500">
                <a:solidFill>
                  <a:schemeClr val="bg1"/>
                </a:solidFill>
              </a:defRPr>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t>Click to edit Master text styles</a:t>
            </a:r>
          </a:p>
        </p:txBody>
      </p:sp>
      <p:pic>
        <p:nvPicPr>
          <p:cNvPr id="9" name="Picture 8" descr="Logo, company name&#10;&#10;Description automatically generated">
            <a:extLst>
              <a:ext uri="{FF2B5EF4-FFF2-40B4-BE49-F238E27FC236}">
                <a16:creationId xmlns:a16="http://schemas.microsoft.com/office/drawing/2014/main" id="{3079C5E1-25DB-A4A6-EC23-BE511C96047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86244" y="229077"/>
            <a:ext cx="941024" cy="1260000"/>
          </a:xfrm>
          <a:prstGeom prst="rect">
            <a:avLst/>
          </a:prstGeom>
        </p:spPr>
      </p:pic>
    </p:spTree>
    <p:extLst>
      <p:ext uri="{BB962C8B-B14F-4D97-AF65-F5344CB8AC3E}">
        <p14:creationId xmlns:p14="http://schemas.microsoft.com/office/powerpoint/2010/main" val="670382088"/>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4_Section Header">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08C35BC7-E310-108C-B8C4-672091E1D31D}"/>
              </a:ext>
            </a:extLst>
          </p:cNvPr>
          <p:cNvSpPr>
            <a:spLocks noGrp="1"/>
          </p:cNvSpPr>
          <p:nvPr>
            <p:ph type="pic" sz="quarter" idx="10"/>
          </p:nvPr>
        </p:nvSpPr>
        <p:spPr>
          <a:xfrm>
            <a:off x="0" y="1589575"/>
            <a:ext cx="9144000" cy="2824162"/>
          </a:xfrm>
          <a:solidFill>
            <a:schemeClr val="bg1">
              <a:lumMod val="95000"/>
            </a:schemeClr>
          </a:solidFill>
        </p:spPr>
        <p:txBody>
          <a:bodyPr/>
          <a:lstStyle>
            <a:lvl1pPr>
              <a:defRPr sz="1500"/>
            </a:lvl1pPr>
          </a:lstStyle>
          <a:p>
            <a:r>
              <a:rPr lang="en-US"/>
              <a:t>Click icon to add picture</a:t>
            </a:r>
            <a:endParaRPr lang="en-MY" dirty="0"/>
          </a:p>
        </p:txBody>
      </p:sp>
      <p:sp>
        <p:nvSpPr>
          <p:cNvPr id="2" name="Title 1"/>
          <p:cNvSpPr>
            <a:spLocks noGrp="1"/>
          </p:cNvSpPr>
          <p:nvPr>
            <p:ph type="title"/>
          </p:nvPr>
        </p:nvSpPr>
        <p:spPr>
          <a:xfrm>
            <a:off x="417513" y="3685881"/>
            <a:ext cx="7365773" cy="1362075"/>
          </a:xfrm>
        </p:spPr>
        <p:txBody>
          <a:bodyPr anchor="b"/>
          <a:lstStyle>
            <a:lvl1pPr algn="l">
              <a:defRPr sz="2250" b="1" cap="all">
                <a:solidFill>
                  <a:schemeClr val="tx2"/>
                </a:solidFill>
              </a:defRPr>
            </a:lvl1pPr>
          </a:lstStyle>
          <a:p>
            <a:r>
              <a:rPr lang="en-US"/>
              <a:t>Click to edit Master title style</a:t>
            </a:r>
            <a:endParaRPr lang="en-GB" dirty="0"/>
          </a:p>
        </p:txBody>
      </p:sp>
      <p:sp>
        <p:nvSpPr>
          <p:cNvPr id="3" name="Text Placeholder 2"/>
          <p:cNvSpPr>
            <a:spLocks noGrp="1"/>
          </p:cNvSpPr>
          <p:nvPr>
            <p:ph type="body" idx="1"/>
          </p:nvPr>
        </p:nvSpPr>
        <p:spPr>
          <a:xfrm>
            <a:off x="417513" y="5148454"/>
            <a:ext cx="7365773" cy="1500187"/>
          </a:xfrm>
        </p:spPr>
        <p:txBody>
          <a:bodyPr anchor="t"/>
          <a:lstStyle>
            <a:lvl1pPr marL="0" indent="0" algn="l">
              <a:buNone/>
              <a:defRPr sz="1500">
                <a:solidFill>
                  <a:schemeClr val="tx1"/>
                </a:solidFill>
              </a:defRPr>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t>Click to edit Master text styles</a:t>
            </a:r>
          </a:p>
        </p:txBody>
      </p:sp>
      <p:pic>
        <p:nvPicPr>
          <p:cNvPr id="9" name="Picture 8" descr="Logo, company name&#10;&#10;Description automatically generated">
            <a:extLst>
              <a:ext uri="{FF2B5EF4-FFF2-40B4-BE49-F238E27FC236}">
                <a16:creationId xmlns:a16="http://schemas.microsoft.com/office/drawing/2014/main" id="{3079C5E1-25DB-A4A6-EC23-BE511C9604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86244" y="229077"/>
            <a:ext cx="941024" cy="1260000"/>
          </a:xfrm>
          <a:prstGeom prst="rect">
            <a:avLst/>
          </a:prstGeom>
        </p:spPr>
      </p:pic>
    </p:spTree>
    <p:extLst>
      <p:ext uri="{BB962C8B-B14F-4D97-AF65-F5344CB8AC3E}">
        <p14:creationId xmlns:p14="http://schemas.microsoft.com/office/powerpoint/2010/main" val="1109965497"/>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5_Section Header">
    <p:bg>
      <p:bgPr>
        <a:solidFill>
          <a:srgbClr val="001B4D"/>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17513" y="3685881"/>
            <a:ext cx="7365773" cy="1362075"/>
          </a:xfrm>
        </p:spPr>
        <p:txBody>
          <a:bodyPr anchor="b"/>
          <a:lstStyle>
            <a:lvl1pPr algn="l">
              <a:defRPr sz="2250" b="1" cap="all">
                <a:solidFill>
                  <a:schemeClr val="accent5"/>
                </a:solidFill>
              </a:defRPr>
            </a:lvl1pPr>
          </a:lstStyle>
          <a:p>
            <a:r>
              <a:rPr lang="en-US"/>
              <a:t>Click to edit Master title style</a:t>
            </a:r>
            <a:endParaRPr lang="en-GB" dirty="0"/>
          </a:p>
        </p:txBody>
      </p:sp>
      <p:sp>
        <p:nvSpPr>
          <p:cNvPr id="3" name="Text Placeholder 2"/>
          <p:cNvSpPr>
            <a:spLocks noGrp="1"/>
          </p:cNvSpPr>
          <p:nvPr>
            <p:ph type="body" idx="1"/>
          </p:nvPr>
        </p:nvSpPr>
        <p:spPr>
          <a:xfrm>
            <a:off x="417513" y="5148454"/>
            <a:ext cx="7365773" cy="1500187"/>
          </a:xfrm>
        </p:spPr>
        <p:txBody>
          <a:bodyPr anchor="t"/>
          <a:lstStyle>
            <a:lvl1pPr marL="0" indent="0" algn="l">
              <a:buNone/>
              <a:defRPr sz="1500">
                <a:solidFill>
                  <a:schemeClr val="bg1"/>
                </a:solidFill>
              </a:defRPr>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t>Click to edit Master text styles</a:t>
            </a:r>
          </a:p>
        </p:txBody>
      </p:sp>
      <p:pic>
        <p:nvPicPr>
          <p:cNvPr id="9" name="Picture 8" descr="Logo, company name&#10;&#10;Description automatically generated">
            <a:extLst>
              <a:ext uri="{FF2B5EF4-FFF2-40B4-BE49-F238E27FC236}">
                <a16:creationId xmlns:a16="http://schemas.microsoft.com/office/drawing/2014/main" id="{3079C5E1-25DB-A4A6-EC23-BE511C9604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86244" y="229077"/>
            <a:ext cx="941024" cy="1260000"/>
          </a:xfrm>
          <a:prstGeom prst="rect">
            <a:avLst/>
          </a:prstGeom>
        </p:spPr>
      </p:pic>
      <p:sp>
        <p:nvSpPr>
          <p:cNvPr id="4" name="Picture Placeholder 6">
            <a:extLst>
              <a:ext uri="{FF2B5EF4-FFF2-40B4-BE49-F238E27FC236}">
                <a16:creationId xmlns:a16="http://schemas.microsoft.com/office/drawing/2014/main" id="{782A26D2-4216-FF76-6392-C88F8808F07F}"/>
              </a:ext>
            </a:extLst>
          </p:cNvPr>
          <p:cNvSpPr>
            <a:spLocks noGrp="1"/>
          </p:cNvSpPr>
          <p:nvPr>
            <p:ph type="pic" sz="quarter" idx="10"/>
          </p:nvPr>
        </p:nvSpPr>
        <p:spPr>
          <a:xfrm>
            <a:off x="0" y="1589575"/>
            <a:ext cx="9144000" cy="2824162"/>
          </a:xfrm>
          <a:solidFill>
            <a:schemeClr val="bg1">
              <a:lumMod val="95000"/>
            </a:schemeClr>
          </a:solidFill>
        </p:spPr>
        <p:txBody>
          <a:bodyPr/>
          <a:lstStyle>
            <a:lvl1pPr>
              <a:defRPr sz="1500"/>
            </a:lvl1pPr>
          </a:lstStyle>
          <a:p>
            <a:r>
              <a:rPr lang="en-US"/>
              <a:t>Click icon to add picture</a:t>
            </a:r>
            <a:endParaRPr lang="en-MY" dirty="0"/>
          </a:p>
        </p:txBody>
      </p:sp>
    </p:spTree>
    <p:extLst>
      <p:ext uri="{BB962C8B-B14F-4D97-AF65-F5344CB8AC3E}">
        <p14:creationId xmlns:p14="http://schemas.microsoft.com/office/powerpoint/2010/main" val="3105229910"/>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10B0135-B9A4-80F3-C5A0-025E6765426D}"/>
              </a:ext>
            </a:extLst>
          </p:cNvPr>
          <p:cNvSpPr>
            <a:spLocks noGrp="1"/>
          </p:cNvSpPr>
          <p:nvPr>
            <p:ph type="pic" sz="quarter" idx="10"/>
          </p:nvPr>
        </p:nvSpPr>
        <p:spPr>
          <a:xfrm>
            <a:off x="0" y="0"/>
            <a:ext cx="9144000" cy="6858000"/>
          </a:xfrm>
          <a:prstGeom prst="rect">
            <a:avLst/>
          </a:prstGeom>
          <a:solidFill>
            <a:schemeClr val="bg1">
              <a:lumMod val="95000"/>
            </a:schemeClr>
          </a:solidFill>
        </p:spPr>
        <p:txBody>
          <a:bodyPr/>
          <a:lstStyle>
            <a:lvl1pPr>
              <a:defRPr sz="1500"/>
            </a:lvl1pPr>
          </a:lstStyle>
          <a:p>
            <a:r>
              <a:rPr lang="en-US"/>
              <a:t>Click icon to add picture</a:t>
            </a:r>
          </a:p>
        </p:txBody>
      </p:sp>
      <p:sp>
        <p:nvSpPr>
          <p:cNvPr id="2" name="Title 1"/>
          <p:cNvSpPr>
            <a:spLocks noGrp="1"/>
          </p:cNvSpPr>
          <p:nvPr>
            <p:ph type="title"/>
          </p:nvPr>
        </p:nvSpPr>
        <p:spPr>
          <a:xfrm>
            <a:off x="722313" y="4406902"/>
            <a:ext cx="7772400" cy="1362075"/>
          </a:xfrm>
        </p:spPr>
        <p:txBody>
          <a:bodyPr anchor="t"/>
          <a:lstStyle>
            <a:lvl1pPr algn="ctr">
              <a:defRPr sz="2250" b="1" cap="all">
                <a:solidFill>
                  <a:schemeClr val="accent5"/>
                </a:solidFill>
              </a:defRPr>
            </a:lvl1pPr>
          </a:lstStyle>
          <a:p>
            <a:r>
              <a:rPr lang="en-US"/>
              <a:t>Click to edit Master title style</a:t>
            </a:r>
            <a:endParaRPr lang="en-GB" dirty="0"/>
          </a:p>
        </p:txBody>
      </p:sp>
      <p:sp>
        <p:nvSpPr>
          <p:cNvPr id="3" name="Text Placeholder 2"/>
          <p:cNvSpPr>
            <a:spLocks noGrp="1"/>
          </p:cNvSpPr>
          <p:nvPr>
            <p:ph type="body" idx="1"/>
          </p:nvPr>
        </p:nvSpPr>
        <p:spPr>
          <a:xfrm>
            <a:off x="722313" y="2906713"/>
            <a:ext cx="7772400" cy="1500187"/>
          </a:xfrm>
        </p:spPr>
        <p:txBody>
          <a:bodyPr anchor="b"/>
          <a:lstStyle>
            <a:lvl1pPr marL="0" indent="0" algn="ctr">
              <a:buNone/>
              <a:defRPr sz="1875">
                <a:solidFill>
                  <a:schemeClr val="bg1"/>
                </a:solidFill>
              </a:defRPr>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t>Click to edit Master text styles</a:t>
            </a:r>
          </a:p>
        </p:txBody>
      </p:sp>
      <p:pic>
        <p:nvPicPr>
          <p:cNvPr id="9" name="Picture 8" descr="Logo, company name&#10;&#10;Description automatically generated">
            <a:extLst>
              <a:ext uri="{FF2B5EF4-FFF2-40B4-BE49-F238E27FC236}">
                <a16:creationId xmlns:a16="http://schemas.microsoft.com/office/drawing/2014/main" id="{3079C5E1-25DB-A4A6-EC23-BE511C9604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86244" y="229077"/>
            <a:ext cx="941024" cy="1260000"/>
          </a:xfrm>
          <a:prstGeom prst="rect">
            <a:avLst/>
          </a:prstGeom>
        </p:spPr>
      </p:pic>
    </p:spTree>
    <p:extLst>
      <p:ext uri="{BB962C8B-B14F-4D97-AF65-F5344CB8AC3E}">
        <p14:creationId xmlns:p14="http://schemas.microsoft.com/office/powerpoint/2010/main" val="2131844743"/>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3_Section Header">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10B0135-B9A4-80F3-C5A0-025E6765426D}"/>
              </a:ext>
            </a:extLst>
          </p:cNvPr>
          <p:cNvSpPr>
            <a:spLocks noGrp="1"/>
          </p:cNvSpPr>
          <p:nvPr>
            <p:ph type="pic" sz="quarter" idx="10"/>
          </p:nvPr>
        </p:nvSpPr>
        <p:spPr>
          <a:xfrm>
            <a:off x="0" y="0"/>
            <a:ext cx="9144000" cy="6858000"/>
          </a:xfrm>
          <a:prstGeom prst="rect">
            <a:avLst/>
          </a:prstGeom>
          <a:solidFill>
            <a:schemeClr val="bg1">
              <a:lumMod val="95000"/>
            </a:schemeClr>
          </a:solidFill>
        </p:spPr>
        <p:txBody>
          <a:bodyPr/>
          <a:lstStyle>
            <a:lvl1pPr>
              <a:defRPr sz="1500">
                <a:solidFill>
                  <a:schemeClr val="bg1"/>
                </a:solidFill>
              </a:defRPr>
            </a:lvl1pPr>
          </a:lstStyle>
          <a:p>
            <a:r>
              <a:rPr lang="en-US"/>
              <a:t>Click icon to add picture</a:t>
            </a:r>
          </a:p>
        </p:txBody>
      </p:sp>
      <p:sp>
        <p:nvSpPr>
          <p:cNvPr id="5" name="Title 1">
            <a:extLst>
              <a:ext uri="{FF2B5EF4-FFF2-40B4-BE49-F238E27FC236}">
                <a16:creationId xmlns:a16="http://schemas.microsoft.com/office/drawing/2014/main" id="{2CF2E1CC-7F1D-6CF8-6A38-2EE36FC97117}"/>
              </a:ext>
            </a:extLst>
          </p:cNvPr>
          <p:cNvSpPr>
            <a:spLocks noGrp="1"/>
          </p:cNvSpPr>
          <p:nvPr>
            <p:ph type="title"/>
          </p:nvPr>
        </p:nvSpPr>
        <p:spPr>
          <a:xfrm>
            <a:off x="417513" y="127003"/>
            <a:ext cx="7011987" cy="1362075"/>
          </a:xfrm>
        </p:spPr>
        <p:txBody>
          <a:bodyPr anchor="b"/>
          <a:lstStyle>
            <a:lvl1pPr algn="l">
              <a:defRPr sz="2250" b="1" cap="all">
                <a:solidFill>
                  <a:schemeClr val="tx2"/>
                </a:solidFill>
              </a:defRPr>
            </a:lvl1pPr>
          </a:lstStyle>
          <a:p>
            <a:r>
              <a:rPr lang="en-US"/>
              <a:t>Click to edit Master title style</a:t>
            </a:r>
            <a:endParaRPr lang="en-GB" dirty="0"/>
          </a:p>
        </p:txBody>
      </p:sp>
      <p:sp>
        <p:nvSpPr>
          <p:cNvPr id="6" name="Text Placeholder 2">
            <a:extLst>
              <a:ext uri="{FF2B5EF4-FFF2-40B4-BE49-F238E27FC236}">
                <a16:creationId xmlns:a16="http://schemas.microsoft.com/office/drawing/2014/main" id="{7C71BCF8-2B27-BEA0-B962-D2EE1DB6519F}"/>
              </a:ext>
            </a:extLst>
          </p:cNvPr>
          <p:cNvSpPr>
            <a:spLocks noGrp="1"/>
          </p:cNvSpPr>
          <p:nvPr>
            <p:ph type="body" idx="1"/>
          </p:nvPr>
        </p:nvSpPr>
        <p:spPr>
          <a:xfrm>
            <a:off x="417513" y="1589576"/>
            <a:ext cx="7011987" cy="1500187"/>
          </a:xfrm>
        </p:spPr>
        <p:txBody>
          <a:bodyPr anchor="t"/>
          <a:lstStyle>
            <a:lvl1pPr marL="0" indent="0" algn="l">
              <a:buNone/>
              <a:defRPr sz="1500">
                <a:solidFill>
                  <a:schemeClr val="accent6"/>
                </a:solidFill>
              </a:defRPr>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t>Click to edit Master text styles</a:t>
            </a:r>
          </a:p>
        </p:txBody>
      </p:sp>
      <p:pic>
        <p:nvPicPr>
          <p:cNvPr id="7" name="Picture 6" descr="Logo, company name&#10;&#10;Description automatically generated">
            <a:extLst>
              <a:ext uri="{FF2B5EF4-FFF2-40B4-BE49-F238E27FC236}">
                <a16:creationId xmlns:a16="http://schemas.microsoft.com/office/drawing/2014/main" id="{FCDEFE03-E507-9264-8C2B-2E78DD2EA1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86244" y="229077"/>
            <a:ext cx="941024" cy="1260000"/>
          </a:xfrm>
          <a:prstGeom prst="rect">
            <a:avLst/>
          </a:prstGeom>
        </p:spPr>
      </p:pic>
    </p:spTree>
    <p:extLst>
      <p:ext uri="{BB962C8B-B14F-4D97-AF65-F5344CB8AC3E}">
        <p14:creationId xmlns:p14="http://schemas.microsoft.com/office/powerpoint/2010/main" val="2008693539"/>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2" name="Picture 10" descr="APU Logo Final-medium.jpg">
            <a:extLst>
              <a:ext uri="{FF2B5EF4-FFF2-40B4-BE49-F238E27FC236}">
                <a16:creationId xmlns:a16="http://schemas.microsoft.com/office/drawing/2014/main" id="{383451EB-63F4-DFF6-8522-1522FB643F03}"/>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8334000" y="0"/>
            <a:ext cx="81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6">
            <a:extLst>
              <a:ext uri="{FF2B5EF4-FFF2-40B4-BE49-F238E27FC236}">
                <a16:creationId xmlns:a16="http://schemas.microsoft.com/office/drawing/2014/main" id="{98F54A5F-F810-96A4-5910-A7F80EDAE683}"/>
              </a:ext>
            </a:extLst>
          </p:cNvPr>
          <p:cNvSpPr>
            <a:spLocks noGrp="1" noChangeArrowheads="1"/>
          </p:cNvSpPr>
          <p:nvPr>
            <p:ph type="title"/>
          </p:nvPr>
        </p:nvSpPr>
        <p:spPr bwMode="auto">
          <a:xfrm>
            <a:off x="221514" y="274638"/>
            <a:ext cx="784303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GB" altLang="en-US" dirty="0"/>
          </a:p>
        </p:txBody>
      </p:sp>
    </p:spTree>
    <p:extLst>
      <p:ext uri="{BB962C8B-B14F-4D97-AF65-F5344CB8AC3E}">
        <p14:creationId xmlns:p14="http://schemas.microsoft.com/office/powerpoint/2010/main" val="19573482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1_Title and Content">
    <p:bg>
      <p:bgPr>
        <a:solidFill>
          <a:srgbClr val="001B4D"/>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6">
            <a:extLst>
              <a:ext uri="{FF2B5EF4-FFF2-40B4-BE49-F238E27FC236}">
                <a16:creationId xmlns:a16="http://schemas.microsoft.com/office/drawing/2014/main" id="{98F54A5F-F810-96A4-5910-A7F80EDAE683}"/>
              </a:ext>
            </a:extLst>
          </p:cNvPr>
          <p:cNvSpPr>
            <a:spLocks noGrp="1" noChangeArrowheads="1"/>
          </p:cNvSpPr>
          <p:nvPr>
            <p:ph type="title"/>
          </p:nvPr>
        </p:nvSpPr>
        <p:spPr bwMode="auto">
          <a:xfrm>
            <a:off x="221514" y="274638"/>
            <a:ext cx="784303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a:solidFill>
                  <a:schemeClr val="accent5"/>
                </a:solidFill>
              </a:defRPr>
            </a:lvl1pPr>
          </a:lstStyle>
          <a:p>
            <a:pPr lvl="0"/>
            <a:r>
              <a:rPr lang="en-US" altLang="en-US"/>
              <a:t>Click to edit Master title style</a:t>
            </a:r>
            <a:endParaRPr lang="en-GB" altLang="en-US" dirty="0"/>
          </a:p>
        </p:txBody>
      </p:sp>
      <p:pic>
        <p:nvPicPr>
          <p:cNvPr id="5" name="Picture 4" descr="Logo, company name&#10;&#10;Description automatically generated">
            <a:extLst>
              <a:ext uri="{FF2B5EF4-FFF2-40B4-BE49-F238E27FC236}">
                <a16:creationId xmlns:a16="http://schemas.microsoft.com/office/drawing/2014/main" id="{8F68BB6B-7571-DB8A-80FB-F7C3AD2610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64195" y="27044"/>
            <a:ext cx="732884" cy="981307"/>
          </a:xfrm>
          <a:prstGeom prst="rect">
            <a:avLst/>
          </a:prstGeom>
        </p:spPr>
      </p:pic>
    </p:spTree>
    <p:extLst>
      <p:ext uri="{BB962C8B-B14F-4D97-AF65-F5344CB8AC3E}">
        <p14:creationId xmlns:p14="http://schemas.microsoft.com/office/powerpoint/2010/main" val="3471337938"/>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pic>
        <p:nvPicPr>
          <p:cNvPr id="3" name="Picture 10" descr="APU Logo Final-medium.jpg">
            <a:extLst>
              <a:ext uri="{FF2B5EF4-FFF2-40B4-BE49-F238E27FC236}">
                <a16:creationId xmlns:a16="http://schemas.microsoft.com/office/drawing/2014/main" id="{D43B7469-696D-D5B3-7497-03AB7CFB3F90}"/>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8334000" y="0"/>
            <a:ext cx="81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6">
            <a:extLst>
              <a:ext uri="{FF2B5EF4-FFF2-40B4-BE49-F238E27FC236}">
                <a16:creationId xmlns:a16="http://schemas.microsoft.com/office/drawing/2014/main" id="{BBB11AA0-4CFB-DDD2-980D-D195C9DD8A43}"/>
              </a:ext>
            </a:extLst>
          </p:cNvPr>
          <p:cNvSpPr>
            <a:spLocks noGrp="1" noChangeArrowheads="1"/>
          </p:cNvSpPr>
          <p:nvPr>
            <p:ph type="title"/>
          </p:nvPr>
        </p:nvSpPr>
        <p:spPr bwMode="auto">
          <a:xfrm>
            <a:off x="221514" y="274638"/>
            <a:ext cx="784303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GB" altLang="en-US" dirty="0"/>
          </a:p>
        </p:txBody>
      </p:sp>
    </p:spTree>
    <p:extLst>
      <p:ext uri="{BB962C8B-B14F-4D97-AF65-F5344CB8AC3E}">
        <p14:creationId xmlns:p14="http://schemas.microsoft.com/office/powerpoint/2010/main" val="27715919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1_Title Only">
    <p:bg>
      <p:bgPr>
        <a:solidFill>
          <a:srgbClr val="001B4D"/>
        </a:solidFill>
        <a:effectLst/>
      </p:bgPr>
    </p:bg>
    <p:spTree>
      <p:nvGrpSpPr>
        <p:cNvPr id="1" name=""/>
        <p:cNvGrpSpPr/>
        <p:nvPr/>
      </p:nvGrpSpPr>
      <p:grpSpPr>
        <a:xfrm>
          <a:off x="0" y="0"/>
          <a:ext cx="0" cy="0"/>
          <a:chOff x="0" y="0"/>
          <a:chExt cx="0" cy="0"/>
        </a:xfrm>
      </p:grpSpPr>
      <p:sp>
        <p:nvSpPr>
          <p:cNvPr id="6" name="Rectangle 6">
            <a:extLst>
              <a:ext uri="{FF2B5EF4-FFF2-40B4-BE49-F238E27FC236}">
                <a16:creationId xmlns:a16="http://schemas.microsoft.com/office/drawing/2014/main" id="{BBB11AA0-4CFB-DDD2-980D-D195C9DD8A43}"/>
              </a:ext>
            </a:extLst>
          </p:cNvPr>
          <p:cNvSpPr>
            <a:spLocks noGrp="1" noChangeArrowheads="1"/>
          </p:cNvSpPr>
          <p:nvPr>
            <p:ph type="title"/>
          </p:nvPr>
        </p:nvSpPr>
        <p:spPr bwMode="auto">
          <a:xfrm>
            <a:off x="221514" y="274638"/>
            <a:ext cx="7843030" cy="1143000"/>
          </a:xfrm>
          <a:prstGeom prst="rect">
            <a:avLst/>
          </a:prstGeom>
          <a:noFill/>
          <a:ln>
            <a:noFill/>
          </a:ln>
        </p:spPr>
        <p:txBody>
          <a:bodyPr vert="horz" wrap="square" lIns="91440" tIns="45720" rIns="91440" bIns="45720" numCol="1" anchor="ctr" anchorCtr="0" compatLnSpc="1">
            <a:prstTxWarp prst="textNoShape">
              <a:avLst/>
            </a:prstTxWarp>
          </a:bodyPr>
          <a:lstStyle>
            <a:lvl1pPr>
              <a:defRPr>
                <a:solidFill>
                  <a:schemeClr val="accent5"/>
                </a:solidFill>
              </a:defRPr>
            </a:lvl1pPr>
          </a:lstStyle>
          <a:p>
            <a:pPr lvl="0"/>
            <a:r>
              <a:rPr lang="en-US" altLang="en-US"/>
              <a:t>Click to edit Master title style</a:t>
            </a:r>
            <a:endParaRPr lang="en-GB" altLang="en-US" dirty="0"/>
          </a:p>
        </p:txBody>
      </p:sp>
      <p:pic>
        <p:nvPicPr>
          <p:cNvPr id="2" name="Picture 1" descr="Logo, company name&#10;&#10;Description automatically generated">
            <a:extLst>
              <a:ext uri="{FF2B5EF4-FFF2-40B4-BE49-F238E27FC236}">
                <a16:creationId xmlns:a16="http://schemas.microsoft.com/office/drawing/2014/main" id="{163C07D3-0112-1601-B752-FDBF091DDE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64195" y="27044"/>
            <a:ext cx="732884" cy="981307"/>
          </a:xfrm>
          <a:prstGeom prst="rect">
            <a:avLst/>
          </a:prstGeom>
        </p:spPr>
      </p:pic>
    </p:spTree>
    <p:extLst>
      <p:ext uri="{BB962C8B-B14F-4D97-AF65-F5344CB8AC3E}">
        <p14:creationId xmlns:p14="http://schemas.microsoft.com/office/powerpoint/2010/main" val="53097028"/>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21514" y="1697038"/>
            <a:ext cx="4038600" cy="452596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78363" y="1697038"/>
            <a:ext cx="4038600" cy="452596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6" name="Picture 10" descr="APU Logo Final-medium.jpg">
            <a:extLst>
              <a:ext uri="{FF2B5EF4-FFF2-40B4-BE49-F238E27FC236}">
                <a16:creationId xmlns:a16="http://schemas.microsoft.com/office/drawing/2014/main" id="{0802BECB-EBD7-EAF2-F449-AA70E280397A}"/>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8334000" y="0"/>
            <a:ext cx="81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6">
            <a:extLst>
              <a:ext uri="{FF2B5EF4-FFF2-40B4-BE49-F238E27FC236}">
                <a16:creationId xmlns:a16="http://schemas.microsoft.com/office/drawing/2014/main" id="{4980A499-972D-DEC1-0CDD-C8C7AF006334}"/>
              </a:ext>
            </a:extLst>
          </p:cNvPr>
          <p:cNvSpPr>
            <a:spLocks noGrp="1" noChangeArrowheads="1"/>
          </p:cNvSpPr>
          <p:nvPr>
            <p:ph type="title"/>
          </p:nvPr>
        </p:nvSpPr>
        <p:spPr bwMode="auto">
          <a:xfrm>
            <a:off x="221514" y="274638"/>
            <a:ext cx="784303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GB" altLang="en-US" dirty="0"/>
          </a:p>
        </p:txBody>
      </p:sp>
    </p:spTree>
    <p:extLst>
      <p:ext uri="{BB962C8B-B14F-4D97-AF65-F5344CB8AC3E}">
        <p14:creationId xmlns:p14="http://schemas.microsoft.com/office/powerpoint/2010/main" val="40112160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_Two Content">
    <p:bg>
      <p:bgPr>
        <a:solidFill>
          <a:srgbClr val="001B4D"/>
        </a:solidFill>
        <a:effectLst/>
      </p:bgPr>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21514" y="1697038"/>
            <a:ext cx="4038600" cy="4525962"/>
          </a:xfrm>
        </p:spPr>
        <p:txBody>
          <a:bodyPr/>
          <a:lstStyle>
            <a:lvl1pPr>
              <a:defRPr sz="2100">
                <a:solidFill>
                  <a:schemeClr val="bg1"/>
                </a:solidFill>
              </a:defRPr>
            </a:lvl1pPr>
            <a:lvl2pPr>
              <a:defRPr sz="1800">
                <a:solidFill>
                  <a:schemeClr val="bg1"/>
                </a:solidFill>
              </a:defRPr>
            </a:lvl2pPr>
            <a:lvl3pPr>
              <a:defRPr sz="1500">
                <a:solidFill>
                  <a:schemeClr val="bg1"/>
                </a:solidFill>
              </a:defRPr>
            </a:lvl3pPr>
            <a:lvl4pPr>
              <a:defRPr sz="1350">
                <a:solidFill>
                  <a:schemeClr val="bg1"/>
                </a:solidFill>
              </a:defRPr>
            </a:lvl4pPr>
            <a:lvl5pPr>
              <a:defRPr sz="1350">
                <a:solidFill>
                  <a:schemeClr val="bg1"/>
                </a:solidFill>
              </a:defRPr>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78363" y="1697038"/>
            <a:ext cx="4038600" cy="4525962"/>
          </a:xfrm>
        </p:spPr>
        <p:txBody>
          <a:bodyPr/>
          <a:lstStyle>
            <a:lvl1pPr>
              <a:defRPr sz="2100">
                <a:solidFill>
                  <a:schemeClr val="bg1"/>
                </a:solidFill>
              </a:defRPr>
            </a:lvl1pPr>
            <a:lvl2pPr>
              <a:defRPr sz="1800">
                <a:solidFill>
                  <a:schemeClr val="bg1"/>
                </a:solidFill>
              </a:defRPr>
            </a:lvl2pPr>
            <a:lvl3pPr>
              <a:defRPr sz="1500">
                <a:solidFill>
                  <a:schemeClr val="bg1"/>
                </a:solidFill>
              </a:defRPr>
            </a:lvl3pPr>
            <a:lvl4pPr>
              <a:defRPr sz="1350">
                <a:solidFill>
                  <a:schemeClr val="bg1"/>
                </a:solidFill>
              </a:defRPr>
            </a:lvl4pPr>
            <a:lvl5pPr>
              <a:defRPr sz="1350">
                <a:solidFill>
                  <a:schemeClr val="bg1"/>
                </a:solidFill>
              </a:defRPr>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Rectangle 6">
            <a:extLst>
              <a:ext uri="{FF2B5EF4-FFF2-40B4-BE49-F238E27FC236}">
                <a16:creationId xmlns:a16="http://schemas.microsoft.com/office/drawing/2014/main" id="{4980A499-972D-DEC1-0CDD-C8C7AF006334}"/>
              </a:ext>
            </a:extLst>
          </p:cNvPr>
          <p:cNvSpPr>
            <a:spLocks noGrp="1" noChangeArrowheads="1"/>
          </p:cNvSpPr>
          <p:nvPr>
            <p:ph type="title"/>
          </p:nvPr>
        </p:nvSpPr>
        <p:spPr bwMode="auto">
          <a:xfrm>
            <a:off x="221514" y="274638"/>
            <a:ext cx="784303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a:solidFill>
                  <a:schemeClr val="accent5"/>
                </a:solidFill>
              </a:defRPr>
            </a:lvl1pPr>
          </a:lstStyle>
          <a:p>
            <a:pPr lvl="0"/>
            <a:r>
              <a:rPr lang="en-US" altLang="en-US"/>
              <a:t>Click to edit Master title style</a:t>
            </a:r>
            <a:endParaRPr lang="en-GB" altLang="en-US" dirty="0"/>
          </a:p>
        </p:txBody>
      </p:sp>
      <p:pic>
        <p:nvPicPr>
          <p:cNvPr id="2" name="Picture 1" descr="Logo, company name&#10;&#10;Description automatically generated">
            <a:extLst>
              <a:ext uri="{FF2B5EF4-FFF2-40B4-BE49-F238E27FC236}">
                <a16:creationId xmlns:a16="http://schemas.microsoft.com/office/drawing/2014/main" id="{9CBCAFAD-0874-A920-E7D5-68A99F5090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64195" y="27044"/>
            <a:ext cx="732884" cy="981307"/>
          </a:xfrm>
          <a:prstGeom prst="rect">
            <a:avLst/>
          </a:prstGeom>
        </p:spPr>
      </p:pic>
    </p:spTree>
    <p:extLst>
      <p:ext uri="{BB962C8B-B14F-4D97-AF65-F5344CB8AC3E}">
        <p14:creationId xmlns:p14="http://schemas.microsoft.com/office/powerpoint/2010/main" val="2748363444"/>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21514" y="1535113"/>
            <a:ext cx="4275874" cy="639762"/>
          </a:xfrm>
        </p:spPr>
        <p:txBody>
          <a:bodyPr anchor="b"/>
          <a:lstStyle>
            <a:lvl1pPr marL="0" indent="0">
              <a:buNone/>
              <a:defRPr sz="18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221514" y="2174875"/>
            <a:ext cx="4275874" cy="3951288"/>
          </a:xfrm>
        </p:spPr>
        <p:txBody>
          <a:bodyPr/>
          <a:lstStyle>
            <a:lvl1pPr>
              <a:defRPr sz="1800">
                <a:solidFill>
                  <a:schemeClr val="tx1"/>
                </a:solidFill>
              </a:defRPr>
            </a:lvl1pPr>
            <a:lvl2pPr>
              <a:defRPr sz="1500">
                <a:solidFill>
                  <a:schemeClr val="tx1"/>
                </a:solidFill>
              </a:defRPr>
            </a:lvl2pPr>
            <a:lvl3pPr>
              <a:defRPr sz="1350">
                <a:solidFill>
                  <a:schemeClr val="tx1"/>
                </a:solidFill>
              </a:defRPr>
            </a:lvl3pPr>
            <a:lvl4pPr>
              <a:defRPr sz="1200">
                <a:solidFill>
                  <a:schemeClr val="tx1"/>
                </a:solidFill>
              </a:defRPr>
            </a:lvl4pPr>
            <a:lvl5pPr>
              <a:defRPr sz="1200">
                <a:solidFill>
                  <a:schemeClr val="tx1"/>
                </a:solidFill>
              </a:defRPr>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18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1800">
                <a:solidFill>
                  <a:schemeClr val="tx1"/>
                </a:solidFill>
              </a:defRPr>
            </a:lvl1pPr>
            <a:lvl2pPr>
              <a:defRPr sz="1500">
                <a:solidFill>
                  <a:schemeClr val="tx1"/>
                </a:solidFill>
              </a:defRPr>
            </a:lvl2pPr>
            <a:lvl3pPr>
              <a:defRPr sz="1350">
                <a:solidFill>
                  <a:schemeClr val="tx1"/>
                </a:solidFill>
              </a:defRPr>
            </a:lvl3pPr>
            <a:lvl4pPr>
              <a:defRPr sz="1200">
                <a:solidFill>
                  <a:schemeClr val="tx1"/>
                </a:solidFill>
              </a:defRPr>
            </a:lvl4pPr>
            <a:lvl5pPr>
              <a:defRPr sz="1200">
                <a:solidFill>
                  <a:schemeClr val="tx1"/>
                </a:solidFill>
              </a:defRPr>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Rectangle 6">
            <a:extLst>
              <a:ext uri="{FF2B5EF4-FFF2-40B4-BE49-F238E27FC236}">
                <a16:creationId xmlns:a16="http://schemas.microsoft.com/office/drawing/2014/main" id="{212DAC53-88F1-5536-6538-48E550FD8C78}"/>
              </a:ext>
            </a:extLst>
          </p:cNvPr>
          <p:cNvSpPr>
            <a:spLocks noGrp="1" noChangeArrowheads="1"/>
          </p:cNvSpPr>
          <p:nvPr>
            <p:ph type="title"/>
          </p:nvPr>
        </p:nvSpPr>
        <p:spPr bwMode="auto">
          <a:xfrm>
            <a:off x="221514" y="274638"/>
            <a:ext cx="784303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GB" altLang="en-US" dirty="0"/>
          </a:p>
        </p:txBody>
      </p:sp>
      <p:pic>
        <p:nvPicPr>
          <p:cNvPr id="2" name="Picture 10" descr="APU Logo Final-medium.jpg">
            <a:extLst>
              <a:ext uri="{FF2B5EF4-FFF2-40B4-BE49-F238E27FC236}">
                <a16:creationId xmlns:a16="http://schemas.microsoft.com/office/drawing/2014/main" id="{59460E12-C28F-6F47-C8AD-1B01DC7DB164}"/>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8334000" y="0"/>
            <a:ext cx="81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4223074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1_Comparison">
    <p:bg>
      <p:bgPr>
        <a:solidFill>
          <a:srgbClr val="001B4D"/>
        </a:solid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21514" y="1535113"/>
            <a:ext cx="4275874" cy="639762"/>
          </a:xfrm>
        </p:spPr>
        <p:txBody>
          <a:bodyPr anchor="b"/>
          <a:lstStyle>
            <a:lvl1pPr marL="0" indent="0">
              <a:buNone/>
              <a:defRPr sz="1800" b="1">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221514" y="2174875"/>
            <a:ext cx="4275874" cy="3951288"/>
          </a:xfrm>
        </p:spPr>
        <p:txBody>
          <a:bodyPr/>
          <a:lstStyle>
            <a:lvl1pPr>
              <a:defRPr sz="1800">
                <a:solidFill>
                  <a:schemeClr val="bg1"/>
                </a:solidFill>
              </a:defRPr>
            </a:lvl1pPr>
            <a:lvl2pPr>
              <a:defRPr sz="1500">
                <a:solidFill>
                  <a:schemeClr val="bg1"/>
                </a:solidFill>
              </a:defRPr>
            </a:lvl2pPr>
            <a:lvl3pPr>
              <a:defRPr sz="1350">
                <a:solidFill>
                  <a:schemeClr val="bg1"/>
                </a:solidFill>
              </a:defRPr>
            </a:lvl3pPr>
            <a:lvl4pPr>
              <a:defRPr sz="1200">
                <a:solidFill>
                  <a:schemeClr val="bg1"/>
                </a:solidFill>
              </a:defRPr>
            </a:lvl4pPr>
            <a:lvl5pPr>
              <a:defRPr sz="1200">
                <a:solidFill>
                  <a:schemeClr val="bg1"/>
                </a:solidFill>
              </a:defRPr>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1800" b="1">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1800">
                <a:solidFill>
                  <a:schemeClr val="bg1"/>
                </a:solidFill>
              </a:defRPr>
            </a:lvl1pPr>
            <a:lvl2pPr>
              <a:defRPr sz="1500">
                <a:solidFill>
                  <a:schemeClr val="bg1"/>
                </a:solidFill>
              </a:defRPr>
            </a:lvl2pPr>
            <a:lvl3pPr>
              <a:defRPr sz="1350">
                <a:solidFill>
                  <a:schemeClr val="bg1"/>
                </a:solidFill>
              </a:defRPr>
            </a:lvl3pPr>
            <a:lvl4pPr>
              <a:defRPr sz="1200">
                <a:solidFill>
                  <a:schemeClr val="bg1"/>
                </a:solidFill>
              </a:defRPr>
            </a:lvl4pPr>
            <a:lvl5pPr>
              <a:defRPr sz="1200">
                <a:solidFill>
                  <a:schemeClr val="bg1"/>
                </a:solidFill>
              </a:defRPr>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Rectangle 6">
            <a:extLst>
              <a:ext uri="{FF2B5EF4-FFF2-40B4-BE49-F238E27FC236}">
                <a16:creationId xmlns:a16="http://schemas.microsoft.com/office/drawing/2014/main" id="{212DAC53-88F1-5536-6538-48E550FD8C78}"/>
              </a:ext>
            </a:extLst>
          </p:cNvPr>
          <p:cNvSpPr>
            <a:spLocks noGrp="1" noChangeArrowheads="1"/>
          </p:cNvSpPr>
          <p:nvPr>
            <p:ph type="title"/>
          </p:nvPr>
        </p:nvSpPr>
        <p:spPr bwMode="auto">
          <a:xfrm>
            <a:off x="221514" y="274638"/>
            <a:ext cx="784303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a:solidFill>
                  <a:schemeClr val="accent5"/>
                </a:solidFill>
              </a:defRPr>
            </a:lvl1pPr>
          </a:lstStyle>
          <a:p>
            <a:pPr lvl="0"/>
            <a:r>
              <a:rPr lang="en-US" altLang="en-US"/>
              <a:t>Click to edit Master title style</a:t>
            </a:r>
            <a:endParaRPr lang="en-GB" altLang="en-US" dirty="0"/>
          </a:p>
        </p:txBody>
      </p:sp>
      <p:pic>
        <p:nvPicPr>
          <p:cNvPr id="2" name="Picture 1" descr="Logo, company name&#10;&#10;Description automatically generated">
            <a:extLst>
              <a:ext uri="{FF2B5EF4-FFF2-40B4-BE49-F238E27FC236}">
                <a16:creationId xmlns:a16="http://schemas.microsoft.com/office/drawing/2014/main" id="{C7C10021-D30B-49A3-9775-E4B0180588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64195" y="27044"/>
            <a:ext cx="732884" cy="981307"/>
          </a:xfrm>
          <a:prstGeom prst="rect">
            <a:avLst/>
          </a:prstGeom>
        </p:spPr>
      </p:pic>
    </p:spTree>
    <p:extLst>
      <p:ext uri="{BB962C8B-B14F-4D97-AF65-F5344CB8AC3E}">
        <p14:creationId xmlns:p14="http://schemas.microsoft.com/office/powerpoint/2010/main" val="2374749672"/>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2_Blank">
    <p:bg>
      <p:bgPr>
        <a:solidFill>
          <a:srgbClr val="001B4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60109619"/>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92071180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pic>
        <p:nvPicPr>
          <p:cNvPr id="2" name="Picture 10" descr="APU Logo Final-medium.jpg">
            <a:extLst>
              <a:ext uri="{FF2B5EF4-FFF2-40B4-BE49-F238E27FC236}">
                <a16:creationId xmlns:a16="http://schemas.microsoft.com/office/drawing/2014/main" id="{131C5456-E521-C7D4-FB88-68A63787FD4F}"/>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8334000" y="0"/>
            <a:ext cx="81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02873900"/>
      </p:ext>
    </p:extLst>
  </p:cSld>
  <p:clrMapOvr>
    <a:masterClrMapping/>
  </p:clrMapOvr>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3_Blank">
    <p:bg>
      <p:bgPr>
        <a:solidFill>
          <a:srgbClr val="001B4D"/>
        </a:solidFill>
        <a:effectLst/>
      </p:bgPr>
    </p:bg>
    <p:spTree>
      <p:nvGrpSpPr>
        <p:cNvPr id="1" name=""/>
        <p:cNvGrpSpPr/>
        <p:nvPr/>
      </p:nvGrpSpPr>
      <p:grpSpPr>
        <a:xfrm>
          <a:off x="0" y="0"/>
          <a:ext cx="0" cy="0"/>
          <a:chOff x="0" y="0"/>
          <a:chExt cx="0" cy="0"/>
        </a:xfrm>
      </p:grpSpPr>
      <p:pic>
        <p:nvPicPr>
          <p:cNvPr id="3" name="Picture 2" descr="Logo, company name&#10;&#10;Description automatically generated">
            <a:extLst>
              <a:ext uri="{FF2B5EF4-FFF2-40B4-BE49-F238E27FC236}">
                <a16:creationId xmlns:a16="http://schemas.microsoft.com/office/drawing/2014/main" id="{04DC0352-F5ED-1918-1F8A-8B80BB6E8C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64195" y="27044"/>
            <a:ext cx="732884" cy="981307"/>
          </a:xfrm>
          <a:prstGeom prst="rect">
            <a:avLst/>
          </a:prstGeom>
        </p:spPr>
      </p:pic>
    </p:spTree>
    <p:extLst>
      <p:ext uri="{BB962C8B-B14F-4D97-AF65-F5344CB8AC3E}">
        <p14:creationId xmlns:p14="http://schemas.microsoft.com/office/powerpoint/2010/main" val="790786647"/>
      </p:ext>
    </p:extLst>
  </p:cSld>
  <p:clrMapOvr>
    <a:masterClrMapping/>
  </p:clrMapOvr>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5050" y="273052"/>
            <a:ext cx="5111750" cy="5853113"/>
          </a:xfrm>
        </p:spPr>
        <p:txBody>
          <a:bodyPr/>
          <a:lstStyle>
            <a:lvl1pPr>
              <a:defRPr sz="2400">
                <a:solidFill>
                  <a:schemeClr val="tx2"/>
                </a:solidFill>
              </a:defRPr>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Text Placeholder 3"/>
          <p:cNvSpPr>
            <a:spLocks noGrp="1"/>
          </p:cNvSpPr>
          <p:nvPr>
            <p:ph type="body" sz="half" idx="2"/>
          </p:nvPr>
        </p:nvSpPr>
        <p:spPr>
          <a:xfrm>
            <a:off x="457201" y="1435102"/>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pic>
        <p:nvPicPr>
          <p:cNvPr id="2" name="Picture 10" descr="APU Logo Final-medium.jpg">
            <a:extLst>
              <a:ext uri="{FF2B5EF4-FFF2-40B4-BE49-F238E27FC236}">
                <a16:creationId xmlns:a16="http://schemas.microsoft.com/office/drawing/2014/main" id="{AA1C13FB-D1A7-194E-A332-391C492A0CF5}"/>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0" y="0"/>
            <a:ext cx="81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77243496"/>
      </p:ext>
    </p:extLst>
  </p:cSld>
  <p:clrMapOvr>
    <a:masterClrMapping/>
  </p:clrMapOvr>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1_Content with Caption">
    <p:bg>
      <p:bgPr>
        <a:solidFill>
          <a:srgbClr val="001B4D"/>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5050" y="273052"/>
            <a:ext cx="5111750" cy="5853113"/>
          </a:xfrm>
        </p:spPr>
        <p:txBody>
          <a:bodyPr/>
          <a:lstStyle>
            <a:lvl1pPr>
              <a:defRPr sz="2400">
                <a:solidFill>
                  <a:schemeClr val="accent5"/>
                </a:solidFill>
              </a:defRPr>
            </a:lvl1pPr>
            <a:lvl2pPr>
              <a:defRPr sz="2100">
                <a:solidFill>
                  <a:schemeClr val="bg1"/>
                </a:solidFill>
              </a:defRPr>
            </a:lvl2pPr>
            <a:lvl3pPr>
              <a:defRPr sz="1800">
                <a:solidFill>
                  <a:schemeClr val="bg1"/>
                </a:solidFill>
              </a:defRPr>
            </a:lvl3pPr>
            <a:lvl4pPr>
              <a:defRPr sz="1500">
                <a:solidFill>
                  <a:schemeClr val="bg1"/>
                </a:solidFill>
              </a:defRPr>
            </a:lvl4pPr>
            <a:lvl5pPr>
              <a:defRPr sz="1500">
                <a:solidFill>
                  <a:schemeClr val="bg1"/>
                </a:solidFill>
              </a:defRPr>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Text Placeholder 3"/>
          <p:cNvSpPr>
            <a:spLocks noGrp="1"/>
          </p:cNvSpPr>
          <p:nvPr>
            <p:ph type="body" sz="half" idx="2"/>
          </p:nvPr>
        </p:nvSpPr>
        <p:spPr>
          <a:xfrm>
            <a:off x="457201" y="1435102"/>
            <a:ext cx="3008313" cy="4691063"/>
          </a:xfrm>
        </p:spPr>
        <p:txBody>
          <a:bodyPr/>
          <a:lstStyle>
            <a:lvl1pPr marL="0" indent="0">
              <a:buNone/>
              <a:defRPr sz="1050">
                <a:solidFill>
                  <a:schemeClr val="bg2"/>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pic>
        <p:nvPicPr>
          <p:cNvPr id="2" name="Picture 1" descr="Logo, company name&#10;&#10;Description automatically generated">
            <a:extLst>
              <a:ext uri="{FF2B5EF4-FFF2-40B4-BE49-F238E27FC236}">
                <a16:creationId xmlns:a16="http://schemas.microsoft.com/office/drawing/2014/main" id="{C3D40C30-8297-E054-688C-7A1636F331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558" y="27044"/>
            <a:ext cx="732884" cy="981307"/>
          </a:xfrm>
          <a:prstGeom prst="rect">
            <a:avLst/>
          </a:prstGeom>
        </p:spPr>
      </p:pic>
    </p:spTree>
    <p:extLst>
      <p:ext uri="{BB962C8B-B14F-4D97-AF65-F5344CB8AC3E}">
        <p14:creationId xmlns:p14="http://schemas.microsoft.com/office/powerpoint/2010/main" val="490319600"/>
      </p:ext>
    </p:extLst>
  </p:cSld>
  <p:clrMapOvr>
    <a:masterClrMapping/>
  </p:clrMapOvr>
  <p:hf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15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a:solidFill>
            <a:schemeClr val="bg1">
              <a:lumMod val="95000"/>
            </a:schemeClr>
          </a:solidFill>
        </p:spPr>
        <p:txBody>
          <a:bodyPr/>
          <a:lstStyle>
            <a:lvl1pPr marL="0" indent="0">
              <a:buNone/>
              <a:defRPr sz="15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US" noProof="0"/>
              <a:t>Click icon to add picture</a:t>
            </a:r>
            <a:endParaRPr lang="en-GB"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pic>
        <p:nvPicPr>
          <p:cNvPr id="5" name="Picture 10" descr="APU Logo Final-medium.jpg">
            <a:extLst>
              <a:ext uri="{FF2B5EF4-FFF2-40B4-BE49-F238E27FC236}">
                <a16:creationId xmlns:a16="http://schemas.microsoft.com/office/drawing/2014/main" id="{53C3B966-D4E4-30D5-4A13-103486C2EBAD}"/>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8334000" y="0"/>
            <a:ext cx="81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5093701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5_Picture with Caption">
    <p:bg>
      <p:bgPr>
        <a:solidFill>
          <a:srgbClr val="001B4D"/>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1500" b="1">
                <a:solidFill>
                  <a:schemeClr val="accent5"/>
                </a:solidFill>
              </a:defRPr>
            </a:lvl1pPr>
          </a:lstStyle>
          <a:p>
            <a:r>
              <a:rPr lang="en-US"/>
              <a:t>Click to edit Master title style</a:t>
            </a:r>
            <a:endParaRPr lang="en-GB" dirty="0"/>
          </a:p>
        </p:txBody>
      </p:sp>
      <p:sp>
        <p:nvSpPr>
          <p:cNvPr id="3" name="Picture Placeholder 2"/>
          <p:cNvSpPr>
            <a:spLocks noGrp="1"/>
          </p:cNvSpPr>
          <p:nvPr>
            <p:ph type="pic" idx="1"/>
          </p:nvPr>
        </p:nvSpPr>
        <p:spPr>
          <a:xfrm>
            <a:off x="1792288" y="612775"/>
            <a:ext cx="5486400" cy="4114800"/>
          </a:xfrm>
          <a:solidFill>
            <a:schemeClr val="bg1">
              <a:lumMod val="95000"/>
            </a:schemeClr>
          </a:solidFill>
        </p:spPr>
        <p:txBody>
          <a:bodyPr/>
          <a:lstStyle>
            <a:lvl1pPr marL="0" indent="0">
              <a:buNone/>
              <a:defRPr sz="15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US" noProof="0"/>
              <a:t>Click icon to add picture</a:t>
            </a:r>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050">
                <a:solidFill>
                  <a:schemeClr val="bg1"/>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pic>
        <p:nvPicPr>
          <p:cNvPr id="5" name="Picture 4" descr="Logo, company name&#10;&#10;Description automatically generated">
            <a:extLst>
              <a:ext uri="{FF2B5EF4-FFF2-40B4-BE49-F238E27FC236}">
                <a16:creationId xmlns:a16="http://schemas.microsoft.com/office/drawing/2014/main" id="{88157A30-7FA7-829E-6D9C-4DCC0CDCA7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64195" y="27044"/>
            <a:ext cx="732884" cy="981307"/>
          </a:xfrm>
          <a:prstGeom prst="rect">
            <a:avLst/>
          </a:prstGeom>
        </p:spPr>
      </p:pic>
    </p:spTree>
    <p:extLst>
      <p:ext uri="{BB962C8B-B14F-4D97-AF65-F5344CB8AC3E}">
        <p14:creationId xmlns:p14="http://schemas.microsoft.com/office/powerpoint/2010/main" val="656294656"/>
      </p:ext>
    </p:extLst>
  </p:cSld>
  <p:clrMapOvr>
    <a:masterClrMapping/>
  </p:clrMapOvr>
  <p:hf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1_Picture with Caption">
    <p:bg>
      <p:bgPr>
        <a:solidFill>
          <a:schemeClr val="bg1"/>
        </a:solidFill>
        <a:effectLst/>
      </p:bgPr>
    </p:bg>
    <p:spTree>
      <p:nvGrpSpPr>
        <p:cNvPr id="1" name=""/>
        <p:cNvGrpSpPr/>
        <p:nvPr/>
      </p:nvGrpSpPr>
      <p:grpSpPr>
        <a:xfrm>
          <a:off x="0" y="0"/>
          <a:ext cx="0" cy="0"/>
          <a:chOff x="0" y="0"/>
          <a:chExt cx="0" cy="0"/>
        </a:xfrm>
      </p:grpSpPr>
      <p:sp>
        <p:nvSpPr>
          <p:cNvPr id="5" name="Picture Placeholder 6">
            <a:extLst>
              <a:ext uri="{FF2B5EF4-FFF2-40B4-BE49-F238E27FC236}">
                <a16:creationId xmlns:a16="http://schemas.microsoft.com/office/drawing/2014/main" id="{AED5BC53-2816-4210-4970-4FC239BFDB5F}"/>
              </a:ext>
            </a:extLst>
          </p:cNvPr>
          <p:cNvSpPr>
            <a:spLocks noGrp="1"/>
          </p:cNvSpPr>
          <p:nvPr>
            <p:ph type="pic" sz="quarter" idx="10"/>
          </p:nvPr>
        </p:nvSpPr>
        <p:spPr>
          <a:xfrm>
            <a:off x="0" y="1192213"/>
            <a:ext cx="9144000" cy="2824162"/>
          </a:xfrm>
          <a:solidFill>
            <a:schemeClr val="bg1">
              <a:lumMod val="95000"/>
            </a:schemeClr>
          </a:solidFill>
        </p:spPr>
        <p:txBody>
          <a:bodyPr/>
          <a:lstStyle>
            <a:lvl1pPr>
              <a:defRPr sz="1500"/>
            </a:lvl1pPr>
          </a:lstStyle>
          <a:p>
            <a:r>
              <a:rPr lang="en-US"/>
              <a:t>Click icon to add picture</a:t>
            </a:r>
            <a:endParaRPr lang="en-MY" dirty="0"/>
          </a:p>
        </p:txBody>
      </p:sp>
      <p:sp>
        <p:nvSpPr>
          <p:cNvPr id="2" name="Text Placeholder 3">
            <a:extLst>
              <a:ext uri="{FF2B5EF4-FFF2-40B4-BE49-F238E27FC236}">
                <a16:creationId xmlns:a16="http://schemas.microsoft.com/office/drawing/2014/main" id="{84F7A2FB-3692-7374-ECE6-3DDD8A007D21}"/>
              </a:ext>
            </a:extLst>
          </p:cNvPr>
          <p:cNvSpPr>
            <a:spLocks noGrp="1"/>
          </p:cNvSpPr>
          <p:nvPr>
            <p:ph type="body" sz="half" idx="2"/>
          </p:nvPr>
        </p:nvSpPr>
        <p:spPr>
          <a:xfrm>
            <a:off x="205033" y="4213782"/>
            <a:ext cx="8717438" cy="1958419"/>
          </a:xfrm>
        </p:spPr>
        <p:txBody>
          <a:bodyPr/>
          <a:lstStyle>
            <a:lvl1pPr marL="0" indent="0">
              <a:buNone/>
              <a:defRPr sz="1050">
                <a:solidFill>
                  <a:schemeClr val="tx1"/>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pic>
        <p:nvPicPr>
          <p:cNvPr id="3" name="Picture 10" descr="APU Logo Final-medium.jpg">
            <a:extLst>
              <a:ext uri="{FF2B5EF4-FFF2-40B4-BE49-F238E27FC236}">
                <a16:creationId xmlns:a16="http://schemas.microsoft.com/office/drawing/2014/main" id="{82C331B9-CEE5-20AD-DD62-DCC7F9E24364}"/>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8334000" y="0"/>
            <a:ext cx="81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21911958"/>
      </p:ext>
    </p:extLst>
  </p:cSld>
  <p:clrMapOvr>
    <a:masterClrMapping/>
  </p:clrMapOvr>
  <p:hf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7_Picture with Caption">
    <p:bg>
      <p:bgPr>
        <a:solidFill>
          <a:srgbClr val="001B4D"/>
        </a:solidFill>
        <a:effectLst/>
      </p:bgPr>
    </p:bg>
    <p:spTree>
      <p:nvGrpSpPr>
        <p:cNvPr id="1" name=""/>
        <p:cNvGrpSpPr/>
        <p:nvPr/>
      </p:nvGrpSpPr>
      <p:grpSpPr>
        <a:xfrm>
          <a:off x="0" y="0"/>
          <a:ext cx="0" cy="0"/>
          <a:chOff x="0" y="0"/>
          <a:chExt cx="0" cy="0"/>
        </a:xfrm>
      </p:grpSpPr>
      <p:sp>
        <p:nvSpPr>
          <p:cNvPr id="5" name="Picture Placeholder 6">
            <a:extLst>
              <a:ext uri="{FF2B5EF4-FFF2-40B4-BE49-F238E27FC236}">
                <a16:creationId xmlns:a16="http://schemas.microsoft.com/office/drawing/2014/main" id="{AED5BC53-2816-4210-4970-4FC239BFDB5F}"/>
              </a:ext>
            </a:extLst>
          </p:cNvPr>
          <p:cNvSpPr>
            <a:spLocks noGrp="1"/>
          </p:cNvSpPr>
          <p:nvPr>
            <p:ph type="pic" sz="quarter" idx="10"/>
          </p:nvPr>
        </p:nvSpPr>
        <p:spPr>
          <a:xfrm>
            <a:off x="0" y="1192213"/>
            <a:ext cx="9144000" cy="2824162"/>
          </a:xfrm>
          <a:solidFill>
            <a:schemeClr val="bg1">
              <a:lumMod val="95000"/>
            </a:schemeClr>
          </a:solidFill>
        </p:spPr>
        <p:txBody>
          <a:bodyPr/>
          <a:lstStyle>
            <a:lvl1pPr>
              <a:defRPr sz="1500"/>
            </a:lvl1pPr>
          </a:lstStyle>
          <a:p>
            <a:r>
              <a:rPr lang="en-US"/>
              <a:t>Click icon to add picture</a:t>
            </a:r>
            <a:endParaRPr lang="en-MY" dirty="0"/>
          </a:p>
        </p:txBody>
      </p:sp>
      <p:sp>
        <p:nvSpPr>
          <p:cNvPr id="2" name="Text Placeholder 3">
            <a:extLst>
              <a:ext uri="{FF2B5EF4-FFF2-40B4-BE49-F238E27FC236}">
                <a16:creationId xmlns:a16="http://schemas.microsoft.com/office/drawing/2014/main" id="{40F80C67-7C47-1046-B1B1-5649F52F2ADD}"/>
              </a:ext>
            </a:extLst>
          </p:cNvPr>
          <p:cNvSpPr>
            <a:spLocks noGrp="1"/>
          </p:cNvSpPr>
          <p:nvPr>
            <p:ph type="body" sz="half" idx="2"/>
          </p:nvPr>
        </p:nvSpPr>
        <p:spPr>
          <a:xfrm>
            <a:off x="205033" y="4213782"/>
            <a:ext cx="8717438" cy="1958419"/>
          </a:xfrm>
        </p:spPr>
        <p:txBody>
          <a:bodyPr/>
          <a:lstStyle>
            <a:lvl1pPr marL="0" indent="0">
              <a:buNone/>
              <a:defRPr sz="1050">
                <a:solidFill>
                  <a:schemeClr val="bg2"/>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pic>
        <p:nvPicPr>
          <p:cNvPr id="3" name="Picture 2" descr="Logo, company name&#10;&#10;Description automatically generated">
            <a:extLst>
              <a:ext uri="{FF2B5EF4-FFF2-40B4-BE49-F238E27FC236}">
                <a16:creationId xmlns:a16="http://schemas.microsoft.com/office/drawing/2014/main" id="{ED178921-E6EB-89FB-1721-8D340F832C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64195" y="27044"/>
            <a:ext cx="732884" cy="981307"/>
          </a:xfrm>
          <a:prstGeom prst="rect">
            <a:avLst/>
          </a:prstGeom>
        </p:spPr>
      </p:pic>
    </p:spTree>
    <p:extLst>
      <p:ext uri="{BB962C8B-B14F-4D97-AF65-F5344CB8AC3E}">
        <p14:creationId xmlns:p14="http://schemas.microsoft.com/office/powerpoint/2010/main" val="247415952"/>
      </p:ext>
    </p:extLst>
  </p:cSld>
  <p:clrMapOvr>
    <a:masterClrMapping/>
  </p:clrMapOvr>
  <p:hf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10_Picture with Caption">
    <p:bg>
      <p:bgPr>
        <a:solidFill>
          <a:schemeClr val="bg1"/>
        </a:solidFill>
        <a:effectLst/>
      </p:bgPr>
    </p:bg>
    <p:spTree>
      <p:nvGrpSpPr>
        <p:cNvPr id="1" name=""/>
        <p:cNvGrpSpPr/>
        <p:nvPr/>
      </p:nvGrpSpPr>
      <p:grpSpPr>
        <a:xfrm>
          <a:off x="0" y="0"/>
          <a:ext cx="0" cy="0"/>
          <a:chOff x="0" y="0"/>
          <a:chExt cx="0" cy="0"/>
        </a:xfrm>
      </p:grpSpPr>
      <p:sp>
        <p:nvSpPr>
          <p:cNvPr id="2" name="Text Placeholder 3">
            <a:extLst>
              <a:ext uri="{FF2B5EF4-FFF2-40B4-BE49-F238E27FC236}">
                <a16:creationId xmlns:a16="http://schemas.microsoft.com/office/drawing/2014/main" id="{84F7A2FB-3692-7374-ECE6-3DDD8A007D21}"/>
              </a:ext>
            </a:extLst>
          </p:cNvPr>
          <p:cNvSpPr>
            <a:spLocks noGrp="1"/>
          </p:cNvSpPr>
          <p:nvPr>
            <p:ph type="body" sz="half" idx="2"/>
          </p:nvPr>
        </p:nvSpPr>
        <p:spPr>
          <a:xfrm>
            <a:off x="205033" y="1132115"/>
            <a:ext cx="8717438" cy="1654629"/>
          </a:xfrm>
        </p:spPr>
        <p:txBody>
          <a:bodyPr/>
          <a:lstStyle>
            <a:lvl1pPr marL="0" indent="0">
              <a:buNone/>
              <a:defRPr sz="1050">
                <a:solidFill>
                  <a:schemeClr val="tx1"/>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6" name="Picture Placeholder 13">
            <a:extLst>
              <a:ext uri="{FF2B5EF4-FFF2-40B4-BE49-F238E27FC236}">
                <a16:creationId xmlns:a16="http://schemas.microsoft.com/office/drawing/2014/main" id="{0E2C0782-CF15-D587-F209-76A369475B0A}"/>
              </a:ext>
            </a:extLst>
          </p:cNvPr>
          <p:cNvSpPr>
            <a:spLocks noGrp="1"/>
          </p:cNvSpPr>
          <p:nvPr>
            <p:ph type="pic" sz="quarter" idx="16"/>
          </p:nvPr>
        </p:nvSpPr>
        <p:spPr>
          <a:xfrm>
            <a:off x="0" y="3091544"/>
            <a:ext cx="4572000" cy="3413665"/>
          </a:xfrm>
          <a:prstGeom prst="rect">
            <a:avLst/>
          </a:prstGeom>
          <a:effectLst/>
        </p:spPr>
        <p:txBody>
          <a:bodyPr>
            <a:normAutofit/>
          </a:bodyPr>
          <a:lstStyle>
            <a:lvl1pPr marL="0" indent="0">
              <a:buNone/>
              <a:defRPr sz="1500" b="0" i="0">
                <a:ln>
                  <a:noFill/>
                </a:ln>
                <a:solidFill>
                  <a:schemeClr val="bg1">
                    <a:lumMod val="85000"/>
                  </a:schemeClr>
                </a:solidFill>
                <a:latin typeface="+mj-lt"/>
                <a:ea typeface="Poppins Light" charset="0"/>
                <a:cs typeface="Poppins Light" charset="0"/>
              </a:defRPr>
            </a:lvl1pPr>
          </a:lstStyle>
          <a:p>
            <a:r>
              <a:rPr lang="en-US"/>
              <a:t>Click icon to add picture</a:t>
            </a:r>
            <a:endParaRPr lang="en-US" dirty="0"/>
          </a:p>
        </p:txBody>
      </p:sp>
      <p:sp>
        <p:nvSpPr>
          <p:cNvPr id="7" name="Picture Placeholder 13">
            <a:extLst>
              <a:ext uri="{FF2B5EF4-FFF2-40B4-BE49-F238E27FC236}">
                <a16:creationId xmlns:a16="http://schemas.microsoft.com/office/drawing/2014/main" id="{117C0E03-AD57-26BD-EFAD-135B4185F34C}"/>
              </a:ext>
            </a:extLst>
          </p:cNvPr>
          <p:cNvSpPr>
            <a:spLocks noGrp="1"/>
          </p:cNvSpPr>
          <p:nvPr>
            <p:ph type="pic" sz="quarter" idx="17"/>
          </p:nvPr>
        </p:nvSpPr>
        <p:spPr>
          <a:xfrm>
            <a:off x="4572000" y="3091544"/>
            <a:ext cx="4572000" cy="3413665"/>
          </a:xfrm>
          <a:prstGeom prst="rect">
            <a:avLst/>
          </a:prstGeom>
          <a:effectLst/>
        </p:spPr>
        <p:txBody>
          <a:bodyPr>
            <a:normAutofit/>
          </a:bodyPr>
          <a:lstStyle>
            <a:lvl1pPr marL="0" indent="0">
              <a:buNone/>
              <a:defRPr sz="1500" b="0" i="0">
                <a:ln>
                  <a:noFill/>
                </a:ln>
                <a:solidFill>
                  <a:schemeClr val="bg1">
                    <a:lumMod val="85000"/>
                  </a:schemeClr>
                </a:solidFill>
                <a:latin typeface="+mj-lt"/>
                <a:ea typeface="Poppins Light" charset="0"/>
                <a:cs typeface="Poppins Light" charset="0"/>
              </a:defRPr>
            </a:lvl1pPr>
          </a:lstStyle>
          <a:p>
            <a:r>
              <a:rPr lang="en-US"/>
              <a:t>Click icon to add picture</a:t>
            </a:r>
            <a:endParaRPr lang="en-US" dirty="0"/>
          </a:p>
        </p:txBody>
      </p:sp>
      <p:pic>
        <p:nvPicPr>
          <p:cNvPr id="8" name="Picture 10" descr="APU Logo Final-medium.jpg">
            <a:extLst>
              <a:ext uri="{FF2B5EF4-FFF2-40B4-BE49-F238E27FC236}">
                <a16:creationId xmlns:a16="http://schemas.microsoft.com/office/drawing/2014/main" id="{9186F32B-2E23-EAE7-28F5-E2FCF5E3DFC4}"/>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8334000" y="0"/>
            <a:ext cx="81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80403955"/>
      </p:ext>
    </p:extLst>
  </p:cSld>
  <p:clrMapOvr>
    <a:masterClrMapping/>
  </p:clrMapOvr>
  <p:hf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11_Picture with Caption">
    <p:bg>
      <p:bgPr>
        <a:solidFill>
          <a:srgbClr val="001B4D"/>
        </a:solidFill>
        <a:effectLst/>
      </p:bgPr>
    </p:bg>
    <p:spTree>
      <p:nvGrpSpPr>
        <p:cNvPr id="1" name=""/>
        <p:cNvGrpSpPr/>
        <p:nvPr/>
      </p:nvGrpSpPr>
      <p:grpSpPr>
        <a:xfrm>
          <a:off x="0" y="0"/>
          <a:ext cx="0" cy="0"/>
          <a:chOff x="0" y="0"/>
          <a:chExt cx="0" cy="0"/>
        </a:xfrm>
      </p:grpSpPr>
      <p:sp>
        <p:nvSpPr>
          <p:cNvPr id="2" name="Text Placeholder 3">
            <a:extLst>
              <a:ext uri="{FF2B5EF4-FFF2-40B4-BE49-F238E27FC236}">
                <a16:creationId xmlns:a16="http://schemas.microsoft.com/office/drawing/2014/main" id="{84F7A2FB-3692-7374-ECE6-3DDD8A007D21}"/>
              </a:ext>
            </a:extLst>
          </p:cNvPr>
          <p:cNvSpPr>
            <a:spLocks noGrp="1"/>
          </p:cNvSpPr>
          <p:nvPr>
            <p:ph type="body" sz="half" idx="2"/>
          </p:nvPr>
        </p:nvSpPr>
        <p:spPr>
          <a:xfrm>
            <a:off x="205033" y="1132115"/>
            <a:ext cx="8717438" cy="1654629"/>
          </a:xfrm>
        </p:spPr>
        <p:txBody>
          <a:bodyPr/>
          <a:lstStyle>
            <a:lvl1pPr marL="0" indent="0">
              <a:buNone/>
              <a:defRPr sz="1050">
                <a:solidFill>
                  <a:schemeClr val="bg2"/>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6" name="Picture Placeholder 13">
            <a:extLst>
              <a:ext uri="{FF2B5EF4-FFF2-40B4-BE49-F238E27FC236}">
                <a16:creationId xmlns:a16="http://schemas.microsoft.com/office/drawing/2014/main" id="{0E2C0782-CF15-D587-F209-76A369475B0A}"/>
              </a:ext>
            </a:extLst>
          </p:cNvPr>
          <p:cNvSpPr>
            <a:spLocks noGrp="1"/>
          </p:cNvSpPr>
          <p:nvPr>
            <p:ph type="pic" sz="quarter" idx="16"/>
          </p:nvPr>
        </p:nvSpPr>
        <p:spPr>
          <a:xfrm>
            <a:off x="0" y="3091544"/>
            <a:ext cx="4572000" cy="3413665"/>
          </a:xfrm>
          <a:prstGeom prst="rect">
            <a:avLst/>
          </a:prstGeom>
          <a:effectLst/>
        </p:spPr>
        <p:txBody>
          <a:bodyPr>
            <a:normAutofit/>
          </a:bodyPr>
          <a:lstStyle>
            <a:lvl1pPr marL="0" indent="0">
              <a:buNone/>
              <a:defRPr sz="1500" b="0" i="0">
                <a:ln>
                  <a:noFill/>
                </a:ln>
                <a:solidFill>
                  <a:schemeClr val="bg1">
                    <a:lumMod val="85000"/>
                  </a:schemeClr>
                </a:solidFill>
                <a:latin typeface="+mj-lt"/>
                <a:ea typeface="Poppins Light" charset="0"/>
                <a:cs typeface="Poppins Light" charset="0"/>
              </a:defRPr>
            </a:lvl1pPr>
          </a:lstStyle>
          <a:p>
            <a:r>
              <a:rPr lang="en-US"/>
              <a:t>Click icon to add picture</a:t>
            </a:r>
            <a:endParaRPr lang="en-US" dirty="0"/>
          </a:p>
        </p:txBody>
      </p:sp>
      <p:sp>
        <p:nvSpPr>
          <p:cNvPr id="7" name="Picture Placeholder 13">
            <a:extLst>
              <a:ext uri="{FF2B5EF4-FFF2-40B4-BE49-F238E27FC236}">
                <a16:creationId xmlns:a16="http://schemas.microsoft.com/office/drawing/2014/main" id="{117C0E03-AD57-26BD-EFAD-135B4185F34C}"/>
              </a:ext>
            </a:extLst>
          </p:cNvPr>
          <p:cNvSpPr>
            <a:spLocks noGrp="1"/>
          </p:cNvSpPr>
          <p:nvPr>
            <p:ph type="pic" sz="quarter" idx="17"/>
          </p:nvPr>
        </p:nvSpPr>
        <p:spPr>
          <a:xfrm>
            <a:off x="4572000" y="3091544"/>
            <a:ext cx="4572000" cy="3413665"/>
          </a:xfrm>
          <a:prstGeom prst="rect">
            <a:avLst/>
          </a:prstGeom>
          <a:effectLst/>
        </p:spPr>
        <p:txBody>
          <a:bodyPr>
            <a:normAutofit/>
          </a:bodyPr>
          <a:lstStyle>
            <a:lvl1pPr marL="0" indent="0">
              <a:buNone/>
              <a:defRPr sz="1500" b="0" i="0">
                <a:ln>
                  <a:noFill/>
                </a:ln>
                <a:solidFill>
                  <a:schemeClr val="bg1">
                    <a:lumMod val="85000"/>
                  </a:schemeClr>
                </a:solidFill>
                <a:latin typeface="+mj-lt"/>
                <a:ea typeface="Poppins Light" charset="0"/>
                <a:cs typeface="Poppins Light" charset="0"/>
              </a:defRPr>
            </a:lvl1pPr>
          </a:lstStyle>
          <a:p>
            <a:r>
              <a:rPr lang="en-US"/>
              <a:t>Click icon to add picture</a:t>
            </a:r>
            <a:endParaRPr lang="en-US" dirty="0"/>
          </a:p>
        </p:txBody>
      </p:sp>
      <p:pic>
        <p:nvPicPr>
          <p:cNvPr id="3" name="Picture 2" descr="Logo, company name&#10;&#10;Description automatically generated">
            <a:extLst>
              <a:ext uri="{FF2B5EF4-FFF2-40B4-BE49-F238E27FC236}">
                <a16:creationId xmlns:a16="http://schemas.microsoft.com/office/drawing/2014/main" id="{10178BF3-0C44-7F6F-9A93-FAD4F3ED2C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64195" y="27044"/>
            <a:ext cx="732884" cy="981307"/>
          </a:xfrm>
          <a:prstGeom prst="rect">
            <a:avLst/>
          </a:prstGeom>
        </p:spPr>
      </p:pic>
    </p:spTree>
    <p:extLst>
      <p:ext uri="{BB962C8B-B14F-4D97-AF65-F5344CB8AC3E}">
        <p14:creationId xmlns:p14="http://schemas.microsoft.com/office/powerpoint/2010/main" val="1180004755"/>
      </p:ext>
    </p:extLst>
  </p:cSld>
  <p:clrMapOvr>
    <a:masterClrMapping/>
  </p:clrMapOvr>
  <p:hf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6_Picture with Caption">
    <p:bg>
      <p:bgPr>
        <a:solidFill>
          <a:schemeClr val="bg1"/>
        </a:solidFill>
        <a:effectLst/>
      </p:bgPr>
    </p:bg>
    <p:spTree>
      <p:nvGrpSpPr>
        <p:cNvPr id="1" name=""/>
        <p:cNvGrpSpPr/>
        <p:nvPr/>
      </p:nvGrpSpPr>
      <p:grpSpPr>
        <a:xfrm>
          <a:off x="0" y="0"/>
          <a:ext cx="0" cy="0"/>
          <a:chOff x="0" y="0"/>
          <a:chExt cx="0" cy="0"/>
        </a:xfrm>
      </p:grpSpPr>
      <p:sp>
        <p:nvSpPr>
          <p:cNvPr id="13" name="Picture Placeholder 2">
            <a:extLst>
              <a:ext uri="{FF2B5EF4-FFF2-40B4-BE49-F238E27FC236}">
                <a16:creationId xmlns:a16="http://schemas.microsoft.com/office/drawing/2014/main" id="{90AFE7E0-13D0-FC56-5802-BC4E161A01B7}"/>
              </a:ext>
            </a:extLst>
          </p:cNvPr>
          <p:cNvSpPr>
            <a:spLocks noGrp="1"/>
          </p:cNvSpPr>
          <p:nvPr>
            <p:ph type="pic" sz="quarter" idx="10"/>
          </p:nvPr>
        </p:nvSpPr>
        <p:spPr>
          <a:xfrm>
            <a:off x="466725" y="1600200"/>
            <a:ext cx="1371601" cy="1828800"/>
          </a:xfrm>
          <a:solidFill>
            <a:schemeClr val="bg1">
              <a:lumMod val="95000"/>
            </a:schemeClr>
          </a:solidFill>
        </p:spPr>
        <p:txBody>
          <a:bodyPr/>
          <a:lstStyle>
            <a:lvl1pPr>
              <a:defRPr sz="1125"/>
            </a:lvl1pPr>
          </a:lstStyle>
          <a:p>
            <a:r>
              <a:rPr lang="en-US"/>
              <a:t>Click icon to add picture</a:t>
            </a:r>
          </a:p>
        </p:txBody>
      </p:sp>
      <p:sp>
        <p:nvSpPr>
          <p:cNvPr id="14" name="Picture Placeholder 2">
            <a:extLst>
              <a:ext uri="{FF2B5EF4-FFF2-40B4-BE49-F238E27FC236}">
                <a16:creationId xmlns:a16="http://schemas.microsoft.com/office/drawing/2014/main" id="{85E21580-F245-B670-F787-BF63FAB4B46D}"/>
              </a:ext>
            </a:extLst>
          </p:cNvPr>
          <p:cNvSpPr>
            <a:spLocks noGrp="1"/>
          </p:cNvSpPr>
          <p:nvPr>
            <p:ph type="pic" sz="quarter" idx="11"/>
          </p:nvPr>
        </p:nvSpPr>
        <p:spPr>
          <a:xfrm>
            <a:off x="2168129" y="1600200"/>
            <a:ext cx="1371601" cy="1828800"/>
          </a:xfrm>
          <a:solidFill>
            <a:schemeClr val="bg1">
              <a:lumMod val="95000"/>
            </a:schemeClr>
          </a:solidFill>
        </p:spPr>
        <p:txBody>
          <a:bodyPr/>
          <a:lstStyle>
            <a:lvl1pPr>
              <a:defRPr sz="1125"/>
            </a:lvl1pPr>
          </a:lstStyle>
          <a:p>
            <a:r>
              <a:rPr lang="en-US"/>
              <a:t>Click icon to add picture</a:t>
            </a:r>
          </a:p>
        </p:txBody>
      </p:sp>
      <p:sp>
        <p:nvSpPr>
          <p:cNvPr id="15" name="Picture Placeholder 2">
            <a:extLst>
              <a:ext uri="{FF2B5EF4-FFF2-40B4-BE49-F238E27FC236}">
                <a16:creationId xmlns:a16="http://schemas.microsoft.com/office/drawing/2014/main" id="{7B93E3A1-F86B-5848-E0D8-9B910D2CF8DA}"/>
              </a:ext>
            </a:extLst>
          </p:cNvPr>
          <p:cNvSpPr>
            <a:spLocks noGrp="1"/>
          </p:cNvSpPr>
          <p:nvPr>
            <p:ph type="pic" sz="quarter" idx="12"/>
          </p:nvPr>
        </p:nvSpPr>
        <p:spPr>
          <a:xfrm>
            <a:off x="3869532" y="1600200"/>
            <a:ext cx="1371601" cy="1828800"/>
          </a:xfrm>
          <a:solidFill>
            <a:schemeClr val="bg1">
              <a:lumMod val="95000"/>
            </a:schemeClr>
          </a:solidFill>
        </p:spPr>
        <p:txBody>
          <a:bodyPr/>
          <a:lstStyle>
            <a:lvl1pPr>
              <a:defRPr sz="1125"/>
            </a:lvl1pPr>
          </a:lstStyle>
          <a:p>
            <a:r>
              <a:rPr lang="en-US"/>
              <a:t>Click icon to add picture</a:t>
            </a:r>
          </a:p>
        </p:txBody>
      </p:sp>
      <p:sp>
        <p:nvSpPr>
          <p:cNvPr id="16" name="Picture Placeholder 2">
            <a:extLst>
              <a:ext uri="{FF2B5EF4-FFF2-40B4-BE49-F238E27FC236}">
                <a16:creationId xmlns:a16="http://schemas.microsoft.com/office/drawing/2014/main" id="{E1A60634-D380-05B9-A200-4BC09F63215A}"/>
              </a:ext>
            </a:extLst>
          </p:cNvPr>
          <p:cNvSpPr>
            <a:spLocks noGrp="1"/>
          </p:cNvSpPr>
          <p:nvPr>
            <p:ph type="pic" sz="quarter" idx="13"/>
          </p:nvPr>
        </p:nvSpPr>
        <p:spPr>
          <a:xfrm>
            <a:off x="5570936" y="1600200"/>
            <a:ext cx="1371601" cy="1828800"/>
          </a:xfrm>
          <a:solidFill>
            <a:schemeClr val="bg1">
              <a:lumMod val="95000"/>
            </a:schemeClr>
          </a:solidFill>
        </p:spPr>
        <p:txBody>
          <a:bodyPr/>
          <a:lstStyle>
            <a:lvl1pPr>
              <a:defRPr sz="1125"/>
            </a:lvl1pPr>
          </a:lstStyle>
          <a:p>
            <a:r>
              <a:rPr lang="en-US"/>
              <a:t>Click icon to add picture</a:t>
            </a:r>
            <a:endParaRPr lang="en-US" dirty="0"/>
          </a:p>
        </p:txBody>
      </p:sp>
      <p:sp>
        <p:nvSpPr>
          <p:cNvPr id="17" name="Picture Placeholder 2">
            <a:extLst>
              <a:ext uri="{FF2B5EF4-FFF2-40B4-BE49-F238E27FC236}">
                <a16:creationId xmlns:a16="http://schemas.microsoft.com/office/drawing/2014/main" id="{FB27992A-9435-FF68-91D5-AB177C86FC73}"/>
              </a:ext>
            </a:extLst>
          </p:cNvPr>
          <p:cNvSpPr>
            <a:spLocks noGrp="1"/>
          </p:cNvSpPr>
          <p:nvPr>
            <p:ph type="pic" sz="quarter" idx="14"/>
          </p:nvPr>
        </p:nvSpPr>
        <p:spPr>
          <a:xfrm>
            <a:off x="7272339" y="1600200"/>
            <a:ext cx="1371601" cy="1828800"/>
          </a:xfrm>
          <a:solidFill>
            <a:schemeClr val="bg1">
              <a:lumMod val="95000"/>
            </a:schemeClr>
          </a:solidFill>
        </p:spPr>
        <p:txBody>
          <a:bodyPr/>
          <a:lstStyle>
            <a:lvl1pPr>
              <a:defRPr sz="1125"/>
            </a:lvl1pPr>
          </a:lstStyle>
          <a:p>
            <a:r>
              <a:rPr lang="en-US"/>
              <a:t>Click icon to add picture</a:t>
            </a:r>
          </a:p>
        </p:txBody>
      </p:sp>
      <p:sp>
        <p:nvSpPr>
          <p:cNvPr id="23" name="Picture Placeholder 2">
            <a:extLst>
              <a:ext uri="{FF2B5EF4-FFF2-40B4-BE49-F238E27FC236}">
                <a16:creationId xmlns:a16="http://schemas.microsoft.com/office/drawing/2014/main" id="{F1E11ABA-2F6F-AD00-6622-96402AE8B6A8}"/>
              </a:ext>
            </a:extLst>
          </p:cNvPr>
          <p:cNvSpPr>
            <a:spLocks noGrp="1"/>
          </p:cNvSpPr>
          <p:nvPr>
            <p:ph type="pic" sz="quarter" idx="15"/>
          </p:nvPr>
        </p:nvSpPr>
        <p:spPr>
          <a:xfrm>
            <a:off x="466725" y="3752850"/>
            <a:ext cx="1371601" cy="1828800"/>
          </a:xfrm>
          <a:solidFill>
            <a:schemeClr val="bg1">
              <a:lumMod val="95000"/>
            </a:schemeClr>
          </a:solidFill>
        </p:spPr>
        <p:txBody>
          <a:bodyPr/>
          <a:lstStyle>
            <a:lvl1pPr>
              <a:defRPr sz="1125"/>
            </a:lvl1pPr>
          </a:lstStyle>
          <a:p>
            <a:r>
              <a:rPr lang="en-US"/>
              <a:t>Click icon to add picture</a:t>
            </a:r>
          </a:p>
        </p:txBody>
      </p:sp>
      <p:sp>
        <p:nvSpPr>
          <p:cNvPr id="24" name="Picture Placeholder 2">
            <a:extLst>
              <a:ext uri="{FF2B5EF4-FFF2-40B4-BE49-F238E27FC236}">
                <a16:creationId xmlns:a16="http://schemas.microsoft.com/office/drawing/2014/main" id="{E9A3798F-F75E-B413-49AE-B6F4D96322FF}"/>
              </a:ext>
            </a:extLst>
          </p:cNvPr>
          <p:cNvSpPr>
            <a:spLocks noGrp="1"/>
          </p:cNvSpPr>
          <p:nvPr>
            <p:ph type="pic" sz="quarter" idx="16"/>
          </p:nvPr>
        </p:nvSpPr>
        <p:spPr>
          <a:xfrm>
            <a:off x="2168129" y="3752850"/>
            <a:ext cx="1371601" cy="1828800"/>
          </a:xfrm>
          <a:solidFill>
            <a:schemeClr val="bg1">
              <a:lumMod val="95000"/>
            </a:schemeClr>
          </a:solidFill>
        </p:spPr>
        <p:txBody>
          <a:bodyPr/>
          <a:lstStyle>
            <a:lvl1pPr>
              <a:defRPr sz="1125"/>
            </a:lvl1pPr>
          </a:lstStyle>
          <a:p>
            <a:r>
              <a:rPr lang="en-US"/>
              <a:t>Click icon to add picture</a:t>
            </a:r>
          </a:p>
        </p:txBody>
      </p:sp>
      <p:sp>
        <p:nvSpPr>
          <p:cNvPr id="25" name="Picture Placeholder 2">
            <a:extLst>
              <a:ext uri="{FF2B5EF4-FFF2-40B4-BE49-F238E27FC236}">
                <a16:creationId xmlns:a16="http://schemas.microsoft.com/office/drawing/2014/main" id="{614A16FD-3307-D7FB-6483-52A5C31098D0}"/>
              </a:ext>
            </a:extLst>
          </p:cNvPr>
          <p:cNvSpPr>
            <a:spLocks noGrp="1"/>
          </p:cNvSpPr>
          <p:nvPr>
            <p:ph type="pic" sz="quarter" idx="17"/>
          </p:nvPr>
        </p:nvSpPr>
        <p:spPr>
          <a:xfrm>
            <a:off x="3869532" y="3752850"/>
            <a:ext cx="1371601" cy="1828800"/>
          </a:xfrm>
          <a:solidFill>
            <a:schemeClr val="bg1">
              <a:lumMod val="95000"/>
            </a:schemeClr>
          </a:solidFill>
        </p:spPr>
        <p:txBody>
          <a:bodyPr/>
          <a:lstStyle>
            <a:lvl1pPr>
              <a:defRPr sz="1125"/>
            </a:lvl1pPr>
          </a:lstStyle>
          <a:p>
            <a:r>
              <a:rPr lang="en-US"/>
              <a:t>Click icon to add picture</a:t>
            </a:r>
          </a:p>
        </p:txBody>
      </p:sp>
      <p:sp>
        <p:nvSpPr>
          <p:cNvPr id="26" name="Picture Placeholder 2">
            <a:extLst>
              <a:ext uri="{FF2B5EF4-FFF2-40B4-BE49-F238E27FC236}">
                <a16:creationId xmlns:a16="http://schemas.microsoft.com/office/drawing/2014/main" id="{EEA5B065-0239-646D-0C09-0596844EF55C}"/>
              </a:ext>
            </a:extLst>
          </p:cNvPr>
          <p:cNvSpPr>
            <a:spLocks noGrp="1"/>
          </p:cNvSpPr>
          <p:nvPr>
            <p:ph type="pic" sz="quarter" idx="18"/>
          </p:nvPr>
        </p:nvSpPr>
        <p:spPr>
          <a:xfrm>
            <a:off x="5570936" y="3752850"/>
            <a:ext cx="1371601" cy="1828800"/>
          </a:xfrm>
          <a:solidFill>
            <a:schemeClr val="bg1">
              <a:lumMod val="95000"/>
            </a:schemeClr>
          </a:solidFill>
        </p:spPr>
        <p:txBody>
          <a:bodyPr/>
          <a:lstStyle>
            <a:lvl1pPr>
              <a:defRPr sz="1125"/>
            </a:lvl1pPr>
          </a:lstStyle>
          <a:p>
            <a:r>
              <a:rPr lang="en-US"/>
              <a:t>Click icon to add picture</a:t>
            </a:r>
          </a:p>
        </p:txBody>
      </p:sp>
      <p:sp>
        <p:nvSpPr>
          <p:cNvPr id="27" name="Picture Placeholder 2">
            <a:extLst>
              <a:ext uri="{FF2B5EF4-FFF2-40B4-BE49-F238E27FC236}">
                <a16:creationId xmlns:a16="http://schemas.microsoft.com/office/drawing/2014/main" id="{9972B1E5-9F94-B5C2-796B-D18122CA922A}"/>
              </a:ext>
            </a:extLst>
          </p:cNvPr>
          <p:cNvSpPr>
            <a:spLocks noGrp="1"/>
          </p:cNvSpPr>
          <p:nvPr>
            <p:ph type="pic" sz="quarter" idx="19"/>
          </p:nvPr>
        </p:nvSpPr>
        <p:spPr>
          <a:xfrm>
            <a:off x="7272339" y="3752850"/>
            <a:ext cx="1371601" cy="1828800"/>
          </a:xfrm>
          <a:solidFill>
            <a:schemeClr val="bg1">
              <a:lumMod val="95000"/>
            </a:schemeClr>
          </a:solidFill>
        </p:spPr>
        <p:txBody>
          <a:bodyPr/>
          <a:lstStyle>
            <a:lvl1pPr>
              <a:defRPr sz="1125"/>
            </a:lvl1pPr>
          </a:lstStyle>
          <a:p>
            <a:r>
              <a:rPr lang="en-US"/>
              <a:t>Click icon to add picture</a:t>
            </a:r>
          </a:p>
        </p:txBody>
      </p:sp>
      <p:pic>
        <p:nvPicPr>
          <p:cNvPr id="2" name="Picture 10" descr="APU Logo Final-medium.jpg">
            <a:extLst>
              <a:ext uri="{FF2B5EF4-FFF2-40B4-BE49-F238E27FC236}">
                <a16:creationId xmlns:a16="http://schemas.microsoft.com/office/drawing/2014/main" id="{60D7C342-4D59-30CD-6ECC-0731D5E44748}"/>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8334000" y="0"/>
            <a:ext cx="81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6">
            <a:extLst>
              <a:ext uri="{FF2B5EF4-FFF2-40B4-BE49-F238E27FC236}">
                <a16:creationId xmlns:a16="http://schemas.microsoft.com/office/drawing/2014/main" id="{C6F56718-5153-BA4C-1652-9EFB47DA6CB5}"/>
              </a:ext>
            </a:extLst>
          </p:cNvPr>
          <p:cNvSpPr>
            <a:spLocks noGrp="1" noChangeArrowheads="1"/>
          </p:cNvSpPr>
          <p:nvPr>
            <p:ph type="title"/>
          </p:nvPr>
        </p:nvSpPr>
        <p:spPr bwMode="auto">
          <a:xfrm>
            <a:off x="221514" y="274638"/>
            <a:ext cx="784303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a:solidFill>
                  <a:schemeClr val="tx2"/>
                </a:solidFill>
              </a:defRPr>
            </a:lvl1pPr>
          </a:lstStyle>
          <a:p>
            <a:pPr lvl="0"/>
            <a:r>
              <a:rPr lang="en-US" altLang="en-US"/>
              <a:t>Click to edit Master title style</a:t>
            </a:r>
            <a:endParaRPr lang="en-GB" altLang="en-US" dirty="0"/>
          </a:p>
        </p:txBody>
      </p:sp>
    </p:spTree>
    <p:extLst>
      <p:ext uri="{BB962C8B-B14F-4D97-AF65-F5344CB8AC3E}">
        <p14:creationId xmlns:p14="http://schemas.microsoft.com/office/powerpoint/2010/main" val="2663900819"/>
      </p:ext>
    </p:extLst>
  </p:cSld>
  <p:clrMapOvr>
    <a:masterClrMapping/>
  </p:clrMapOvr>
  <p:hf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3_Picture with Caption">
    <p:bg>
      <p:bgPr>
        <a:solidFill>
          <a:srgbClr val="001B4D"/>
        </a:solidFill>
        <a:effectLst/>
      </p:bgPr>
    </p:bg>
    <p:spTree>
      <p:nvGrpSpPr>
        <p:cNvPr id="1" name=""/>
        <p:cNvGrpSpPr/>
        <p:nvPr/>
      </p:nvGrpSpPr>
      <p:grpSpPr>
        <a:xfrm>
          <a:off x="0" y="0"/>
          <a:ext cx="0" cy="0"/>
          <a:chOff x="0" y="0"/>
          <a:chExt cx="0" cy="0"/>
        </a:xfrm>
      </p:grpSpPr>
      <p:sp>
        <p:nvSpPr>
          <p:cNvPr id="13" name="Picture Placeholder 2">
            <a:extLst>
              <a:ext uri="{FF2B5EF4-FFF2-40B4-BE49-F238E27FC236}">
                <a16:creationId xmlns:a16="http://schemas.microsoft.com/office/drawing/2014/main" id="{90AFE7E0-13D0-FC56-5802-BC4E161A01B7}"/>
              </a:ext>
            </a:extLst>
          </p:cNvPr>
          <p:cNvSpPr>
            <a:spLocks noGrp="1"/>
          </p:cNvSpPr>
          <p:nvPr>
            <p:ph type="pic" sz="quarter" idx="10"/>
          </p:nvPr>
        </p:nvSpPr>
        <p:spPr>
          <a:xfrm>
            <a:off x="466725" y="1600200"/>
            <a:ext cx="1371601" cy="1828800"/>
          </a:xfrm>
          <a:solidFill>
            <a:schemeClr val="bg1">
              <a:lumMod val="95000"/>
            </a:schemeClr>
          </a:solidFill>
        </p:spPr>
        <p:txBody>
          <a:bodyPr/>
          <a:lstStyle>
            <a:lvl1pPr>
              <a:defRPr sz="1125"/>
            </a:lvl1pPr>
          </a:lstStyle>
          <a:p>
            <a:r>
              <a:rPr lang="en-US"/>
              <a:t>Click icon to add picture</a:t>
            </a:r>
          </a:p>
        </p:txBody>
      </p:sp>
      <p:sp>
        <p:nvSpPr>
          <p:cNvPr id="14" name="Picture Placeholder 2">
            <a:extLst>
              <a:ext uri="{FF2B5EF4-FFF2-40B4-BE49-F238E27FC236}">
                <a16:creationId xmlns:a16="http://schemas.microsoft.com/office/drawing/2014/main" id="{85E21580-F245-B670-F787-BF63FAB4B46D}"/>
              </a:ext>
            </a:extLst>
          </p:cNvPr>
          <p:cNvSpPr>
            <a:spLocks noGrp="1"/>
          </p:cNvSpPr>
          <p:nvPr>
            <p:ph type="pic" sz="quarter" idx="11"/>
          </p:nvPr>
        </p:nvSpPr>
        <p:spPr>
          <a:xfrm>
            <a:off x="2168129" y="1600200"/>
            <a:ext cx="1371601" cy="1828800"/>
          </a:xfrm>
          <a:solidFill>
            <a:schemeClr val="bg1">
              <a:lumMod val="95000"/>
            </a:schemeClr>
          </a:solidFill>
        </p:spPr>
        <p:txBody>
          <a:bodyPr/>
          <a:lstStyle>
            <a:lvl1pPr>
              <a:defRPr sz="1125"/>
            </a:lvl1pPr>
          </a:lstStyle>
          <a:p>
            <a:r>
              <a:rPr lang="en-US"/>
              <a:t>Click icon to add picture</a:t>
            </a:r>
          </a:p>
        </p:txBody>
      </p:sp>
      <p:sp>
        <p:nvSpPr>
          <p:cNvPr id="15" name="Picture Placeholder 2">
            <a:extLst>
              <a:ext uri="{FF2B5EF4-FFF2-40B4-BE49-F238E27FC236}">
                <a16:creationId xmlns:a16="http://schemas.microsoft.com/office/drawing/2014/main" id="{7B93E3A1-F86B-5848-E0D8-9B910D2CF8DA}"/>
              </a:ext>
            </a:extLst>
          </p:cNvPr>
          <p:cNvSpPr>
            <a:spLocks noGrp="1"/>
          </p:cNvSpPr>
          <p:nvPr>
            <p:ph type="pic" sz="quarter" idx="12"/>
          </p:nvPr>
        </p:nvSpPr>
        <p:spPr>
          <a:xfrm>
            <a:off x="3869532" y="1600200"/>
            <a:ext cx="1371601" cy="1828800"/>
          </a:xfrm>
          <a:solidFill>
            <a:schemeClr val="bg1">
              <a:lumMod val="95000"/>
            </a:schemeClr>
          </a:solidFill>
        </p:spPr>
        <p:txBody>
          <a:bodyPr/>
          <a:lstStyle>
            <a:lvl1pPr>
              <a:defRPr sz="1125"/>
            </a:lvl1pPr>
          </a:lstStyle>
          <a:p>
            <a:r>
              <a:rPr lang="en-US"/>
              <a:t>Click icon to add picture</a:t>
            </a:r>
          </a:p>
        </p:txBody>
      </p:sp>
      <p:sp>
        <p:nvSpPr>
          <p:cNvPr id="16" name="Picture Placeholder 2">
            <a:extLst>
              <a:ext uri="{FF2B5EF4-FFF2-40B4-BE49-F238E27FC236}">
                <a16:creationId xmlns:a16="http://schemas.microsoft.com/office/drawing/2014/main" id="{E1A60634-D380-05B9-A200-4BC09F63215A}"/>
              </a:ext>
            </a:extLst>
          </p:cNvPr>
          <p:cNvSpPr>
            <a:spLocks noGrp="1"/>
          </p:cNvSpPr>
          <p:nvPr>
            <p:ph type="pic" sz="quarter" idx="13"/>
          </p:nvPr>
        </p:nvSpPr>
        <p:spPr>
          <a:xfrm>
            <a:off x="5570936" y="1600200"/>
            <a:ext cx="1371601" cy="1828800"/>
          </a:xfrm>
          <a:solidFill>
            <a:schemeClr val="bg1">
              <a:lumMod val="95000"/>
            </a:schemeClr>
          </a:solidFill>
        </p:spPr>
        <p:txBody>
          <a:bodyPr/>
          <a:lstStyle>
            <a:lvl1pPr>
              <a:defRPr sz="1125"/>
            </a:lvl1pPr>
          </a:lstStyle>
          <a:p>
            <a:r>
              <a:rPr lang="en-US"/>
              <a:t>Click icon to add picture</a:t>
            </a:r>
            <a:endParaRPr lang="en-US" dirty="0"/>
          </a:p>
        </p:txBody>
      </p:sp>
      <p:sp>
        <p:nvSpPr>
          <p:cNvPr id="17" name="Picture Placeholder 2">
            <a:extLst>
              <a:ext uri="{FF2B5EF4-FFF2-40B4-BE49-F238E27FC236}">
                <a16:creationId xmlns:a16="http://schemas.microsoft.com/office/drawing/2014/main" id="{FB27992A-9435-FF68-91D5-AB177C86FC73}"/>
              </a:ext>
            </a:extLst>
          </p:cNvPr>
          <p:cNvSpPr>
            <a:spLocks noGrp="1"/>
          </p:cNvSpPr>
          <p:nvPr>
            <p:ph type="pic" sz="quarter" idx="14"/>
          </p:nvPr>
        </p:nvSpPr>
        <p:spPr>
          <a:xfrm>
            <a:off x="7272339" y="1600200"/>
            <a:ext cx="1371601" cy="1828800"/>
          </a:xfrm>
          <a:solidFill>
            <a:schemeClr val="bg1">
              <a:lumMod val="95000"/>
            </a:schemeClr>
          </a:solidFill>
        </p:spPr>
        <p:txBody>
          <a:bodyPr/>
          <a:lstStyle>
            <a:lvl1pPr>
              <a:defRPr sz="1125"/>
            </a:lvl1pPr>
          </a:lstStyle>
          <a:p>
            <a:r>
              <a:rPr lang="en-US"/>
              <a:t>Click icon to add picture</a:t>
            </a:r>
          </a:p>
        </p:txBody>
      </p:sp>
      <p:sp>
        <p:nvSpPr>
          <p:cNvPr id="23" name="Picture Placeholder 2">
            <a:extLst>
              <a:ext uri="{FF2B5EF4-FFF2-40B4-BE49-F238E27FC236}">
                <a16:creationId xmlns:a16="http://schemas.microsoft.com/office/drawing/2014/main" id="{F1E11ABA-2F6F-AD00-6622-96402AE8B6A8}"/>
              </a:ext>
            </a:extLst>
          </p:cNvPr>
          <p:cNvSpPr>
            <a:spLocks noGrp="1"/>
          </p:cNvSpPr>
          <p:nvPr>
            <p:ph type="pic" sz="quarter" idx="15"/>
          </p:nvPr>
        </p:nvSpPr>
        <p:spPr>
          <a:xfrm>
            <a:off x="466725" y="3752850"/>
            <a:ext cx="1371601" cy="1828800"/>
          </a:xfrm>
          <a:solidFill>
            <a:schemeClr val="bg1">
              <a:lumMod val="95000"/>
            </a:schemeClr>
          </a:solidFill>
        </p:spPr>
        <p:txBody>
          <a:bodyPr/>
          <a:lstStyle>
            <a:lvl1pPr>
              <a:defRPr sz="1125"/>
            </a:lvl1pPr>
          </a:lstStyle>
          <a:p>
            <a:r>
              <a:rPr lang="en-US"/>
              <a:t>Click icon to add picture</a:t>
            </a:r>
          </a:p>
        </p:txBody>
      </p:sp>
      <p:sp>
        <p:nvSpPr>
          <p:cNvPr id="24" name="Picture Placeholder 2">
            <a:extLst>
              <a:ext uri="{FF2B5EF4-FFF2-40B4-BE49-F238E27FC236}">
                <a16:creationId xmlns:a16="http://schemas.microsoft.com/office/drawing/2014/main" id="{E9A3798F-F75E-B413-49AE-B6F4D96322FF}"/>
              </a:ext>
            </a:extLst>
          </p:cNvPr>
          <p:cNvSpPr>
            <a:spLocks noGrp="1"/>
          </p:cNvSpPr>
          <p:nvPr>
            <p:ph type="pic" sz="quarter" idx="16"/>
          </p:nvPr>
        </p:nvSpPr>
        <p:spPr>
          <a:xfrm>
            <a:off x="2168129" y="3752850"/>
            <a:ext cx="1371601" cy="1828800"/>
          </a:xfrm>
          <a:solidFill>
            <a:schemeClr val="bg1">
              <a:lumMod val="95000"/>
            </a:schemeClr>
          </a:solidFill>
        </p:spPr>
        <p:txBody>
          <a:bodyPr/>
          <a:lstStyle>
            <a:lvl1pPr>
              <a:defRPr sz="1125"/>
            </a:lvl1pPr>
          </a:lstStyle>
          <a:p>
            <a:r>
              <a:rPr lang="en-US"/>
              <a:t>Click icon to add picture</a:t>
            </a:r>
          </a:p>
        </p:txBody>
      </p:sp>
      <p:sp>
        <p:nvSpPr>
          <p:cNvPr id="25" name="Picture Placeholder 2">
            <a:extLst>
              <a:ext uri="{FF2B5EF4-FFF2-40B4-BE49-F238E27FC236}">
                <a16:creationId xmlns:a16="http://schemas.microsoft.com/office/drawing/2014/main" id="{614A16FD-3307-D7FB-6483-52A5C31098D0}"/>
              </a:ext>
            </a:extLst>
          </p:cNvPr>
          <p:cNvSpPr>
            <a:spLocks noGrp="1"/>
          </p:cNvSpPr>
          <p:nvPr>
            <p:ph type="pic" sz="quarter" idx="17"/>
          </p:nvPr>
        </p:nvSpPr>
        <p:spPr>
          <a:xfrm>
            <a:off x="3869532" y="3752850"/>
            <a:ext cx="1371601" cy="1828800"/>
          </a:xfrm>
          <a:solidFill>
            <a:schemeClr val="bg1">
              <a:lumMod val="95000"/>
            </a:schemeClr>
          </a:solidFill>
        </p:spPr>
        <p:txBody>
          <a:bodyPr/>
          <a:lstStyle>
            <a:lvl1pPr>
              <a:defRPr sz="1125"/>
            </a:lvl1pPr>
          </a:lstStyle>
          <a:p>
            <a:r>
              <a:rPr lang="en-US"/>
              <a:t>Click icon to add picture</a:t>
            </a:r>
          </a:p>
        </p:txBody>
      </p:sp>
      <p:sp>
        <p:nvSpPr>
          <p:cNvPr id="26" name="Picture Placeholder 2">
            <a:extLst>
              <a:ext uri="{FF2B5EF4-FFF2-40B4-BE49-F238E27FC236}">
                <a16:creationId xmlns:a16="http://schemas.microsoft.com/office/drawing/2014/main" id="{EEA5B065-0239-646D-0C09-0596844EF55C}"/>
              </a:ext>
            </a:extLst>
          </p:cNvPr>
          <p:cNvSpPr>
            <a:spLocks noGrp="1"/>
          </p:cNvSpPr>
          <p:nvPr>
            <p:ph type="pic" sz="quarter" idx="18"/>
          </p:nvPr>
        </p:nvSpPr>
        <p:spPr>
          <a:xfrm>
            <a:off x="5570936" y="3752850"/>
            <a:ext cx="1371601" cy="1828800"/>
          </a:xfrm>
          <a:solidFill>
            <a:schemeClr val="bg1">
              <a:lumMod val="95000"/>
            </a:schemeClr>
          </a:solidFill>
        </p:spPr>
        <p:txBody>
          <a:bodyPr/>
          <a:lstStyle>
            <a:lvl1pPr>
              <a:defRPr sz="1125"/>
            </a:lvl1pPr>
          </a:lstStyle>
          <a:p>
            <a:r>
              <a:rPr lang="en-US"/>
              <a:t>Click icon to add picture</a:t>
            </a:r>
          </a:p>
        </p:txBody>
      </p:sp>
      <p:sp>
        <p:nvSpPr>
          <p:cNvPr id="27" name="Picture Placeholder 2">
            <a:extLst>
              <a:ext uri="{FF2B5EF4-FFF2-40B4-BE49-F238E27FC236}">
                <a16:creationId xmlns:a16="http://schemas.microsoft.com/office/drawing/2014/main" id="{9972B1E5-9F94-B5C2-796B-D18122CA922A}"/>
              </a:ext>
            </a:extLst>
          </p:cNvPr>
          <p:cNvSpPr>
            <a:spLocks noGrp="1"/>
          </p:cNvSpPr>
          <p:nvPr>
            <p:ph type="pic" sz="quarter" idx="19"/>
          </p:nvPr>
        </p:nvSpPr>
        <p:spPr>
          <a:xfrm>
            <a:off x="7272339" y="3752850"/>
            <a:ext cx="1371601" cy="1828800"/>
          </a:xfrm>
          <a:solidFill>
            <a:schemeClr val="bg1">
              <a:lumMod val="95000"/>
            </a:schemeClr>
          </a:solidFill>
        </p:spPr>
        <p:txBody>
          <a:bodyPr/>
          <a:lstStyle>
            <a:lvl1pPr>
              <a:defRPr sz="1125"/>
            </a:lvl1pPr>
          </a:lstStyle>
          <a:p>
            <a:r>
              <a:rPr lang="en-US"/>
              <a:t>Click icon to add picture</a:t>
            </a:r>
          </a:p>
        </p:txBody>
      </p:sp>
      <p:pic>
        <p:nvPicPr>
          <p:cNvPr id="2" name="Picture 1" descr="Logo, company name&#10;&#10;Description automatically generated">
            <a:extLst>
              <a:ext uri="{FF2B5EF4-FFF2-40B4-BE49-F238E27FC236}">
                <a16:creationId xmlns:a16="http://schemas.microsoft.com/office/drawing/2014/main" id="{6E97445D-AA3E-4FF1-5C3D-A2CF07C45D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38457" y="27044"/>
            <a:ext cx="784359" cy="981307"/>
          </a:xfrm>
          <a:prstGeom prst="rect">
            <a:avLst/>
          </a:prstGeom>
        </p:spPr>
      </p:pic>
      <p:sp>
        <p:nvSpPr>
          <p:cNvPr id="3" name="Rectangle 6">
            <a:extLst>
              <a:ext uri="{FF2B5EF4-FFF2-40B4-BE49-F238E27FC236}">
                <a16:creationId xmlns:a16="http://schemas.microsoft.com/office/drawing/2014/main" id="{D4643407-354C-EF13-0031-A2AB96E23A43}"/>
              </a:ext>
            </a:extLst>
          </p:cNvPr>
          <p:cNvSpPr>
            <a:spLocks noGrp="1" noChangeArrowheads="1"/>
          </p:cNvSpPr>
          <p:nvPr>
            <p:ph type="title"/>
          </p:nvPr>
        </p:nvSpPr>
        <p:spPr bwMode="auto">
          <a:xfrm>
            <a:off x="221514" y="274638"/>
            <a:ext cx="784303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a:solidFill>
                  <a:schemeClr val="accent5"/>
                </a:solidFill>
              </a:defRPr>
            </a:lvl1pPr>
          </a:lstStyle>
          <a:p>
            <a:pPr lvl="0"/>
            <a:r>
              <a:rPr lang="en-US" altLang="en-US"/>
              <a:t>Click to edit Master title style</a:t>
            </a:r>
            <a:endParaRPr lang="en-GB" altLang="en-US" dirty="0"/>
          </a:p>
        </p:txBody>
      </p:sp>
    </p:spTree>
    <p:extLst>
      <p:ext uri="{BB962C8B-B14F-4D97-AF65-F5344CB8AC3E}">
        <p14:creationId xmlns:p14="http://schemas.microsoft.com/office/powerpoint/2010/main" val="2940364328"/>
      </p:ext>
    </p:extLst>
  </p:cSld>
  <p:clrMapOvr>
    <a:masterClrMapping/>
  </p:clrMapOvr>
  <p:hf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2_Picture with Caption">
    <p:bg>
      <p:bgPr>
        <a:solidFill>
          <a:schemeClr val="bg1"/>
        </a:solidFill>
        <a:effectLst/>
      </p:bgPr>
    </p:bg>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8A580153-B4CE-E166-7ACE-F92FEF0DCEF8}"/>
              </a:ext>
            </a:extLst>
          </p:cNvPr>
          <p:cNvSpPr>
            <a:spLocks noGrp="1"/>
          </p:cNvSpPr>
          <p:nvPr>
            <p:ph idx="1"/>
          </p:nvPr>
        </p:nvSpPr>
        <p:spPr>
          <a:xfrm>
            <a:off x="190500" y="1206632"/>
            <a:ext cx="4381500" cy="5016369"/>
          </a:xfrm>
          <a:solidFill>
            <a:schemeClr val="bg1">
              <a:lumMod val="95000"/>
            </a:schemeClr>
          </a:solidFill>
        </p:spPr>
        <p:txBody>
          <a:bodyPr/>
          <a:lstStyle>
            <a:lvl1pPr>
              <a:defRPr>
                <a:solidFill>
                  <a:schemeClr val="tx2"/>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pic>
        <p:nvPicPr>
          <p:cNvPr id="5" name="Picture 10" descr="APU Logo Final-medium.jpg">
            <a:extLst>
              <a:ext uri="{FF2B5EF4-FFF2-40B4-BE49-F238E27FC236}">
                <a16:creationId xmlns:a16="http://schemas.microsoft.com/office/drawing/2014/main" id="{1CD8D465-41A1-E0A8-A8B4-C64FB4642DA6}"/>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0" y="0"/>
            <a:ext cx="81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Picture Placeholder 13">
            <a:extLst>
              <a:ext uri="{FF2B5EF4-FFF2-40B4-BE49-F238E27FC236}">
                <a16:creationId xmlns:a16="http://schemas.microsoft.com/office/drawing/2014/main" id="{8F4BC8B8-56DE-CC45-EB9C-7BE8295CB9FF}"/>
              </a:ext>
            </a:extLst>
          </p:cNvPr>
          <p:cNvSpPr>
            <a:spLocks noGrp="1"/>
          </p:cNvSpPr>
          <p:nvPr>
            <p:ph type="pic" sz="quarter" idx="13"/>
          </p:nvPr>
        </p:nvSpPr>
        <p:spPr>
          <a:xfrm>
            <a:off x="4806423" y="1"/>
            <a:ext cx="4337577" cy="6223000"/>
          </a:xfrm>
          <a:prstGeom prst="rect">
            <a:avLst/>
          </a:prstGeom>
          <a:solidFill>
            <a:schemeClr val="bg1">
              <a:lumMod val="95000"/>
            </a:schemeClr>
          </a:solidFill>
          <a:effectLst/>
        </p:spPr>
        <p:txBody>
          <a:bodyPr>
            <a:normAutofit/>
          </a:bodyPr>
          <a:lstStyle>
            <a:lvl1pPr marL="0" indent="0">
              <a:buNone/>
              <a:defRPr sz="1500">
                <a:ln>
                  <a:noFill/>
                </a:ln>
                <a:solidFill>
                  <a:schemeClr val="bg1">
                    <a:lumMod val="85000"/>
                  </a:schemeClr>
                </a:solidFill>
                <a:latin typeface="+mj-lt"/>
                <a:ea typeface="Lato Light" charset="0"/>
                <a:cs typeface="Lato Light" charset="0"/>
              </a:defRPr>
            </a:lvl1pPr>
          </a:lstStyle>
          <a:p>
            <a:r>
              <a:rPr lang="en-US"/>
              <a:t>Click icon to add picture</a:t>
            </a:r>
            <a:endParaRPr lang="en-US" dirty="0"/>
          </a:p>
        </p:txBody>
      </p:sp>
    </p:spTree>
    <p:extLst>
      <p:ext uri="{BB962C8B-B14F-4D97-AF65-F5344CB8AC3E}">
        <p14:creationId xmlns:p14="http://schemas.microsoft.com/office/powerpoint/2010/main" val="2312544784"/>
      </p:ext>
    </p:extLst>
  </p:cSld>
  <p:clrMapOvr>
    <a:masterClrMapping/>
  </p:clrMapOvr>
  <p:hf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13_Picture with Caption">
    <p:bg>
      <p:bgPr>
        <a:solidFill>
          <a:srgbClr val="001B4D"/>
        </a:solidFill>
        <a:effectLst/>
      </p:bgPr>
    </p:bg>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8A580153-B4CE-E166-7ACE-F92FEF0DCEF8}"/>
              </a:ext>
            </a:extLst>
          </p:cNvPr>
          <p:cNvSpPr>
            <a:spLocks noGrp="1"/>
          </p:cNvSpPr>
          <p:nvPr>
            <p:ph idx="1"/>
          </p:nvPr>
        </p:nvSpPr>
        <p:spPr>
          <a:xfrm>
            <a:off x="190500" y="1206632"/>
            <a:ext cx="4381500" cy="5016369"/>
          </a:xfrm>
          <a:solidFill>
            <a:schemeClr val="tx1">
              <a:lumMod val="95000"/>
            </a:schemeClr>
          </a:solidFill>
        </p:spPr>
        <p:txBody>
          <a:bodyPr/>
          <a:lstStyle>
            <a:lvl1pPr>
              <a:defRPr>
                <a:solidFill>
                  <a:schemeClr val="accent5"/>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 name="Picture Placeholder 13">
            <a:extLst>
              <a:ext uri="{FF2B5EF4-FFF2-40B4-BE49-F238E27FC236}">
                <a16:creationId xmlns:a16="http://schemas.microsoft.com/office/drawing/2014/main" id="{8F4BC8B8-56DE-CC45-EB9C-7BE8295CB9FF}"/>
              </a:ext>
            </a:extLst>
          </p:cNvPr>
          <p:cNvSpPr>
            <a:spLocks noGrp="1"/>
          </p:cNvSpPr>
          <p:nvPr>
            <p:ph type="pic" sz="quarter" idx="13"/>
          </p:nvPr>
        </p:nvSpPr>
        <p:spPr>
          <a:xfrm>
            <a:off x="4806423" y="1"/>
            <a:ext cx="4337577" cy="6223000"/>
          </a:xfrm>
          <a:prstGeom prst="rect">
            <a:avLst/>
          </a:prstGeom>
          <a:solidFill>
            <a:schemeClr val="tx1">
              <a:lumMod val="95000"/>
            </a:schemeClr>
          </a:solidFill>
          <a:effectLst/>
        </p:spPr>
        <p:txBody>
          <a:bodyPr>
            <a:normAutofit/>
          </a:bodyPr>
          <a:lstStyle>
            <a:lvl1pPr marL="0" indent="0">
              <a:buNone/>
              <a:defRPr sz="1500">
                <a:ln>
                  <a:noFill/>
                </a:ln>
                <a:solidFill>
                  <a:schemeClr val="bg1">
                    <a:lumMod val="85000"/>
                  </a:schemeClr>
                </a:solidFill>
                <a:latin typeface="+mj-lt"/>
                <a:ea typeface="Lato Light" charset="0"/>
                <a:cs typeface="Lato Light" charset="0"/>
              </a:defRPr>
            </a:lvl1pPr>
          </a:lstStyle>
          <a:p>
            <a:r>
              <a:rPr lang="en-US"/>
              <a:t>Click icon to add picture</a:t>
            </a:r>
            <a:endParaRPr lang="en-US" dirty="0"/>
          </a:p>
        </p:txBody>
      </p:sp>
      <p:pic>
        <p:nvPicPr>
          <p:cNvPr id="3" name="Picture 2" descr="Logo, company name&#10;&#10;Description automatically generated">
            <a:extLst>
              <a:ext uri="{FF2B5EF4-FFF2-40B4-BE49-F238E27FC236}">
                <a16:creationId xmlns:a16="http://schemas.microsoft.com/office/drawing/2014/main" id="{894E1089-2642-1F16-6D34-0AA470DAB4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558" y="27044"/>
            <a:ext cx="732884" cy="981307"/>
          </a:xfrm>
          <a:prstGeom prst="rect">
            <a:avLst/>
          </a:prstGeom>
        </p:spPr>
      </p:pic>
    </p:spTree>
    <p:extLst>
      <p:ext uri="{BB962C8B-B14F-4D97-AF65-F5344CB8AC3E}">
        <p14:creationId xmlns:p14="http://schemas.microsoft.com/office/powerpoint/2010/main" val="2077117953"/>
      </p:ext>
    </p:extLst>
  </p:cSld>
  <p:clrMapOvr>
    <a:overrideClrMapping bg1="dk1" tx1="lt1" bg2="dk2" tx2="lt2" accent1="accent1" accent2="accent2" accent3="accent3" accent4="accent4" accent5="accent5" accent6="accent6" hlink="hlink" folHlink="folHlink"/>
  </p:clrMapOvr>
  <p:hf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pic>
        <p:nvPicPr>
          <p:cNvPr id="4" name="Picture 10" descr="APU Logo Final-medium.jpg">
            <a:extLst>
              <a:ext uri="{FF2B5EF4-FFF2-40B4-BE49-F238E27FC236}">
                <a16:creationId xmlns:a16="http://schemas.microsoft.com/office/drawing/2014/main" id="{C97ADB29-0190-8E6A-A68B-AEBB217C0E84}"/>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8334000" y="0"/>
            <a:ext cx="81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Picture Placeholder 13">
            <a:extLst>
              <a:ext uri="{FF2B5EF4-FFF2-40B4-BE49-F238E27FC236}">
                <a16:creationId xmlns:a16="http://schemas.microsoft.com/office/drawing/2014/main" id="{EAE3BF1D-7538-D216-ADA6-8A61272CEC05}"/>
              </a:ext>
            </a:extLst>
          </p:cNvPr>
          <p:cNvSpPr>
            <a:spLocks noGrp="1"/>
          </p:cNvSpPr>
          <p:nvPr>
            <p:ph type="pic" sz="quarter" idx="22"/>
          </p:nvPr>
        </p:nvSpPr>
        <p:spPr>
          <a:xfrm>
            <a:off x="7536447" y="1923410"/>
            <a:ext cx="1607553" cy="4056208"/>
          </a:xfrm>
          <a:prstGeom prst="rect">
            <a:avLst/>
          </a:prstGeom>
          <a:solidFill>
            <a:schemeClr val="bg1">
              <a:lumMod val="95000"/>
            </a:schemeClr>
          </a:solidFill>
          <a:effectLst/>
        </p:spPr>
        <p:txBody>
          <a:bodyPr>
            <a:normAutofit/>
          </a:bodyPr>
          <a:lstStyle>
            <a:lvl1pPr marL="0" indent="0">
              <a:buNone/>
              <a:defRPr sz="1500" b="0" i="0">
                <a:ln>
                  <a:noFill/>
                </a:ln>
                <a:solidFill>
                  <a:schemeClr val="bg1">
                    <a:lumMod val="85000"/>
                  </a:schemeClr>
                </a:solidFill>
                <a:latin typeface="+mn-lt"/>
                <a:ea typeface="Poppins Light" charset="0"/>
                <a:cs typeface="Poppins Light" charset="0"/>
              </a:defRPr>
            </a:lvl1pPr>
          </a:lstStyle>
          <a:p>
            <a:r>
              <a:rPr lang="en-US"/>
              <a:t>Click icon to add picture</a:t>
            </a:r>
            <a:endParaRPr lang="en-US" dirty="0"/>
          </a:p>
        </p:txBody>
      </p:sp>
      <p:sp>
        <p:nvSpPr>
          <p:cNvPr id="6" name="Picture Placeholder 13">
            <a:extLst>
              <a:ext uri="{FF2B5EF4-FFF2-40B4-BE49-F238E27FC236}">
                <a16:creationId xmlns:a16="http://schemas.microsoft.com/office/drawing/2014/main" id="{793A658E-0EDC-3F4C-BFB3-E8CA966F34DD}"/>
              </a:ext>
            </a:extLst>
          </p:cNvPr>
          <p:cNvSpPr>
            <a:spLocks noGrp="1"/>
          </p:cNvSpPr>
          <p:nvPr>
            <p:ph type="pic" sz="quarter" idx="23"/>
          </p:nvPr>
        </p:nvSpPr>
        <p:spPr>
          <a:xfrm>
            <a:off x="5745747" y="1923410"/>
            <a:ext cx="1607553" cy="4056208"/>
          </a:xfrm>
          <a:prstGeom prst="rect">
            <a:avLst/>
          </a:prstGeom>
          <a:solidFill>
            <a:schemeClr val="bg1">
              <a:lumMod val="95000"/>
            </a:schemeClr>
          </a:solidFill>
          <a:effectLst/>
        </p:spPr>
        <p:txBody>
          <a:bodyPr>
            <a:normAutofit/>
          </a:bodyPr>
          <a:lstStyle>
            <a:lvl1pPr marL="0" indent="0">
              <a:buNone/>
              <a:defRPr sz="1500" b="0" i="0">
                <a:ln>
                  <a:noFill/>
                </a:ln>
                <a:solidFill>
                  <a:schemeClr val="bg1">
                    <a:lumMod val="85000"/>
                  </a:schemeClr>
                </a:solidFill>
                <a:latin typeface="+mn-lt"/>
                <a:ea typeface="Poppins Light" charset="0"/>
                <a:cs typeface="Poppins Light" charset="0"/>
              </a:defRPr>
            </a:lvl1pPr>
          </a:lstStyle>
          <a:p>
            <a:r>
              <a:rPr lang="en-US"/>
              <a:t>Click icon to add picture</a:t>
            </a:r>
            <a:endParaRPr lang="en-US" dirty="0"/>
          </a:p>
        </p:txBody>
      </p:sp>
      <p:sp>
        <p:nvSpPr>
          <p:cNvPr id="7" name="Picture Placeholder 13">
            <a:extLst>
              <a:ext uri="{FF2B5EF4-FFF2-40B4-BE49-F238E27FC236}">
                <a16:creationId xmlns:a16="http://schemas.microsoft.com/office/drawing/2014/main" id="{A1C42F19-22A5-A6AA-F9A6-B990F2E4BD44}"/>
              </a:ext>
            </a:extLst>
          </p:cNvPr>
          <p:cNvSpPr>
            <a:spLocks noGrp="1"/>
          </p:cNvSpPr>
          <p:nvPr>
            <p:ph type="pic" sz="quarter" idx="24"/>
          </p:nvPr>
        </p:nvSpPr>
        <p:spPr>
          <a:xfrm>
            <a:off x="3955047" y="1923410"/>
            <a:ext cx="1607553" cy="4056208"/>
          </a:xfrm>
          <a:prstGeom prst="rect">
            <a:avLst/>
          </a:prstGeom>
          <a:solidFill>
            <a:schemeClr val="bg1">
              <a:lumMod val="95000"/>
            </a:schemeClr>
          </a:solidFill>
          <a:effectLst/>
        </p:spPr>
        <p:txBody>
          <a:bodyPr>
            <a:normAutofit/>
          </a:bodyPr>
          <a:lstStyle>
            <a:lvl1pPr marL="0" indent="0">
              <a:buNone/>
              <a:defRPr sz="1500" b="0" i="0">
                <a:ln>
                  <a:noFill/>
                </a:ln>
                <a:solidFill>
                  <a:schemeClr val="bg1">
                    <a:lumMod val="85000"/>
                  </a:schemeClr>
                </a:solidFill>
                <a:latin typeface="+mn-lt"/>
                <a:ea typeface="Poppins Light" charset="0"/>
                <a:cs typeface="Poppins Light" charset="0"/>
              </a:defRPr>
            </a:lvl1pPr>
          </a:lstStyle>
          <a:p>
            <a:r>
              <a:rPr lang="en-US"/>
              <a:t>Click icon to add picture</a:t>
            </a:r>
            <a:endParaRPr lang="en-US" dirty="0"/>
          </a:p>
        </p:txBody>
      </p:sp>
      <p:sp>
        <p:nvSpPr>
          <p:cNvPr id="8" name="Content Placeholder 2">
            <a:extLst>
              <a:ext uri="{FF2B5EF4-FFF2-40B4-BE49-F238E27FC236}">
                <a16:creationId xmlns:a16="http://schemas.microsoft.com/office/drawing/2014/main" id="{63F88012-5D39-66F9-BCBC-E3DED48089D2}"/>
              </a:ext>
            </a:extLst>
          </p:cNvPr>
          <p:cNvSpPr>
            <a:spLocks noGrp="1"/>
          </p:cNvSpPr>
          <p:nvPr>
            <p:ph idx="1"/>
          </p:nvPr>
        </p:nvSpPr>
        <p:spPr>
          <a:xfrm>
            <a:off x="190501" y="1697038"/>
            <a:ext cx="3581400" cy="4525962"/>
          </a:xfrm>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262755226"/>
      </p:ext>
    </p:extLst>
  </p:cSld>
  <p:clrMapOvr>
    <a:masterClrMapping/>
  </p:clrMapOvr>
  <p:hf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1_Title and Vertical Text">
    <p:bg>
      <p:bgPr>
        <a:solidFill>
          <a:srgbClr val="001B4D"/>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5"/>
                </a:solidFill>
              </a:defRPr>
            </a:lvl1pPr>
          </a:lstStyle>
          <a:p>
            <a:r>
              <a:rPr lang="en-US"/>
              <a:t>Click to edit Master title style</a:t>
            </a:r>
            <a:endParaRPr lang="en-GB"/>
          </a:p>
        </p:txBody>
      </p:sp>
      <p:sp>
        <p:nvSpPr>
          <p:cNvPr id="4" name="Picture Placeholder 13">
            <a:extLst>
              <a:ext uri="{FF2B5EF4-FFF2-40B4-BE49-F238E27FC236}">
                <a16:creationId xmlns:a16="http://schemas.microsoft.com/office/drawing/2014/main" id="{61A374B0-731A-1D13-1D15-DEB568D14EEC}"/>
              </a:ext>
            </a:extLst>
          </p:cNvPr>
          <p:cNvSpPr>
            <a:spLocks noGrp="1"/>
          </p:cNvSpPr>
          <p:nvPr>
            <p:ph type="pic" sz="quarter" idx="22"/>
          </p:nvPr>
        </p:nvSpPr>
        <p:spPr>
          <a:xfrm>
            <a:off x="7536447" y="1923410"/>
            <a:ext cx="1607553" cy="4056208"/>
          </a:xfrm>
          <a:prstGeom prst="rect">
            <a:avLst/>
          </a:prstGeom>
          <a:solidFill>
            <a:schemeClr val="bg1">
              <a:lumMod val="95000"/>
            </a:schemeClr>
          </a:solidFill>
          <a:effectLst/>
        </p:spPr>
        <p:txBody>
          <a:bodyPr>
            <a:normAutofit/>
          </a:bodyPr>
          <a:lstStyle>
            <a:lvl1pPr marL="0" indent="0">
              <a:buNone/>
              <a:defRPr sz="1500" b="0" i="0">
                <a:ln>
                  <a:noFill/>
                </a:ln>
                <a:solidFill>
                  <a:schemeClr val="bg1">
                    <a:lumMod val="85000"/>
                  </a:schemeClr>
                </a:solidFill>
                <a:latin typeface="+mn-lt"/>
                <a:ea typeface="Poppins Light" charset="0"/>
                <a:cs typeface="Poppins Light" charset="0"/>
              </a:defRPr>
            </a:lvl1pPr>
          </a:lstStyle>
          <a:p>
            <a:r>
              <a:rPr lang="en-US"/>
              <a:t>Click icon to add picture</a:t>
            </a:r>
            <a:endParaRPr lang="en-US" dirty="0"/>
          </a:p>
        </p:txBody>
      </p:sp>
      <p:sp>
        <p:nvSpPr>
          <p:cNvPr id="5" name="Picture Placeholder 13">
            <a:extLst>
              <a:ext uri="{FF2B5EF4-FFF2-40B4-BE49-F238E27FC236}">
                <a16:creationId xmlns:a16="http://schemas.microsoft.com/office/drawing/2014/main" id="{6DD384CD-5B1D-00AA-C88E-51863CE859A3}"/>
              </a:ext>
            </a:extLst>
          </p:cNvPr>
          <p:cNvSpPr>
            <a:spLocks noGrp="1"/>
          </p:cNvSpPr>
          <p:nvPr>
            <p:ph type="pic" sz="quarter" idx="23"/>
          </p:nvPr>
        </p:nvSpPr>
        <p:spPr>
          <a:xfrm>
            <a:off x="5745747" y="1923410"/>
            <a:ext cx="1607553" cy="4056208"/>
          </a:xfrm>
          <a:prstGeom prst="rect">
            <a:avLst/>
          </a:prstGeom>
          <a:solidFill>
            <a:schemeClr val="bg1">
              <a:lumMod val="95000"/>
            </a:schemeClr>
          </a:solidFill>
          <a:effectLst/>
        </p:spPr>
        <p:txBody>
          <a:bodyPr>
            <a:normAutofit/>
          </a:bodyPr>
          <a:lstStyle>
            <a:lvl1pPr marL="0" indent="0">
              <a:buNone/>
              <a:defRPr sz="1500" b="0" i="0">
                <a:ln>
                  <a:noFill/>
                </a:ln>
                <a:solidFill>
                  <a:schemeClr val="bg1">
                    <a:lumMod val="85000"/>
                  </a:schemeClr>
                </a:solidFill>
                <a:latin typeface="+mn-lt"/>
                <a:ea typeface="Poppins Light" charset="0"/>
                <a:cs typeface="Poppins Light" charset="0"/>
              </a:defRPr>
            </a:lvl1pPr>
          </a:lstStyle>
          <a:p>
            <a:r>
              <a:rPr lang="en-US"/>
              <a:t>Click icon to add picture</a:t>
            </a:r>
            <a:endParaRPr lang="en-US" dirty="0"/>
          </a:p>
        </p:txBody>
      </p:sp>
      <p:sp>
        <p:nvSpPr>
          <p:cNvPr id="6" name="Picture Placeholder 13">
            <a:extLst>
              <a:ext uri="{FF2B5EF4-FFF2-40B4-BE49-F238E27FC236}">
                <a16:creationId xmlns:a16="http://schemas.microsoft.com/office/drawing/2014/main" id="{C0E62B52-2676-DD95-FD76-B834BA0270EA}"/>
              </a:ext>
            </a:extLst>
          </p:cNvPr>
          <p:cNvSpPr>
            <a:spLocks noGrp="1"/>
          </p:cNvSpPr>
          <p:nvPr>
            <p:ph type="pic" sz="quarter" idx="24"/>
          </p:nvPr>
        </p:nvSpPr>
        <p:spPr>
          <a:xfrm>
            <a:off x="3955047" y="1923410"/>
            <a:ext cx="1607553" cy="4056208"/>
          </a:xfrm>
          <a:prstGeom prst="rect">
            <a:avLst/>
          </a:prstGeom>
          <a:solidFill>
            <a:schemeClr val="bg1">
              <a:lumMod val="95000"/>
            </a:schemeClr>
          </a:solidFill>
          <a:effectLst/>
        </p:spPr>
        <p:txBody>
          <a:bodyPr>
            <a:normAutofit/>
          </a:bodyPr>
          <a:lstStyle>
            <a:lvl1pPr marL="0" indent="0">
              <a:buNone/>
              <a:defRPr sz="1500" b="0" i="0">
                <a:ln>
                  <a:noFill/>
                </a:ln>
                <a:solidFill>
                  <a:schemeClr val="bg1">
                    <a:lumMod val="85000"/>
                  </a:schemeClr>
                </a:solidFill>
                <a:latin typeface="+mn-lt"/>
                <a:ea typeface="Poppins Light" charset="0"/>
                <a:cs typeface="Poppins Light" charset="0"/>
              </a:defRPr>
            </a:lvl1pPr>
          </a:lstStyle>
          <a:p>
            <a:r>
              <a:rPr lang="en-US"/>
              <a:t>Click icon to add picture</a:t>
            </a:r>
            <a:endParaRPr lang="en-US" dirty="0"/>
          </a:p>
        </p:txBody>
      </p:sp>
      <p:sp>
        <p:nvSpPr>
          <p:cNvPr id="7" name="Content Placeholder 2">
            <a:extLst>
              <a:ext uri="{FF2B5EF4-FFF2-40B4-BE49-F238E27FC236}">
                <a16:creationId xmlns:a16="http://schemas.microsoft.com/office/drawing/2014/main" id="{9374EF56-AF27-D8AD-DACE-E5CE66A7D32A}"/>
              </a:ext>
            </a:extLst>
          </p:cNvPr>
          <p:cNvSpPr>
            <a:spLocks noGrp="1"/>
          </p:cNvSpPr>
          <p:nvPr>
            <p:ph idx="1"/>
          </p:nvPr>
        </p:nvSpPr>
        <p:spPr>
          <a:xfrm>
            <a:off x="190501" y="1697038"/>
            <a:ext cx="3581400" cy="4525962"/>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pic>
        <p:nvPicPr>
          <p:cNvPr id="9" name="Picture 8" descr="Logo, company name&#10;&#10;Description automatically generated">
            <a:extLst>
              <a:ext uri="{FF2B5EF4-FFF2-40B4-BE49-F238E27FC236}">
                <a16:creationId xmlns:a16="http://schemas.microsoft.com/office/drawing/2014/main" id="{890E9656-A63D-02CF-0218-527AB2D41C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38457" y="27044"/>
            <a:ext cx="784359" cy="981307"/>
          </a:xfrm>
          <a:prstGeom prst="rect">
            <a:avLst/>
          </a:prstGeom>
        </p:spPr>
      </p:pic>
    </p:spTree>
    <p:extLst>
      <p:ext uri="{BB962C8B-B14F-4D97-AF65-F5344CB8AC3E}">
        <p14:creationId xmlns:p14="http://schemas.microsoft.com/office/powerpoint/2010/main" val="334559922"/>
      </p:ext>
    </p:extLst>
  </p:cSld>
  <p:clrMapOvr>
    <a:masterClrMapping/>
  </p:clrMapOvr>
  <p:hf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12_Picture with Caption">
    <p:bg>
      <p:bgPr>
        <a:solidFill>
          <a:schemeClr val="bg1"/>
        </a:solidFill>
        <a:effectLst/>
      </p:bgPr>
    </p:bg>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8A580153-B4CE-E166-7ACE-F92FEF0DCEF8}"/>
              </a:ext>
            </a:extLst>
          </p:cNvPr>
          <p:cNvSpPr>
            <a:spLocks noGrp="1"/>
          </p:cNvSpPr>
          <p:nvPr>
            <p:ph idx="1"/>
          </p:nvPr>
        </p:nvSpPr>
        <p:spPr>
          <a:xfrm>
            <a:off x="190500" y="1206632"/>
            <a:ext cx="3957754" cy="5016369"/>
          </a:xfrm>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pic>
        <p:nvPicPr>
          <p:cNvPr id="5" name="Picture 10" descr="APU Logo Final-medium.jpg">
            <a:extLst>
              <a:ext uri="{FF2B5EF4-FFF2-40B4-BE49-F238E27FC236}">
                <a16:creationId xmlns:a16="http://schemas.microsoft.com/office/drawing/2014/main" id="{1CD8D465-41A1-E0A8-A8B4-C64FB4642DA6}"/>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0" y="0"/>
            <a:ext cx="81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9648291"/>
      </p:ext>
    </p:extLst>
  </p:cSld>
  <p:clrMapOvr>
    <a:masterClrMapping/>
  </p:clrMapOvr>
  <p:hf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8_Picture with Caption">
    <p:bg>
      <p:bgPr>
        <a:solidFill>
          <a:srgbClr val="001B4D"/>
        </a:solidFill>
        <a:effectLst/>
      </p:bgPr>
    </p:bg>
    <p:spTree>
      <p:nvGrpSpPr>
        <p:cNvPr id="1" name=""/>
        <p:cNvGrpSpPr/>
        <p:nvPr/>
      </p:nvGrpSpPr>
      <p:grpSpPr>
        <a:xfrm>
          <a:off x="0" y="0"/>
          <a:ext cx="0" cy="0"/>
          <a:chOff x="0" y="0"/>
          <a:chExt cx="0" cy="0"/>
        </a:xfrm>
      </p:grpSpPr>
      <p:pic>
        <p:nvPicPr>
          <p:cNvPr id="2" name="Picture 1" descr="Logo, company name&#10;&#10;Description automatically generated">
            <a:extLst>
              <a:ext uri="{FF2B5EF4-FFF2-40B4-BE49-F238E27FC236}">
                <a16:creationId xmlns:a16="http://schemas.microsoft.com/office/drawing/2014/main" id="{6F99F1D5-796D-B18C-4706-ECD5827DB6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558" y="27044"/>
            <a:ext cx="732884" cy="981307"/>
          </a:xfrm>
          <a:prstGeom prst="rect">
            <a:avLst/>
          </a:prstGeom>
        </p:spPr>
      </p:pic>
      <p:sp>
        <p:nvSpPr>
          <p:cNvPr id="4" name="Content Placeholder 2">
            <a:extLst>
              <a:ext uri="{FF2B5EF4-FFF2-40B4-BE49-F238E27FC236}">
                <a16:creationId xmlns:a16="http://schemas.microsoft.com/office/drawing/2014/main" id="{8A580153-B4CE-E166-7ACE-F92FEF0DCEF8}"/>
              </a:ext>
            </a:extLst>
          </p:cNvPr>
          <p:cNvSpPr>
            <a:spLocks noGrp="1"/>
          </p:cNvSpPr>
          <p:nvPr>
            <p:ph idx="1"/>
          </p:nvPr>
        </p:nvSpPr>
        <p:spPr>
          <a:xfrm>
            <a:off x="190500" y="1206632"/>
            <a:ext cx="3957754" cy="5016369"/>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2138728868"/>
      </p:ext>
    </p:extLst>
  </p:cSld>
  <p:clrMapOvr>
    <a:masterClrMapping/>
  </p:clrMapOvr>
  <p:hf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4_Picture with Caption">
    <p:bg>
      <p:bgPr>
        <a:solidFill>
          <a:schemeClr val="bg1"/>
        </a:solidFill>
        <a:effectLst/>
      </p:bgPr>
    </p:bg>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1E2CC42D-17CB-E638-B81A-110B1B3F2E94}"/>
              </a:ext>
            </a:extLst>
          </p:cNvPr>
          <p:cNvSpPr>
            <a:spLocks noGrp="1"/>
          </p:cNvSpPr>
          <p:nvPr>
            <p:ph idx="1"/>
          </p:nvPr>
        </p:nvSpPr>
        <p:spPr>
          <a:xfrm>
            <a:off x="190500" y="1697038"/>
            <a:ext cx="3957754" cy="4525962"/>
          </a:xfrm>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Rectangle 6">
            <a:extLst>
              <a:ext uri="{FF2B5EF4-FFF2-40B4-BE49-F238E27FC236}">
                <a16:creationId xmlns:a16="http://schemas.microsoft.com/office/drawing/2014/main" id="{6B45A787-9C75-0736-994E-7B094F400367}"/>
              </a:ext>
            </a:extLst>
          </p:cNvPr>
          <p:cNvSpPr>
            <a:spLocks noGrp="1" noChangeArrowheads="1"/>
          </p:cNvSpPr>
          <p:nvPr>
            <p:ph type="title"/>
          </p:nvPr>
        </p:nvSpPr>
        <p:spPr bwMode="auto">
          <a:xfrm>
            <a:off x="221515" y="274638"/>
            <a:ext cx="5315066"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a:solidFill>
                  <a:schemeClr val="tx2"/>
                </a:solidFill>
              </a:defRPr>
            </a:lvl1pPr>
          </a:lstStyle>
          <a:p>
            <a:pPr lvl="0"/>
            <a:r>
              <a:rPr lang="en-US" altLang="en-US"/>
              <a:t>Click to edit Master title style</a:t>
            </a:r>
            <a:endParaRPr lang="en-GB" altLang="en-US" dirty="0"/>
          </a:p>
        </p:txBody>
      </p:sp>
      <p:pic>
        <p:nvPicPr>
          <p:cNvPr id="2" name="Picture 10" descr="APU Logo Final-medium.jpg">
            <a:extLst>
              <a:ext uri="{FF2B5EF4-FFF2-40B4-BE49-F238E27FC236}">
                <a16:creationId xmlns:a16="http://schemas.microsoft.com/office/drawing/2014/main" id="{E3F9F65D-AB78-8571-A238-B3743684A64B}"/>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8334000" y="0"/>
            <a:ext cx="81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57685763"/>
      </p:ext>
    </p:extLst>
  </p:cSld>
  <p:clrMapOvr>
    <a:masterClrMapping/>
  </p:clrMapOvr>
  <p:hf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9_Picture with Caption">
    <p:bg>
      <p:bgPr>
        <a:solidFill>
          <a:srgbClr val="001B4D"/>
        </a:solidFill>
        <a:effectLst/>
      </p:bgPr>
    </p:bg>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1E2CC42D-17CB-E638-B81A-110B1B3F2E94}"/>
              </a:ext>
            </a:extLst>
          </p:cNvPr>
          <p:cNvSpPr>
            <a:spLocks noGrp="1"/>
          </p:cNvSpPr>
          <p:nvPr>
            <p:ph idx="1"/>
          </p:nvPr>
        </p:nvSpPr>
        <p:spPr>
          <a:xfrm>
            <a:off x="190500" y="1697038"/>
            <a:ext cx="3957754" cy="4525962"/>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Rectangle 6">
            <a:extLst>
              <a:ext uri="{FF2B5EF4-FFF2-40B4-BE49-F238E27FC236}">
                <a16:creationId xmlns:a16="http://schemas.microsoft.com/office/drawing/2014/main" id="{6B45A787-9C75-0736-994E-7B094F400367}"/>
              </a:ext>
            </a:extLst>
          </p:cNvPr>
          <p:cNvSpPr>
            <a:spLocks noGrp="1" noChangeArrowheads="1"/>
          </p:cNvSpPr>
          <p:nvPr>
            <p:ph type="title"/>
          </p:nvPr>
        </p:nvSpPr>
        <p:spPr bwMode="auto">
          <a:xfrm>
            <a:off x="221515" y="274638"/>
            <a:ext cx="5315066"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a:solidFill>
                  <a:schemeClr val="accent5"/>
                </a:solidFill>
              </a:defRPr>
            </a:lvl1pPr>
          </a:lstStyle>
          <a:p>
            <a:pPr lvl="0"/>
            <a:r>
              <a:rPr lang="en-US" altLang="en-US"/>
              <a:t>Click to edit Master title style</a:t>
            </a:r>
            <a:endParaRPr lang="en-GB" altLang="en-US" dirty="0"/>
          </a:p>
        </p:txBody>
      </p:sp>
      <p:pic>
        <p:nvPicPr>
          <p:cNvPr id="2" name="Picture 1" descr="Logo, company name&#10;&#10;Description automatically generated">
            <a:extLst>
              <a:ext uri="{FF2B5EF4-FFF2-40B4-BE49-F238E27FC236}">
                <a16:creationId xmlns:a16="http://schemas.microsoft.com/office/drawing/2014/main" id="{EDC140F1-7C93-36F2-49E9-260DAC6B7E2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38457" y="27044"/>
            <a:ext cx="784359" cy="981307"/>
          </a:xfrm>
          <a:prstGeom prst="rect">
            <a:avLst/>
          </a:prstGeom>
        </p:spPr>
      </p:pic>
    </p:spTree>
    <p:extLst>
      <p:ext uri="{BB962C8B-B14F-4D97-AF65-F5344CB8AC3E}">
        <p14:creationId xmlns:p14="http://schemas.microsoft.com/office/powerpoint/2010/main" val="1505617148"/>
      </p:ext>
    </p:extLst>
  </p:cSld>
  <p:clrMapOvr>
    <a:masterClrMapping/>
  </p:clrMapOvr>
  <p:hf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Vertical Title and Text">
    <p:spTree>
      <p:nvGrpSpPr>
        <p:cNvPr id="1" name=""/>
        <p:cNvGrpSpPr/>
        <p:nvPr/>
      </p:nvGrpSpPr>
      <p:grpSpPr>
        <a:xfrm>
          <a:off x="0" y="0"/>
          <a:ext cx="0" cy="0"/>
          <a:chOff x="0" y="0"/>
          <a:chExt cx="0" cy="0"/>
        </a:xfrm>
      </p:grpSpPr>
      <p:sp>
        <p:nvSpPr>
          <p:cNvPr id="4" name="Picture Placeholder 12">
            <a:extLst>
              <a:ext uri="{FF2B5EF4-FFF2-40B4-BE49-F238E27FC236}">
                <a16:creationId xmlns:a16="http://schemas.microsoft.com/office/drawing/2014/main" id="{458D67BC-08A8-B641-2D7F-240DC17CDE3A}"/>
              </a:ext>
            </a:extLst>
          </p:cNvPr>
          <p:cNvSpPr>
            <a:spLocks noGrp="1"/>
          </p:cNvSpPr>
          <p:nvPr>
            <p:ph type="pic" sz="quarter" idx="10"/>
          </p:nvPr>
        </p:nvSpPr>
        <p:spPr>
          <a:xfrm>
            <a:off x="2064105" y="1"/>
            <a:ext cx="1549952" cy="2902857"/>
          </a:xfrm>
          <a:custGeom>
            <a:avLst/>
            <a:gdLst>
              <a:gd name="connsiteX0" fmla="*/ 0 w 2066602"/>
              <a:gd name="connsiteY0" fmla="*/ 0 h 2902857"/>
              <a:gd name="connsiteX1" fmla="*/ 2066602 w 2066602"/>
              <a:gd name="connsiteY1" fmla="*/ 0 h 2902857"/>
              <a:gd name="connsiteX2" fmla="*/ 2066602 w 2066602"/>
              <a:gd name="connsiteY2" fmla="*/ 2902857 h 2902857"/>
              <a:gd name="connsiteX3" fmla="*/ 0 w 2066602"/>
              <a:gd name="connsiteY3" fmla="*/ 2902857 h 2902857"/>
            </a:gdLst>
            <a:ahLst/>
            <a:cxnLst>
              <a:cxn ang="0">
                <a:pos x="connsiteX0" y="connsiteY0"/>
              </a:cxn>
              <a:cxn ang="0">
                <a:pos x="connsiteX1" y="connsiteY1"/>
              </a:cxn>
              <a:cxn ang="0">
                <a:pos x="connsiteX2" y="connsiteY2"/>
              </a:cxn>
              <a:cxn ang="0">
                <a:pos x="connsiteX3" y="connsiteY3"/>
              </a:cxn>
            </a:cxnLst>
            <a:rect l="l" t="t" r="r" b="b"/>
            <a:pathLst>
              <a:path w="2066602" h="2902857">
                <a:moveTo>
                  <a:pt x="0" y="0"/>
                </a:moveTo>
                <a:lnTo>
                  <a:pt x="2066602" y="0"/>
                </a:lnTo>
                <a:lnTo>
                  <a:pt x="2066602" y="2902857"/>
                </a:lnTo>
                <a:lnTo>
                  <a:pt x="0" y="2902857"/>
                </a:lnTo>
                <a:close/>
              </a:path>
            </a:pathLst>
          </a:custGeom>
          <a:solidFill>
            <a:schemeClr val="bg1">
              <a:lumMod val="95000"/>
            </a:schemeClr>
          </a:solidFill>
        </p:spPr>
        <p:txBody>
          <a:bodyPr wrap="square">
            <a:noAutofit/>
          </a:bodyPr>
          <a:lstStyle>
            <a:lvl1pPr>
              <a:defRPr sz="900"/>
            </a:lvl1pPr>
          </a:lstStyle>
          <a:p>
            <a:r>
              <a:rPr lang="en-US"/>
              <a:t>Click icon to add picture</a:t>
            </a:r>
            <a:endParaRPr lang="en-ID"/>
          </a:p>
        </p:txBody>
      </p:sp>
      <p:sp>
        <p:nvSpPr>
          <p:cNvPr id="5" name="Picture Placeholder 13">
            <a:extLst>
              <a:ext uri="{FF2B5EF4-FFF2-40B4-BE49-F238E27FC236}">
                <a16:creationId xmlns:a16="http://schemas.microsoft.com/office/drawing/2014/main" id="{91A76DD4-43F7-C972-85EA-CAFDE2FA0410}"/>
              </a:ext>
            </a:extLst>
          </p:cNvPr>
          <p:cNvSpPr>
            <a:spLocks noGrp="1"/>
          </p:cNvSpPr>
          <p:nvPr>
            <p:ph type="pic" sz="quarter" idx="11"/>
          </p:nvPr>
        </p:nvSpPr>
        <p:spPr>
          <a:xfrm>
            <a:off x="2064105" y="3033601"/>
            <a:ext cx="1549952" cy="3316398"/>
          </a:xfrm>
          <a:custGeom>
            <a:avLst/>
            <a:gdLst>
              <a:gd name="connsiteX0" fmla="*/ 0 w 2066602"/>
              <a:gd name="connsiteY0" fmla="*/ 0 h 3316398"/>
              <a:gd name="connsiteX1" fmla="*/ 2066602 w 2066602"/>
              <a:gd name="connsiteY1" fmla="*/ 0 h 3316398"/>
              <a:gd name="connsiteX2" fmla="*/ 2066602 w 2066602"/>
              <a:gd name="connsiteY2" fmla="*/ 3316398 h 3316398"/>
              <a:gd name="connsiteX3" fmla="*/ 0 w 2066602"/>
              <a:gd name="connsiteY3" fmla="*/ 3316398 h 3316398"/>
            </a:gdLst>
            <a:ahLst/>
            <a:cxnLst>
              <a:cxn ang="0">
                <a:pos x="connsiteX0" y="connsiteY0"/>
              </a:cxn>
              <a:cxn ang="0">
                <a:pos x="connsiteX1" y="connsiteY1"/>
              </a:cxn>
              <a:cxn ang="0">
                <a:pos x="connsiteX2" y="connsiteY2"/>
              </a:cxn>
              <a:cxn ang="0">
                <a:pos x="connsiteX3" y="connsiteY3"/>
              </a:cxn>
            </a:cxnLst>
            <a:rect l="l" t="t" r="r" b="b"/>
            <a:pathLst>
              <a:path w="2066602" h="3316398">
                <a:moveTo>
                  <a:pt x="0" y="0"/>
                </a:moveTo>
                <a:lnTo>
                  <a:pt x="2066602" y="0"/>
                </a:lnTo>
                <a:lnTo>
                  <a:pt x="2066602" y="3316398"/>
                </a:lnTo>
                <a:lnTo>
                  <a:pt x="0" y="3316398"/>
                </a:lnTo>
                <a:close/>
              </a:path>
            </a:pathLst>
          </a:custGeom>
          <a:solidFill>
            <a:schemeClr val="bg1">
              <a:lumMod val="95000"/>
            </a:schemeClr>
          </a:solidFill>
        </p:spPr>
        <p:txBody>
          <a:bodyPr wrap="square">
            <a:noAutofit/>
          </a:bodyPr>
          <a:lstStyle>
            <a:lvl1pPr>
              <a:defRPr sz="900"/>
            </a:lvl1pPr>
          </a:lstStyle>
          <a:p>
            <a:r>
              <a:rPr lang="en-US"/>
              <a:t>Click icon to add picture</a:t>
            </a:r>
            <a:endParaRPr lang="en-ID"/>
          </a:p>
        </p:txBody>
      </p:sp>
      <p:sp>
        <p:nvSpPr>
          <p:cNvPr id="6" name="Picture Placeholder 11">
            <a:extLst>
              <a:ext uri="{FF2B5EF4-FFF2-40B4-BE49-F238E27FC236}">
                <a16:creationId xmlns:a16="http://schemas.microsoft.com/office/drawing/2014/main" id="{10D0C3E1-B2D7-E36D-87E0-ECAB470B2D28}"/>
              </a:ext>
            </a:extLst>
          </p:cNvPr>
          <p:cNvSpPr>
            <a:spLocks noGrp="1"/>
          </p:cNvSpPr>
          <p:nvPr>
            <p:ph type="pic" sz="quarter" idx="12"/>
          </p:nvPr>
        </p:nvSpPr>
        <p:spPr>
          <a:xfrm>
            <a:off x="402770" y="798286"/>
            <a:ext cx="1549952" cy="3316398"/>
          </a:xfrm>
          <a:custGeom>
            <a:avLst/>
            <a:gdLst>
              <a:gd name="connsiteX0" fmla="*/ 0 w 2066602"/>
              <a:gd name="connsiteY0" fmla="*/ 0 h 3316398"/>
              <a:gd name="connsiteX1" fmla="*/ 2066602 w 2066602"/>
              <a:gd name="connsiteY1" fmla="*/ 0 h 3316398"/>
              <a:gd name="connsiteX2" fmla="*/ 2066602 w 2066602"/>
              <a:gd name="connsiteY2" fmla="*/ 3316398 h 3316398"/>
              <a:gd name="connsiteX3" fmla="*/ 0 w 2066602"/>
              <a:gd name="connsiteY3" fmla="*/ 3316398 h 3316398"/>
            </a:gdLst>
            <a:ahLst/>
            <a:cxnLst>
              <a:cxn ang="0">
                <a:pos x="connsiteX0" y="connsiteY0"/>
              </a:cxn>
              <a:cxn ang="0">
                <a:pos x="connsiteX1" y="connsiteY1"/>
              </a:cxn>
              <a:cxn ang="0">
                <a:pos x="connsiteX2" y="connsiteY2"/>
              </a:cxn>
              <a:cxn ang="0">
                <a:pos x="connsiteX3" y="connsiteY3"/>
              </a:cxn>
            </a:cxnLst>
            <a:rect l="l" t="t" r="r" b="b"/>
            <a:pathLst>
              <a:path w="2066602" h="3316398">
                <a:moveTo>
                  <a:pt x="0" y="0"/>
                </a:moveTo>
                <a:lnTo>
                  <a:pt x="2066602" y="0"/>
                </a:lnTo>
                <a:lnTo>
                  <a:pt x="2066602" y="3316398"/>
                </a:lnTo>
                <a:lnTo>
                  <a:pt x="0" y="3316398"/>
                </a:lnTo>
                <a:close/>
              </a:path>
            </a:pathLst>
          </a:custGeom>
          <a:solidFill>
            <a:schemeClr val="bg1">
              <a:lumMod val="95000"/>
            </a:schemeClr>
          </a:solidFill>
        </p:spPr>
        <p:txBody>
          <a:bodyPr wrap="square">
            <a:noAutofit/>
          </a:bodyPr>
          <a:lstStyle>
            <a:lvl1pPr>
              <a:defRPr sz="900"/>
            </a:lvl1pPr>
          </a:lstStyle>
          <a:p>
            <a:r>
              <a:rPr lang="en-US"/>
              <a:t>Click icon to add picture</a:t>
            </a:r>
            <a:endParaRPr lang="en-ID"/>
          </a:p>
        </p:txBody>
      </p:sp>
      <p:sp>
        <p:nvSpPr>
          <p:cNvPr id="7" name="Picture Placeholder 14">
            <a:extLst>
              <a:ext uri="{FF2B5EF4-FFF2-40B4-BE49-F238E27FC236}">
                <a16:creationId xmlns:a16="http://schemas.microsoft.com/office/drawing/2014/main" id="{62331960-A4CD-E907-ACF8-2904680BADA6}"/>
              </a:ext>
            </a:extLst>
          </p:cNvPr>
          <p:cNvSpPr>
            <a:spLocks noGrp="1"/>
          </p:cNvSpPr>
          <p:nvPr>
            <p:ph type="pic" sz="quarter" idx="13"/>
          </p:nvPr>
        </p:nvSpPr>
        <p:spPr>
          <a:xfrm>
            <a:off x="402770" y="4277251"/>
            <a:ext cx="1549952" cy="2072748"/>
          </a:xfrm>
          <a:custGeom>
            <a:avLst/>
            <a:gdLst>
              <a:gd name="connsiteX0" fmla="*/ 0 w 2066602"/>
              <a:gd name="connsiteY0" fmla="*/ 0 h 2072748"/>
              <a:gd name="connsiteX1" fmla="*/ 2066602 w 2066602"/>
              <a:gd name="connsiteY1" fmla="*/ 0 h 2072748"/>
              <a:gd name="connsiteX2" fmla="*/ 2066602 w 2066602"/>
              <a:gd name="connsiteY2" fmla="*/ 2072748 h 2072748"/>
              <a:gd name="connsiteX3" fmla="*/ 0 w 2066602"/>
              <a:gd name="connsiteY3" fmla="*/ 2072748 h 2072748"/>
            </a:gdLst>
            <a:ahLst/>
            <a:cxnLst>
              <a:cxn ang="0">
                <a:pos x="connsiteX0" y="connsiteY0"/>
              </a:cxn>
              <a:cxn ang="0">
                <a:pos x="connsiteX1" y="connsiteY1"/>
              </a:cxn>
              <a:cxn ang="0">
                <a:pos x="connsiteX2" y="connsiteY2"/>
              </a:cxn>
              <a:cxn ang="0">
                <a:pos x="connsiteX3" y="connsiteY3"/>
              </a:cxn>
            </a:cxnLst>
            <a:rect l="l" t="t" r="r" b="b"/>
            <a:pathLst>
              <a:path w="2066602" h="2072748">
                <a:moveTo>
                  <a:pt x="0" y="0"/>
                </a:moveTo>
                <a:lnTo>
                  <a:pt x="2066602" y="0"/>
                </a:lnTo>
                <a:lnTo>
                  <a:pt x="2066602" y="2072748"/>
                </a:lnTo>
                <a:lnTo>
                  <a:pt x="0" y="2072748"/>
                </a:lnTo>
                <a:close/>
              </a:path>
            </a:pathLst>
          </a:custGeom>
          <a:solidFill>
            <a:schemeClr val="bg1">
              <a:lumMod val="95000"/>
            </a:schemeClr>
          </a:solidFill>
        </p:spPr>
        <p:txBody>
          <a:bodyPr wrap="square">
            <a:noAutofit/>
          </a:bodyPr>
          <a:lstStyle>
            <a:lvl1pPr>
              <a:defRPr sz="900"/>
            </a:lvl1pPr>
          </a:lstStyle>
          <a:p>
            <a:r>
              <a:rPr lang="en-US"/>
              <a:t>Click icon to add picture</a:t>
            </a:r>
            <a:endParaRPr lang="en-ID" dirty="0"/>
          </a:p>
        </p:txBody>
      </p:sp>
      <p:sp>
        <p:nvSpPr>
          <p:cNvPr id="8" name="Content Placeholder 2">
            <a:extLst>
              <a:ext uri="{FF2B5EF4-FFF2-40B4-BE49-F238E27FC236}">
                <a16:creationId xmlns:a16="http://schemas.microsoft.com/office/drawing/2014/main" id="{077A9D95-A204-E92E-A5F8-1E263A7A8A30}"/>
              </a:ext>
            </a:extLst>
          </p:cNvPr>
          <p:cNvSpPr>
            <a:spLocks noGrp="1"/>
          </p:cNvSpPr>
          <p:nvPr>
            <p:ph idx="1"/>
          </p:nvPr>
        </p:nvSpPr>
        <p:spPr>
          <a:xfrm>
            <a:off x="3803650" y="273052"/>
            <a:ext cx="5111750" cy="5853113"/>
          </a:xfrm>
        </p:spPr>
        <p:txBody>
          <a:bodyPr/>
          <a:lstStyle>
            <a:lvl1pPr>
              <a:defRPr sz="2400">
                <a:solidFill>
                  <a:schemeClr val="tx2"/>
                </a:solidFill>
              </a:defRPr>
            </a:lvl1pPr>
            <a:lvl2pPr>
              <a:defRPr sz="2100">
                <a:solidFill>
                  <a:schemeClr val="accent6"/>
                </a:solidFill>
              </a:defRPr>
            </a:lvl2pPr>
            <a:lvl3pPr>
              <a:defRPr sz="1800">
                <a:solidFill>
                  <a:schemeClr val="accent6"/>
                </a:solidFill>
              </a:defRPr>
            </a:lvl3pPr>
            <a:lvl4pPr>
              <a:defRPr sz="1500">
                <a:solidFill>
                  <a:schemeClr val="accent6"/>
                </a:solidFill>
              </a:defRPr>
            </a:lvl4pPr>
            <a:lvl5pPr>
              <a:defRPr sz="1500">
                <a:solidFill>
                  <a:schemeClr val="accent6"/>
                </a:solidFill>
              </a:defRPr>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1458417557"/>
      </p:ext>
    </p:extLst>
  </p:cSld>
  <p:clrMapOvr>
    <a:masterClrMapping/>
  </p:clrMapOvr>
  <p:hf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1_Vertical Title and Text">
    <p:bg>
      <p:bgPr>
        <a:solidFill>
          <a:srgbClr val="001B4D"/>
        </a:solidFill>
        <a:effectLst/>
      </p:bgPr>
    </p:bg>
    <p:spTree>
      <p:nvGrpSpPr>
        <p:cNvPr id="1" name=""/>
        <p:cNvGrpSpPr/>
        <p:nvPr/>
      </p:nvGrpSpPr>
      <p:grpSpPr>
        <a:xfrm>
          <a:off x="0" y="0"/>
          <a:ext cx="0" cy="0"/>
          <a:chOff x="0" y="0"/>
          <a:chExt cx="0" cy="0"/>
        </a:xfrm>
      </p:grpSpPr>
      <p:sp>
        <p:nvSpPr>
          <p:cNvPr id="4" name="Picture Placeholder 12">
            <a:extLst>
              <a:ext uri="{FF2B5EF4-FFF2-40B4-BE49-F238E27FC236}">
                <a16:creationId xmlns:a16="http://schemas.microsoft.com/office/drawing/2014/main" id="{14576114-4EE3-A4A4-76CC-B9B2275D1EE1}"/>
              </a:ext>
            </a:extLst>
          </p:cNvPr>
          <p:cNvSpPr>
            <a:spLocks noGrp="1"/>
          </p:cNvSpPr>
          <p:nvPr>
            <p:ph type="pic" sz="quarter" idx="10"/>
          </p:nvPr>
        </p:nvSpPr>
        <p:spPr>
          <a:xfrm>
            <a:off x="2064105" y="1"/>
            <a:ext cx="1549952" cy="2902857"/>
          </a:xfrm>
          <a:custGeom>
            <a:avLst/>
            <a:gdLst>
              <a:gd name="connsiteX0" fmla="*/ 0 w 2066602"/>
              <a:gd name="connsiteY0" fmla="*/ 0 h 2902857"/>
              <a:gd name="connsiteX1" fmla="*/ 2066602 w 2066602"/>
              <a:gd name="connsiteY1" fmla="*/ 0 h 2902857"/>
              <a:gd name="connsiteX2" fmla="*/ 2066602 w 2066602"/>
              <a:gd name="connsiteY2" fmla="*/ 2902857 h 2902857"/>
              <a:gd name="connsiteX3" fmla="*/ 0 w 2066602"/>
              <a:gd name="connsiteY3" fmla="*/ 2902857 h 2902857"/>
            </a:gdLst>
            <a:ahLst/>
            <a:cxnLst>
              <a:cxn ang="0">
                <a:pos x="connsiteX0" y="connsiteY0"/>
              </a:cxn>
              <a:cxn ang="0">
                <a:pos x="connsiteX1" y="connsiteY1"/>
              </a:cxn>
              <a:cxn ang="0">
                <a:pos x="connsiteX2" y="connsiteY2"/>
              </a:cxn>
              <a:cxn ang="0">
                <a:pos x="connsiteX3" y="connsiteY3"/>
              </a:cxn>
            </a:cxnLst>
            <a:rect l="l" t="t" r="r" b="b"/>
            <a:pathLst>
              <a:path w="2066602" h="2902857">
                <a:moveTo>
                  <a:pt x="0" y="0"/>
                </a:moveTo>
                <a:lnTo>
                  <a:pt x="2066602" y="0"/>
                </a:lnTo>
                <a:lnTo>
                  <a:pt x="2066602" y="2902857"/>
                </a:lnTo>
                <a:lnTo>
                  <a:pt x="0" y="2902857"/>
                </a:lnTo>
                <a:close/>
              </a:path>
            </a:pathLst>
          </a:custGeom>
          <a:solidFill>
            <a:schemeClr val="bg1">
              <a:lumMod val="95000"/>
            </a:schemeClr>
          </a:solidFill>
        </p:spPr>
        <p:txBody>
          <a:bodyPr wrap="square">
            <a:noAutofit/>
          </a:bodyPr>
          <a:lstStyle>
            <a:lvl1pPr>
              <a:defRPr sz="900"/>
            </a:lvl1pPr>
          </a:lstStyle>
          <a:p>
            <a:r>
              <a:rPr lang="en-US"/>
              <a:t>Click icon to add picture</a:t>
            </a:r>
            <a:endParaRPr lang="en-ID"/>
          </a:p>
        </p:txBody>
      </p:sp>
      <p:sp>
        <p:nvSpPr>
          <p:cNvPr id="5" name="Picture Placeholder 13">
            <a:extLst>
              <a:ext uri="{FF2B5EF4-FFF2-40B4-BE49-F238E27FC236}">
                <a16:creationId xmlns:a16="http://schemas.microsoft.com/office/drawing/2014/main" id="{F3B5096E-B439-B90B-5317-2550E3B65668}"/>
              </a:ext>
            </a:extLst>
          </p:cNvPr>
          <p:cNvSpPr>
            <a:spLocks noGrp="1"/>
          </p:cNvSpPr>
          <p:nvPr>
            <p:ph type="pic" sz="quarter" idx="11"/>
          </p:nvPr>
        </p:nvSpPr>
        <p:spPr>
          <a:xfrm>
            <a:off x="2064105" y="3033601"/>
            <a:ext cx="1549952" cy="3316398"/>
          </a:xfrm>
          <a:custGeom>
            <a:avLst/>
            <a:gdLst>
              <a:gd name="connsiteX0" fmla="*/ 0 w 2066602"/>
              <a:gd name="connsiteY0" fmla="*/ 0 h 3316398"/>
              <a:gd name="connsiteX1" fmla="*/ 2066602 w 2066602"/>
              <a:gd name="connsiteY1" fmla="*/ 0 h 3316398"/>
              <a:gd name="connsiteX2" fmla="*/ 2066602 w 2066602"/>
              <a:gd name="connsiteY2" fmla="*/ 3316398 h 3316398"/>
              <a:gd name="connsiteX3" fmla="*/ 0 w 2066602"/>
              <a:gd name="connsiteY3" fmla="*/ 3316398 h 3316398"/>
            </a:gdLst>
            <a:ahLst/>
            <a:cxnLst>
              <a:cxn ang="0">
                <a:pos x="connsiteX0" y="connsiteY0"/>
              </a:cxn>
              <a:cxn ang="0">
                <a:pos x="connsiteX1" y="connsiteY1"/>
              </a:cxn>
              <a:cxn ang="0">
                <a:pos x="connsiteX2" y="connsiteY2"/>
              </a:cxn>
              <a:cxn ang="0">
                <a:pos x="connsiteX3" y="connsiteY3"/>
              </a:cxn>
            </a:cxnLst>
            <a:rect l="l" t="t" r="r" b="b"/>
            <a:pathLst>
              <a:path w="2066602" h="3316398">
                <a:moveTo>
                  <a:pt x="0" y="0"/>
                </a:moveTo>
                <a:lnTo>
                  <a:pt x="2066602" y="0"/>
                </a:lnTo>
                <a:lnTo>
                  <a:pt x="2066602" y="3316398"/>
                </a:lnTo>
                <a:lnTo>
                  <a:pt x="0" y="3316398"/>
                </a:lnTo>
                <a:close/>
              </a:path>
            </a:pathLst>
          </a:custGeom>
          <a:solidFill>
            <a:schemeClr val="bg1">
              <a:lumMod val="95000"/>
            </a:schemeClr>
          </a:solidFill>
        </p:spPr>
        <p:txBody>
          <a:bodyPr wrap="square">
            <a:noAutofit/>
          </a:bodyPr>
          <a:lstStyle>
            <a:lvl1pPr>
              <a:defRPr sz="900"/>
            </a:lvl1pPr>
          </a:lstStyle>
          <a:p>
            <a:r>
              <a:rPr lang="en-US"/>
              <a:t>Click icon to add picture</a:t>
            </a:r>
            <a:endParaRPr lang="en-ID"/>
          </a:p>
        </p:txBody>
      </p:sp>
      <p:sp>
        <p:nvSpPr>
          <p:cNvPr id="6" name="Picture Placeholder 11">
            <a:extLst>
              <a:ext uri="{FF2B5EF4-FFF2-40B4-BE49-F238E27FC236}">
                <a16:creationId xmlns:a16="http://schemas.microsoft.com/office/drawing/2014/main" id="{7E850367-FBF9-B7B1-9E76-EC2982182771}"/>
              </a:ext>
            </a:extLst>
          </p:cNvPr>
          <p:cNvSpPr>
            <a:spLocks noGrp="1"/>
          </p:cNvSpPr>
          <p:nvPr>
            <p:ph type="pic" sz="quarter" idx="12"/>
          </p:nvPr>
        </p:nvSpPr>
        <p:spPr>
          <a:xfrm>
            <a:off x="402770" y="798286"/>
            <a:ext cx="1549952" cy="3316398"/>
          </a:xfrm>
          <a:custGeom>
            <a:avLst/>
            <a:gdLst>
              <a:gd name="connsiteX0" fmla="*/ 0 w 2066602"/>
              <a:gd name="connsiteY0" fmla="*/ 0 h 3316398"/>
              <a:gd name="connsiteX1" fmla="*/ 2066602 w 2066602"/>
              <a:gd name="connsiteY1" fmla="*/ 0 h 3316398"/>
              <a:gd name="connsiteX2" fmla="*/ 2066602 w 2066602"/>
              <a:gd name="connsiteY2" fmla="*/ 3316398 h 3316398"/>
              <a:gd name="connsiteX3" fmla="*/ 0 w 2066602"/>
              <a:gd name="connsiteY3" fmla="*/ 3316398 h 3316398"/>
            </a:gdLst>
            <a:ahLst/>
            <a:cxnLst>
              <a:cxn ang="0">
                <a:pos x="connsiteX0" y="connsiteY0"/>
              </a:cxn>
              <a:cxn ang="0">
                <a:pos x="connsiteX1" y="connsiteY1"/>
              </a:cxn>
              <a:cxn ang="0">
                <a:pos x="connsiteX2" y="connsiteY2"/>
              </a:cxn>
              <a:cxn ang="0">
                <a:pos x="connsiteX3" y="connsiteY3"/>
              </a:cxn>
            </a:cxnLst>
            <a:rect l="l" t="t" r="r" b="b"/>
            <a:pathLst>
              <a:path w="2066602" h="3316398">
                <a:moveTo>
                  <a:pt x="0" y="0"/>
                </a:moveTo>
                <a:lnTo>
                  <a:pt x="2066602" y="0"/>
                </a:lnTo>
                <a:lnTo>
                  <a:pt x="2066602" y="3316398"/>
                </a:lnTo>
                <a:lnTo>
                  <a:pt x="0" y="3316398"/>
                </a:lnTo>
                <a:close/>
              </a:path>
            </a:pathLst>
          </a:custGeom>
          <a:solidFill>
            <a:schemeClr val="bg1">
              <a:lumMod val="95000"/>
            </a:schemeClr>
          </a:solidFill>
        </p:spPr>
        <p:txBody>
          <a:bodyPr wrap="square">
            <a:noAutofit/>
          </a:bodyPr>
          <a:lstStyle>
            <a:lvl1pPr>
              <a:defRPr sz="900"/>
            </a:lvl1pPr>
          </a:lstStyle>
          <a:p>
            <a:r>
              <a:rPr lang="en-US"/>
              <a:t>Click icon to add picture</a:t>
            </a:r>
            <a:endParaRPr lang="en-ID"/>
          </a:p>
        </p:txBody>
      </p:sp>
      <p:sp>
        <p:nvSpPr>
          <p:cNvPr id="7" name="Picture Placeholder 14">
            <a:extLst>
              <a:ext uri="{FF2B5EF4-FFF2-40B4-BE49-F238E27FC236}">
                <a16:creationId xmlns:a16="http://schemas.microsoft.com/office/drawing/2014/main" id="{B7999D6D-BA9E-A93A-5AB4-A94911B24D0E}"/>
              </a:ext>
            </a:extLst>
          </p:cNvPr>
          <p:cNvSpPr>
            <a:spLocks noGrp="1"/>
          </p:cNvSpPr>
          <p:nvPr>
            <p:ph type="pic" sz="quarter" idx="13"/>
          </p:nvPr>
        </p:nvSpPr>
        <p:spPr>
          <a:xfrm>
            <a:off x="402770" y="4277251"/>
            <a:ext cx="1549952" cy="2072748"/>
          </a:xfrm>
          <a:custGeom>
            <a:avLst/>
            <a:gdLst>
              <a:gd name="connsiteX0" fmla="*/ 0 w 2066602"/>
              <a:gd name="connsiteY0" fmla="*/ 0 h 2072748"/>
              <a:gd name="connsiteX1" fmla="*/ 2066602 w 2066602"/>
              <a:gd name="connsiteY1" fmla="*/ 0 h 2072748"/>
              <a:gd name="connsiteX2" fmla="*/ 2066602 w 2066602"/>
              <a:gd name="connsiteY2" fmla="*/ 2072748 h 2072748"/>
              <a:gd name="connsiteX3" fmla="*/ 0 w 2066602"/>
              <a:gd name="connsiteY3" fmla="*/ 2072748 h 2072748"/>
            </a:gdLst>
            <a:ahLst/>
            <a:cxnLst>
              <a:cxn ang="0">
                <a:pos x="connsiteX0" y="connsiteY0"/>
              </a:cxn>
              <a:cxn ang="0">
                <a:pos x="connsiteX1" y="connsiteY1"/>
              </a:cxn>
              <a:cxn ang="0">
                <a:pos x="connsiteX2" y="connsiteY2"/>
              </a:cxn>
              <a:cxn ang="0">
                <a:pos x="connsiteX3" y="connsiteY3"/>
              </a:cxn>
            </a:cxnLst>
            <a:rect l="l" t="t" r="r" b="b"/>
            <a:pathLst>
              <a:path w="2066602" h="2072748">
                <a:moveTo>
                  <a:pt x="0" y="0"/>
                </a:moveTo>
                <a:lnTo>
                  <a:pt x="2066602" y="0"/>
                </a:lnTo>
                <a:lnTo>
                  <a:pt x="2066602" y="2072748"/>
                </a:lnTo>
                <a:lnTo>
                  <a:pt x="0" y="2072748"/>
                </a:lnTo>
                <a:close/>
              </a:path>
            </a:pathLst>
          </a:custGeom>
          <a:solidFill>
            <a:schemeClr val="bg1">
              <a:lumMod val="95000"/>
            </a:schemeClr>
          </a:solidFill>
        </p:spPr>
        <p:txBody>
          <a:bodyPr wrap="square">
            <a:noAutofit/>
          </a:bodyPr>
          <a:lstStyle>
            <a:lvl1pPr>
              <a:defRPr sz="900"/>
            </a:lvl1pPr>
          </a:lstStyle>
          <a:p>
            <a:r>
              <a:rPr lang="en-US"/>
              <a:t>Click icon to add picture</a:t>
            </a:r>
            <a:endParaRPr lang="en-ID" dirty="0"/>
          </a:p>
        </p:txBody>
      </p:sp>
      <p:sp>
        <p:nvSpPr>
          <p:cNvPr id="8" name="Content Placeholder 2">
            <a:extLst>
              <a:ext uri="{FF2B5EF4-FFF2-40B4-BE49-F238E27FC236}">
                <a16:creationId xmlns:a16="http://schemas.microsoft.com/office/drawing/2014/main" id="{96F213A9-305D-2AFC-FF34-19434A2D95EE}"/>
              </a:ext>
            </a:extLst>
          </p:cNvPr>
          <p:cNvSpPr>
            <a:spLocks noGrp="1"/>
          </p:cNvSpPr>
          <p:nvPr>
            <p:ph idx="1"/>
          </p:nvPr>
        </p:nvSpPr>
        <p:spPr>
          <a:xfrm>
            <a:off x="3803650" y="273052"/>
            <a:ext cx="5111750" cy="5853113"/>
          </a:xfrm>
        </p:spPr>
        <p:txBody>
          <a:bodyPr/>
          <a:lstStyle>
            <a:lvl1pPr>
              <a:defRPr sz="2400">
                <a:solidFill>
                  <a:schemeClr val="accent5"/>
                </a:solidFill>
              </a:defRPr>
            </a:lvl1pPr>
            <a:lvl2pPr>
              <a:defRPr sz="2100">
                <a:solidFill>
                  <a:schemeClr val="bg1"/>
                </a:solidFill>
              </a:defRPr>
            </a:lvl2pPr>
            <a:lvl3pPr>
              <a:defRPr sz="1800">
                <a:solidFill>
                  <a:schemeClr val="bg1"/>
                </a:solidFill>
              </a:defRPr>
            </a:lvl3pPr>
            <a:lvl4pPr>
              <a:defRPr sz="1500">
                <a:solidFill>
                  <a:schemeClr val="bg1"/>
                </a:solidFill>
              </a:defRPr>
            </a:lvl4pPr>
            <a:lvl5pPr>
              <a:defRPr sz="1500">
                <a:solidFill>
                  <a:schemeClr val="bg1"/>
                </a:solidFill>
              </a:defRPr>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3915944411"/>
      </p:ext>
    </p:extLst>
  </p:cSld>
  <p:clrMapOvr>
    <a:masterClrMapping/>
  </p:clrMapOvr>
  <p:hf hdr="0" ftr="0" dt="0"/>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2_Vertical Title and Text">
    <p:spTree>
      <p:nvGrpSpPr>
        <p:cNvPr id="1" name=""/>
        <p:cNvGrpSpPr/>
        <p:nvPr/>
      </p:nvGrpSpPr>
      <p:grpSpPr>
        <a:xfrm>
          <a:off x="0" y="0"/>
          <a:ext cx="0" cy="0"/>
          <a:chOff x="0" y="0"/>
          <a:chExt cx="0" cy="0"/>
        </a:xfrm>
      </p:grpSpPr>
      <p:sp>
        <p:nvSpPr>
          <p:cNvPr id="2" name="Picture Placeholder 14">
            <a:extLst>
              <a:ext uri="{FF2B5EF4-FFF2-40B4-BE49-F238E27FC236}">
                <a16:creationId xmlns:a16="http://schemas.microsoft.com/office/drawing/2014/main" id="{098A0508-16C0-1CB1-9EB2-E710C774CB8D}"/>
              </a:ext>
            </a:extLst>
          </p:cNvPr>
          <p:cNvSpPr>
            <a:spLocks noGrp="1"/>
          </p:cNvSpPr>
          <p:nvPr>
            <p:ph type="pic" sz="quarter" idx="10"/>
          </p:nvPr>
        </p:nvSpPr>
        <p:spPr>
          <a:xfrm>
            <a:off x="1" y="3744686"/>
            <a:ext cx="2205946"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900">
                <a:latin typeface="+mn-lt"/>
              </a:defRPr>
            </a:lvl1pPr>
          </a:lstStyle>
          <a:p>
            <a:r>
              <a:rPr lang="en-US"/>
              <a:t>Click icon to add picture</a:t>
            </a:r>
            <a:endParaRPr lang="en-ID"/>
          </a:p>
        </p:txBody>
      </p:sp>
      <p:sp>
        <p:nvSpPr>
          <p:cNvPr id="3" name="Picture Placeholder 13">
            <a:extLst>
              <a:ext uri="{FF2B5EF4-FFF2-40B4-BE49-F238E27FC236}">
                <a16:creationId xmlns:a16="http://schemas.microsoft.com/office/drawing/2014/main" id="{60EB9AD5-7DDC-2BFA-AF2C-9962B35D0ED0}"/>
              </a:ext>
            </a:extLst>
          </p:cNvPr>
          <p:cNvSpPr>
            <a:spLocks noGrp="1"/>
          </p:cNvSpPr>
          <p:nvPr>
            <p:ph type="pic" sz="quarter" idx="11"/>
          </p:nvPr>
        </p:nvSpPr>
        <p:spPr>
          <a:xfrm>
            <a:off x="2312686" y="3744686"/>
            <a:ext cx="2205946"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900">
                <a:latin typeface="+mn-lt"/>
              </a:defRPr>
            </a:lvl1pPr>
          </a:lstStyle>
          <a:p>
            <a:r>
              <a:rPr lang="en-US"/>
              <a:t>Click icon to add picture</a:t>
            </a:r>
            <a:endParaRPr lang="en-ID"/>
          </a:p>
        </p:txBody>
      </p:sp>
      <p:sp>
        <p:nvSpPr>
          <p:cNvPr id="9" name="Picture Placeholder 12">
            <a:extLst>
              <a:ext uri="{FF2B5EF4-FFF2-40B4-BE49-F238E27FC236}">
                <a16:creationId xmlns:a16="http://schemas.microsoft.com/office/drawing/2014/main" id="{F2B4AB36-8724-FDDC-F151-CBD3C7917C5E}"/>
              </a:ext>
            </a:extLst>
          </p:cNvPr>
          <p:cNvSpPr>
            <a:spLocks noGrp="1"/>
          </p:cNvSpPr>
          <p:nvPr>
            <p:ph type="pic" sz="quarter" idx="12"/>
          </p:nvPr>
        </p:nvSpPr>
        <p:spPr>
          <a:xfrm>
            <a:off x="4625371" y="3744686"/>
            <a:ext cx="2205946"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900">
                <a:latin typeface="+mn-lt"/>
              </a:defRPr>
            </a:lvl1pPr>
          </a:lstStyle>
          <a:p>
            <a:r>
              <a:rPr lang="en-US"/>
              <a:t>Click icon to add picture</a:t>
            </a:r>
            <a:endParaRPr lang="en-ID"/>
          </a:p>
        </p:txBody>
      </p:sp>
      <p:sp>
        <p:nvSpPr>
          <p:cNvPr id="10" name="Picture Placeholder 11">
            <a:extLst>
              <a:ext uri="{FF2B5EF4-FFF2-40B4-BE49-F238E27FC236}">
                <a16:creationId xmlns:a16="http://schemas.microsoft.com/office/drawing/2014/main" id="{7807B4DD-82EF-E592-BE1A-58254BBE34FF}"/>
              </a:ext>
            </a:extLst>
          </p:cNvPr>
          <p:cNvSpPr>
            <a:spLocks noGrp="1"/>
          </p:cNvSpPr>
          <p:nvPr>
            <p:ph type="pic" sz="quarter" idx="13"/>
          </p:nvPr>
        </p:nvSpPr>
        <p:spPr>
          <a:xfrm>
            <a:off x="6938055" y="3744686"/>
            <a:ext cx="2205946"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900">
                <a:latin typeface="+mn-lt"/>
              </a:defRPr>
            </a:lvl1pPr>
          </a:lstStyle>
          <a:p>
            <a:r>
              <a:rPr lang="en-US"/>
              <a:t>Click icon to add picture</a:t>
            </a:r>
            <a:endParaRPr lang="en-ID"/>
          </a:p>
        </p:txBody>
      </p:sp>
      <p:sp>
        <p:nvSpPr>
          <p:cNvPr id="11" name="Title 1">
            <a:extLst>
              <a:ext uri="{FF2B5EF4-FFF2-40B4-BE49-F238E27FC236}">
                <a16:creationId xmlns:a16="http://schemas.microsoft.com/office/drawing/2014/main" id="{D78BA4D9-57E1-A80D-3014-2BD0F878AF31}"/>
              </a:ext>
            </a:extLst>
          </p:cNvPr>
          <p:cNvSpPr>
            <a:spLocks noGrp="1"/>
          </p:cNvSpPr>
          <p:nvPr>
            <p:ph type="title"/>
          </p:nvPr>
        </p:nvSpPr>
        <p:spPr>
          <a:xfrm>
            <a:off x="221514" y="274638"/>
            <a:ext cx="7843030" cy="1143000"/>
          </a:xfrm>
        </p:spPr>
        <p:txBody>
          <a:bodyPr/>
          <a:lstStyle>
            <a:lvl1pPr>
              <a:defRPr>
                <a:solidFill>
                  <a:schemeClr val="tx2"/>
                </a:solidFill>
              </a:defRPr>
            </a:lvl1pPr>
          </a:lstStyle>
          <a:p>
            <a:r>
              <a:rPr lang="en-US"/>
              <a:t>Click to edit Master title style</a:t>
            </a:r>
            <a:endParaRPr lang="en-GB" dirty="0"/>
          </a:p>
        </p:txBody>
      </p:sp>
      <p:sp>
        <p:nvSpPr>
          <p:cNvPr id="12" name="Content Placeholder 2">
            <a:extLst>
              <a:ext uri="{FF2B5EF4-FFF2-40B4-BE49-F238E27FC236}">
                <a16:creationId xmlns:a16="http://schemas.microsoft.com/office/drawing/2014/main" id="{245A25BC-C7C5-6433-D8E4-A5DF23106C71}"/>
              </a:ext>
            </a:extLst>
          </p:cNvPr>
          <p:cNvSpPr>
            <a:spLocks noGrp="1"/>
          </p:cNvSpPr>
          <p:nvPr>
            <p:ph idx="1"/>
          </p:nvPr>
        </p:nvSpPr>
        <p:spPr>
          <a:xfrm>
            <a:off x="221514" y="1417638"/>
            <a:ext cx="8700972" cy="452596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pic>
        <p:nvPicPr>
          <p:cNvPr id="13" name="Picture 10" descr="APU Logo Final-medium.jpg">
            <a:extLst>
              <a:ext uri="{FF2B5EF4-FFF2-40B4-BE49-F238E27FC236}">
                <a16:creationId xmlns:a16="http://schemas.microsoft.com/office/drawing/2014/main" id="{C388C33F-8C44-39F0-8C2F-7CF690D3C16C}"/>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8334000" y="0"/>
            <a:ext cx="81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4622809"/>
      </p:ext>
    </p:extLst>
  </p:cSld>
  <p:clrMapOvr>
    <a:masterClrMapping/>
  </p:clrMapOvr>
  <p:hf hdr="0" ftr="0" dt="0"/>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3_Vertical Title and Text">
    <p:bg>
      <p:bgPr>
        <a:solidFill>
          <a:srgbClr val="001B4D"/>
        </a:solidFill>
        <a:effectLst/>
      </p:bgPr>
    </p:bg>
    <p:spTree>
      <p:nvGrpSpPr>
        <p:cNvPr id="1" name=""/>
        <p:cNvGrpSpPr/>
        <p:nvPr/>
      </p:nvGrpSpPr>
      <p:grpSpPr>
        <a:xfrm>
          <a:off x="0" y="0"/>
          <a:ext cx="0" cy="0"/>
          <a:chOff x="0" y="0"/>
          <a:chExt cx="0" cy="0"/>
        </a:xfrm>
      </p:grpSpPr>
      <p:sp>
        <p:nvSpPr>
          <p:cNvPr id="2" name="Picture Placeholder 14">
            <a:extLst>
              <a:ext uri="{FF2B5EF4-FFF2-40B4-BE49-F238E27FC236}">
                <a16:creationId xmlns:a16="http://schemas.microsoft.com/office/drawing/2014/main" id="{098A0508-16C0-1CB1-9EB2-E710C774CB8D}"/>
              </a:ext>
            </a:extLst>
          </p:cNvPr>
          <p:cNvSpPr>
            <a:spLocks noGrp="1"/>
          </p:cNvSpPr>
          <p:nvPr>
            <p:ph type="pic" sz="quarter" idx="10"/>
          </p:nvPr>
        </p:nvSpPr>
        <p:spPr>
          <a:xfrm>
            <a:off x="1" y="3744686"/>
            <a:ext cx="2205946"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900">
                <a:latin typeface="+mn-lt"/>
              </a:defRPr>
            </a:lvl1pPr>
          </a:lstStyle>
          <a:p>
            <a:r>
              <a:rPr lang="en-US"/>
              <a:t>Click icon to add picture</a:t>
            </a:r>
            <a:endParaRPr lang="en-ID"/>
          </a:p>
        </p:txBody>
      </p:sp>
      <p:sp>
        <p:nvSpPr>
          <p:cNvPr id="3" name="Picture Placeholder 13">
            <a:extLst>
              <a:ext uri="{FF2B5EF4-FFF2-40B4-BE49-F238E27FC236}">
                <a16:creationId xmlns:a16="http://schemas.microsoft.com/office/drawing/2014/main" id="{60EB9AD5-7DDC-2BFA-AF2C-9962B35D0ED0}"/>
              </a:ext>
            </a:extLst>
          </p:cNvPr>
          <p:cNvSpPr>
            <a:spLocks noGrp="1"/>
          </p:cNvSpPr>
          <p:nvPr>
            <p:ph type="pic" sz="quarter" idx="11"/>
          </p:nvPr>
        </p:nvSpPr>
        <p:spPr>
          <a:xfrm>
            <a:off x="2312686" y="3744686"/>
            <a:ext cx="2205946"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900">
                <a:latin typeface="+mn-lt"/>
              </a:defRPr>
            </a:lvl1pPr>
          </a:lstStyle>
          <a:p>
            <a:r>
              <a:rPr lang="en-US"/>
              <a:t>Click icon to add picture</a:t>
            </a:r>
            <a:endParaRPr lang="en-ID"/>
          </a:p>
        </p:txBody>
      </p:sp>
      <p:sp>
        <p:nvSpPr>
          <p:cNvPr id="9" name="Picture Placeholder 12">
            <a:extLst>
              <a:ext uri="{FF2B5EF4-FFF2-40B4-BE49-F238E27FC236}">
                <a16:creationId xmlns:a16="http://schemas.microsoft.com/office/drawing/2014/main" id="{F2B4AB36-8724-FDDC-F151-CBD3C7917C5E}"/>
              </a:ext>
            </a:extLst>
          </p:cNvPr>
          <p:cNvSpPr>
            <a:spLocks noGrp="1"/>
          </p:cNvSpPr>
          <p:nvPr>
            <p:ph type="pic" sz="quarter" idx="12"/>
          </p:nvPr>
        </p:nvSpPr>
        <p:spPr>
          <a:xfrm>
            <a:off x="4625371" y="3744686"/>
            <a:ext cx="2205946"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900">
                <a:latin typeface="+mn-lt"/>
              </a:defRPr>
            </a:lvl1pPr>
          </a:lstStyle>
          <a:p>
            <a:r>
              <a:rPr lang="en-US"/>
              <a:t>Click icon to add picture</a:t>
            </a:r>
            <a:endParaRPr lang="en-ID"/>
          </a:p>
        </p:txBody>
      </p:sp>
      <p:sp>
        <p:nvSpPr>
          <p:cNvPr id="10" name="Picture Placeholder 11">
            <a:extLst>
              <a:ext uri="{FF2B5EF4-FFF2-40B4-BE49-F238E27FC236}">
                <a16:creationId xmlns:a16="http://schemas.microsoft.com/office/drawing/2014/main" id="{7807B4DD-82EF-E592-BE1A-58254BBE34FF}"/>
              </a:ext>
            </a:extLst>
          </p:cNvPr>
          <p:cNvSpPr>
            <a:spLocks noGrp="1"/>
          </p:cNvSpPr>
          <p:nvPr>
            <p:ph type="pic" sz="quarter" idx="13"/>
          </p:nvPr>
        </p:nvSpPr>
        <p:spPr>
          <a:xfrm>
            <a:off x="6938055" y="3744686"/>
            <a:ext cx="2205946"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900">
                <a:latin typeface="+mn-lt"/>
              </a:defRPr>
            </a:lvl1pPr>
          </a:lstStyle>
          <a:p>
            <a:r>
              <a:rPr lang="en-US"/>
              <a:t>Click icon to add picture</a:t>
            </a:r>
            <a:endParaRPr lang="en-ID"/>
          </a:p>
        </p:txBody>
      </p:sp>
      <p:sp>
        <p:nvSpPr>
          <p:cNvPr id="11" name="Title 1">
            <a:extLst>
              <a:ext uri="{FF2B5EF4-FFF2-40B4-BE49-F238E27FC236}">
                <a16:creationId xmlns:a16="http://schemas.microsoft.com/office/drawing/2014/main" id="{D78BA4D9-57E1-A80D-3014-2BD0F878AF31}"/>
              </a:ext>
            </a:extLst>
          </p:cNvPr>
          <p:cNvSpPr>
            <a:spLocks noGrp="1"/>
          </p:cNvSpPr>
          <p:nvPr>
            <p:ph type="title"/>
          </p:nvPr>
        </p:nvSpPr>
        <p:spPr>
          <a:xfrm>
            <a:off x="221514" y="274638"/>
            <a:ext cx="7843030" cy="1143000"/>
          </a:xfrm>
        </p:spPr>
        <p:txBody>
          <a:bodyPr/>
          <a:lstStyle>
            <a:lvl1pPr>
              <a:defRPr>
                <a:solidFill>
                  <a:schemeClr val="accent5"/>
                </a:solidFill>
              </a:defRPr>
            </a:lvl1pPr>
          </a:lstStyle>
          <a:p>
            <a:r>
              <a:rPr lang="en-US"/>
              <a:t>Click to edit Master title style</a:t>
            </a:r>
            <a:endParaRPr lang="en-GB" dirty="0"/>
          </a:p>
        </p:txBody>
      </p:sp>
      <p:sp>
        <p:nvSpPr>
          <p:cNvPr id="12" name="Content Placeholder 2">
            <a:extLst>
              <a:ext uri="{FF2B5EF4-FFF2-40B4-BE49-F238E27FC236}">
                <a16:creationId xmlns:a16="http://schemas.microsoft.com/office/drawing/2014/main" id="{245A25BC-C7C5-6433-D8E4-A5DF23106C71}"/>
              </a:ext>
            </a:extLst>
          </p:cNvPr>
          <p:cNvSpPr>
            <a:spLocks noGrp="1"/>
          </p:cNvSpPr>
          <p:nvPr>
            <p:ph idx="1"/>
          </p:nvPr>
        </p:nvSpPr>
        <p:spPr>
          <a:xfrm>
            <a:off x="221514" y="1417638"/>
            <a:ext cx="8700972" cy="4525962"/>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pic>
        <p:nvPicPr>
          <p:cNvPr id="4" name="Picture 3" descr="Logo, company name&#10;&#10;Description automatically generated">
            <a:extLst>
              <a:ext uri="{FF2B5EF4-FFF2-40B4-BE49-F238E27FC236}">
                <a16:creationId xmlns:a16="http://schemas.microsoft.com/office/drawing/2014/main" id="{13D2297B-429D-D242-496A-D8036CC69E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38457" y="27044"/>
            <a:ext cx="784359" cy="981307"/>
          </a:xfrm>
          <a:prstGeom prst="rect">
            <a:avLst/>
          </a:prstGeom>
        </p:spPr>
      </p:pic>
    </p:spTree>
    <p:extLst>
      <p:ext uri="{BB962C8B-B14F-4D97-AF65-F5344CB8AC3E}">
        <p14:creationId xmlns:p14="http://schemas.microsoft.com/office/powerpoint/2010/main" val="1999780215"/>
      </p:ext>
    </p:extLst>
  </p:cSld>
  <p:clrMapOvr>
    <a:masterClrMapping/>
  </p:clrMapOvr>
  <p:hf hdr="0" ftr="0" dt="0"/>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microsoft.com/office/2007/relationships/hdphoto" Target="../media/hdphoto1.wdp"/><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image" Target="../media/image1.png"/><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descr="A picture containing outdoor object, honeycomb&#10;&#10;Description automatically generated">
            <a:extLst>
              <a:ext uri="{FF2B5EF4-FFF2-40B4-BE49-F238E27FC236}">
                <a16:creationId xmlns:a16="http://schemas.microsoft.com/office/drawing/2014/main" id="{ECC693F6-F024-A3A9-24FB-E8ED5704B67C}"/>
              </a:ext>
            </a:extLst>
          </p:cNvPr>
          <p:cNvPicPr>
            <a:picLocks noChangeAspect="1"/>
          </p:cNvPicPr>
          <p:nvPr/>
        </p:nvPicPr>
        <p:blipFill rotWithShape="1">
          <a:blip r:embed="rId43">
            <a:extLst>
              <a:ext uri="{BEBA8EAE-BF5A-486C-A8C5-ECC9F3942E4B}">
                <a14:imgProps xmlns:a14="http://schemas.microsoft.com/office/drawing/2010/main">
                  <a14:imgLayer r:embed="rId44">
                    <a14:imgEffect>
                      <a14:saturation sat="66000"/>
                    </a14:imgEffect>
                  </a14:imgLayer>
                </a14:imgProps>
              </a:ext>
              <a:ext uri="{28A0092B-C50C-407E-A947-70E740481C1C}">
                <a14:useLocalDpi xmlns:a14="http://schemas.microsoft.com/office/drawing/2010/main" val="0"/>
              </a:ext>
            </a:extLst>
          </a:blip>
          <a:srcRect t="94815"/>
          <a:stretch/>
        </p:blipFill>
        <p:spPr>
          <a:xfrm>
            <a:off x="0" y="6502399"/>
            <a:ext cx="9144000" cy="355601"/>
          </a:xfrm>
          <a:prstGeom prst="rect">
            <a:avLst/>
          </a:prstGeom>
        </p:spPr>
      </p:pic>
      <p:sp>
        <p:nvSpPr>
          <p:cNvPr id="1028" name="Rectangle 4">
            <a:extLst>
              <a:ext uri="{FF2B5EF4-FFF2-40B4-BE49-F238E27FC236}">
                <a16:creationId xmlns:a16="http://schemas.microsoft.com/office/drawing/2014/main" id="{B623752B-4505-458A-8F13-B97CEB0BB875}"/>
              </a:ext>
            </a:extLst>
          </p:cNvPr>
          <p:cNvSpPr>
            <a:spLocks noGrp="1" noChangeArrowheads="1"/>
          </p:cNvSpPr>
          <p:nvPr>
            <p:ph type="body" idx="1"/>
          </p:nvPr>
        </p:nvSpPr>
        <p:spPr bwMode="auto">
          <a:xfrm>
            <a:off x="190500" y="1697038"/>
            <a:ext cx="8810625"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endParaRPr lang="en-GB" altLang="en-US" dirty="0"/>
          </a:p>
        </p:txBody>
      </p:sp>
      <p:sp>
        <p:nvSpPr>
          <p:cNvPr id="1029" name="Rectangle 6">
            <a:extLst>
              <a:ext uri="{FF2B5EF4-FFF2-40B4-BE49-F238E27FC236}">
                <a16:creationId xmlns:a16="http://schemas.microsoft.com/office/drawing/2014/main" id="{4D7F5865-615B-424A-A375-A8F1EEAE744B}"/>
              </a:ext>
            </a:extLst>
          </p:cNvPr>
          <p:cNvSpPr>
            <a:spLocks noGrp="1" noChangeArrowheads="1"/>
          </p:cNvSpPr>
          <p:nvPr>
            <p:ph type="title"/>
          </p:nvPr>
        </p:nvSpPr>
        <p:spPr bwMode="auto">
          <a:xfrm>
            <a:off x="221514" y="274638"/>
            <a:ext cx="784303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GB" altLang="en-US" dirty="0"/>
          </a:p>
        </p:txBody>
      </p:sp>
      <p:sp>
        <p:nvSpPr>
          <p:cNvPr id="2" name="TextBox 1">
            <a:extLst>
              <a:ext uri="{FF2B5EF4-FFF2-40B4-BE49-F238E27FC236}">
                <a16:creationId xmlns:a16="http://schemas.microsoft.com/office/drawing/2014/main" id="{A748569D-7387-4D30-B100-DC94E7D1863E}"/>
              </a:ext>
            </a:extLst>
          </p:cNvPr>
          <p:cNvSpPr txBox="1"/>
          <p:nvPr/>
        </p:nvSpPr>
        <p:spPr>
          <a:xfrm>
            <a:off x="8144693" y="6588371"/>
            <a:ext cx="1162594" cy="184666"/>
          </a:xfrm>
          <a:prstGeom prst="rect">
            <a:avLst/>
          </a:prstGeom>
          <a:noFill/>
        </p:spPr>
        <p:txBody>
          <a:bodyPr wrap="square" rtlCol="0">
            <a:spAutoFit/>
          </a:bodyPr>
          <a:lstStyle/>
          <a:p>
            <a:pPr algn="ctr"/>
            <a:r>
              <a:rPr lang="en-US" sz="600" dirty="0">
                <a:solidFill>
                  <a:schemeClr val="bg2"/>
                </a:solidFill>
                <a:latin typeface="Montserrat" panose="00000500000000000000" pitchFamily="2" charset="0"/>
              </a:rPr>
              <a:t>SLIDE </a:t>
            </a:r>
            <a:fld id="{7E7DF8DA-2BBC-4974-99EF-62657F72EFE3}" type="slidenum">
              <a:rPr lang="en-US" sz="600" smtClean="0">
                <a:solidFill>
                  <a:schemeClr val="bg2"/>
                </a:solidFill>
                <a:latin typeface="Montserrat" panose="00000500000000000000" pitchFamily="2" charset="0"/>
              </a:rPr>
              <a:pPr algn="ctr"/>
              <a:t>‹#›</a:t>
            </a:fld>
            <a:endParaRPr lang="en-US" sz="600" dirty="0">
              <a:solidFill>
                <a:schemeClr val="bg2"/>
              </a:solidFill>
              <a:latin typeface="Montserrat" panose="00000500000000000000" pitchFamily="2" charset="0"/>
            </a:endParaRPr>
          </a:p>
        </p:txBody>
      </p:sp>
      <p:sp>
        <p:nvSpPr>
          <p:cNvPr id="3" name="TextBox 2">
            <a:extLst>
              <a:ext uri="{FF2B5EF4-FFF2-40B4-BE49-F238E27FC236}">
                <a16:creationId xmlns:a16="http://schemas.microsoft.com/office/drawing/2014/main" id="{86DC117F-9549-84AD-C279-A42AEB20D920}"/>
              </a:ext>
            </a:extLst>
          </p:cNvPr>
          <p:cNvSpPr txBox="1"/>
          <p:nvPr/>
        </p:nvSpPr>
        <p:spPr>
          <a:xfrm>
            <a:off x="29381" y="6588371"/>
            <a:ext cx="1783091" cy="276999"/>
          </a:xfrm>
          <a:prstGeom prst="rect">
            <a:avLst/>
          </a:prstGeom>
          <a:noFill/>
        </p:spPr>
        <p:txBody>
          <a:bodyPr wrap="square" rtlCol="0">
            <a:spAutoFit/>
          </a:bodyPr>
          <a:lstStyle/>
          <a:p>
            <a:pPr algn="l"/>
            <a:r>
              <a:rPr lang="en-US" sz="600" dirty="0">
                <a:solidFill>
                  <a:schemeClr val="bg2"/>
                </a:solidFill>
                <a:latin typeface="Montserrat" panose="00000500000000000000" pitchFamily="2" charset="0"/>
              </a:rPr>
              <a:t>Digital Security and Forensics</a:t>
            </a:r>
            <a:br>
              <a:rPr lang="en-US" sz="600" dirty="0">
                <a:solidFill>
                  <a:schemeClr val="bg2"/>
                </a:solidFill>
                <a:latin typeface="Montserrat" panose="00000500000000000000" pitchFamily="2" charset="0"/>
              </a:rPr>
            </a:br>
            <a:r>
              <a:rPr lang="en-US" sz="600" dirty="0">
                <a:solidFill>
                  <a:schemeClr val="bg2"/>
                </a:solidFill>
                <a:latin typeface="Montserrat" panose="00000500000000000000" pitchFamily="2" charset="0"/>
              </a:rPr>
              <a:t>AICT006-4-2-DSF </a:t>
            </a:r>
          </a:p>
        </p:txBody>
      </p:sp>
      <p:sp>
        <p:nvSpPr>
          <p:cNvPr id="8" name="TextBox 7">
            <a:extLst>
              <a:ext uri="{FF2B5EF4-FFF2-40B4-BE49-F238E27FC236}">
                <a16:creationId xmlns:a16="http://schemas.microsoft.com/office/drawing/2014/main" id="{9EBD054F-4D2B-C683-DC2F-88927DD0A10B}"/>
              </a:ext>
            </a:extLst>
          </p:cNvPr>
          <p:cNvSpPr txBox="1"/>
          <p:nvPr/>
        </p:nvSpPr>
        <p:spPr>
          <a:xfrm>
            <a:off x="3360421" y="6572476"/>
            <a:ext cx="2547257" cy="184666"/>
          </a:xfrm>
          <a:prstGeom prst="rect">
            <a:avLst/>
          </a:prstGeom>
          <a:noFill/>
        </p:spPr>
        <p:txBody>
          <a:bodyPr wrap="square" rtlCol="0">
            <a:spAutoFit/>
          </a:bodyPr>
          <a:lstStyle/>
          <a:p>
            <a:pPr algn="ctr"/>
            <a:r>
              <a:rPr lang="en-US" sz="600" dirty="0">
                <a:solidFill>
                  <a:schemeClr val="bg2"/>
                </a:solidFill>
                <a:latin typeface="Montserrat" panose="00000500000000000000" pitchFamily="2" charset="0"/>
              </a:rPr>
              <a:t>Cryptography</a:t>
            </a:r>
          </a:p>
        </p:txBody>
      </p:sp>
    </p:spTree>
    <p:extLst>
      <p:ext uri="{BB962C8B-B14F-4D97-AF65-F5344CB8AC3E}">
        <p14:creationId xmlns:p14="http://schemas.microsoft.com/office/powerpoint/2010/main" val="2320787943"/>
      </p:ext>
    </p:extLst>
  </p:cSld>
  <p:clrMap bg1="lt1" tx1="dk1" bg2="lt2" tx2="dk2" accent1="accent1" accent2="accent2" accent3="accent3" accent4="accent4" accent5="accent5" accent6="accent6" hlink="hlink" folHlink="folHlink"/>
  <p:sldLayoutIdLst>
    <p:sldLayoutId id="2147484576" r:id="rId1"/>
    <p:sldLayoutId id="2147484577" r:id="rId2"/>
    <p:sldLayoutId id="2147484578" r:id="rId3"/>
    <p:sldLayoutId id="2147484579" r:id="rId4"/>
    <p:sldLayoutId id="2147484580" r:id="rId5"/>
    <p:sldLayoutId id="2147484581" r:id="rId6"/>
    <p:sldLayoutId id="2147484582" r:id="rId7"/>
    <p:sldLayoutId id="2147484583" r:id="rId8"/>
    <p:sldLayoutId id="2147484584" r:id="rId9"/>
    <p:sldLayoutId id="2147484585" r:id="rId10"/>
    <p:sldLayoutId id="2147484586" r:id="rId11"/>
    <p:sldLayoutId id="2147484587" r:id="rId12"/>
    <p:sldLayoutId id="2147484588" r:id="rId13"/>
    <p:sldLayoutId id="2147484589" r:id="rId14"/>
    <p:sldLayoutId id="2147484590" r:id="rId15"/>
    <p:sldLayoutId id="2147484591" r:id="rId16"/>
    <p:sldLayoutId id="2147484592" r:id="rId17"/>
    <p:sldLayoutId id="2147484593" r:id="rId18"/>
    <p:sldLayoutId id="2147484594" r:id="rId19"/>
    <p:sldLayoutId id="2147484595" r:id="rId20"/>
    <p:sldLayoutId id="2147484596" r:id="rId21"/>
    <p:sldLayoutId id="2147484597" r:id="rId22"/>
    <p:sldLayoutId id="2147484598" r:id="rId23"/>
    <p:sldLayoutId id="2147484599" r:id="rId24"/>
    <p:sldLayoutId id="2147484600" r:id="rId25"/>
    <p:sldLayoutId id="2147484601" r:id="rId26"/>
    <p:sldLayoutId id="2147484602" r:id="rId27"/>
    <p:sldLayoutId id="2147484603" r:id="rId28"/>
    <p:sldLayoutId id="2147484604" r:id="rId29"/>
    <p:sldLayoutId id="2147484605" r:id="rId30"/>
    <p:sldLayoutId id="2147484606" r:id="rId31"/>
    <p:sldLayoutId id="2147484607" r:id="rId32"/>
    <p:sldLayoutId id="2147484608" r:id="rId33"/>
    <p:sldLayoutId id="2147484609" r:id="rId34"/>
    <p:sldLayoutId id="2147484610" r:id="rId35"/>
    <p:sldLayoutId id="2147484611" r:id="rId36"/>
    <p:sldLayoutId id="2147484612" r:id="rId37"/>
    <p:sldLayoutId id="2147484613" r:id="rId38"/>
    <p:sldLayoutId id="2147484614" r:id="rId39"/>
    <p:sldLayoutId id="2147484615" r:id="rId40"/>
    <p:sldLayoutId id="2147484616" r:id="rId41"/>
  </p:sldLayoutIdLst>
  <p:hf hdr="0" ftr="0" dt="0"/>
  <p:txStyles>
    <p:titleStyle>
      <a:lvl1pPr algn="l" rtl="0" eaLnBrk="1" fontAlgn="base" hangingPunct="1">
        <a:spcBef>
          <a:spcPct val="0"/>
        </a:spcBef>
        <a:spcAft>
          <a:spcPct val="0"/>
        </a:spcAft>
        <a:defRPr sz="2800" b="1">
          <a:solidFill>
            <a:schemeClr val="tx2"/>
          </a:solidFill>
          <a:latin typeface="Montserrat" panose="00000500000000000000" pitchFamily="2" charset="0"/>
          <a:ea typeface="+mj-ea"/>
          <a:cs typeface="+mj-cs"/>
        </a:defRPr>
      </a:lvl1pPr>
      <a:lvl2pPr algn="ctr" rtl="0" eaLnBrk="1" fontAlgn="base" hangingPunct="1">
        <a:spcBef>
          <a:spcPct val="0"/>
        </a:spcBef>
        <a:spcAft>
          <a:spcPct val="0"/>
        </a:spcAft>
        <a:defRPr sz="2700">
          <a:solidFill>
            <a:schemeClr val="tx2"/>
          </a:solidFill>
          <a:latin typeface="Arial" charset="0"/>
        </a:defRPr>
      </a:lvl2pPr>
      <a:lvl3pPr algn="ctr" rtl="0" eaLnBrk="1" fontAlgn="base" hangingPunct="1">
        <a:spcBef>
          <a:spcPct val="0"/>
        </a:spcBef>
        <a:spcAft>
          <a:spcPct val="0"/>
        </a:spcAft>
        <a:defRPr sz="2700">
          <a:solidFill>
            <a:schemeClr val="tx2"/>
          </a:solidFill>
          <a:latin typeface="Arial" charset="0"/>
        </a:defRPr>
      </a:lvl3pPr>
      <a:lvl4pPr algn="ctr" rtl="0" eaLnBrk="1" fontAlgn="base" hangingPunct="1">
        <a:spcBef>
          <a:spcPct val="0"/>
        </a:spcBef>
        <a:spcAft>
          <a:spcPct val="0"/>
        </a:spcAft>
        <a:defRPr sz="2700">
          <a:solidFill>
            <a:schemeClr val="tx2"/>
          </a:solidFill>
          <a:latin typeface="Arial" charset="0"/>
        </a:defRPr>
      </a:lvl4pPr>
      <a:lvl5pPr algn="ctr" rtl="0" eaLnBrk="1" fontAlgn="base" hangingPunct="1">
        <a:spcBef>
          <a:spcPct val="0"/>
        </a:spcBef>
        <a:spcAft>
          <a:spcPct val="0"/>
        </a:spcAft>
        <a:defRPr sz="2700">
          <a:solidFill>
            <a:schemeClr val="tx2"/>
          </a:solidFill>
          <a:latin typeface="Arial" charset="0"/>
        </a:defRPr>
      </a:lvl5pPr>
      <a:lvl6pPr marL="342900" algn="ctr" rtl="0" eaLnBrk="1" fontAlgn="base" hangingPunct="1">
        <a:spcBef>
          <a:spcPct val="0"/>
        </a:spcBef>
        <a:spcAft>
          <a:spcPct val="0"/>
        </a:spcAft>
        <a:defRPr sz="2700">
          <a:solidFill>
            <a:schemeClr val="tx2"/>
          </a:solidFill>
          <a:latin typeface="Arial" charset="0"/>
        </a:defRPr>
      </a:lvl6pPr>
      <a:lvl7pPr marL="685800" algn="ctr" rtl="0" eaLnBrk="1" fontAlgn="base" hangingPunct="1">
        <a:spcBef>
          <a:spcPct val="0"/>
        </a:spcBef>
        <a:spcAft>
          <a:spcPct val="0"/>
        </a:spcAft>
        <a:defRPr sz="2700">
          <a:solidFill>
            <a:schemeClr val="tx2"/>
          </a:solidFill>
          <a:latin typeface="Arial" charset="0"/>
        </a:defRPr>
      </a:lvl7pPr>
      <a:lvl8pPr marL="1028700" algn="ctr" rtl="0" eaLnBrk="1" fontAlgn="base" hangingPunct="1">
        <a:spcBef>
          <a:spcPct val="0"/>
        </a:spcBef>
        <a:spcAft>
          <a:spcPct val="0"/>
        </a:spcAft>
        <a:defRPr sz="2700">
          <a:solidFill>
            <a:schemeClr val="tx2"/>
          </a:solidFill>
          <a:latin typeface="Arial" charset="0"/>
        </a:defRPr>
      </a:lvl8pPr>
      <a:lvl9pPr marL="1371600" algn="ctr" rtl="0" eaLnBrk="1" fontAlgn="base" hangingPunct="1">
        <a:spcBef>
          <a:spcPct val="0"/>
        </a:spcBef>
        <a:spcAft>
          <a:spcPct val="0"/>
        </a:spcAft>
        <a:defRPr sz="2700">
          <a:solidFill>
            <a:schemeClr val="tx2"/>
          </a:solidFill>
          <a:latin typeface="Arial" charset="0"/>
        </a:defRPr>
      </a:lvl9pPr>
    </p:titleStyle>
    <p:bodyStyle>
      <a:lvl1pPr marL="257175" indent="-257175" algn="l" rtl="0" eaLnBrk="1" fontAlgn="base" hangingPunct="1">
        <a:spcBef>
          <a:spcPct val="20000"/>
        </a:spcBef>
        <a:spcAft>
          <a:spcPct val="0"/>
        </a:spcAft>
        <a:buChar char="•"/>
        <a:defRPr sz="2400">
          <a:solidFill>
            <a:schemeClr val="tx1"/>
          </a:solidFill>
          <a:latin typeface="+mj-lt"/>
          <a:ea typeface="+mn-ea"/>
          <a:cs typeface="Calibri" panose="020F0502020204030204" pitchFamily="34" charset="0"/>
        </a:defRPr>
      </a:lvl1pPr>
      <a:lvl2pPr marL="557213" indent="-214313" algn="l" rtl="0" eaLnBrk="1" fontAlgn="base" hangingPunct="1">
        <a:spcBef>
          <a:spcPct val="20000"/>
        </a:spcBef>
        <a:spcAft>
          <a:spcPct val="0"/>
        </a:spcAft>
        <a:buChar char="–"/>
        <a:defRPr sz="1800">
          <a:solidFill>
            <a:schemeClr val="tx1"/>
          </a:solidFill>
          <a:latin typeface="+mj-lt"/>
          <a:cs typeface="Calibri" panose="020F0502020204030204" pitchFamily="34" charset="0"/>
        </a:defRPr>
      </a:lvl2pPr>
      <a:lvl3pPr marL="857250" indent="-171450" algn="l" rtl="0" eaLnBrk="1" fontAlgn="base" hangingPunct="1">
        <a:spcBef>
          <a:spcPct val="20000"/>
        </a:spcBef>
        <a:spcAft>
          <a:spcPct val="0"/>
        </a:spcAft>
        <a:buChar char="•"/>
        <a:defRPr sz="1600">
          <a:solidFill>
            <a:schemeClr val="tx1"/>
          </a:solidFill>
          <a:latin typeface="+mj-lt"/>
          <a:cs typeface="Calibri" panose="020F0502020204030204" pitchFamily="34" charset="0"/>
        </a:defRPr>
      </a:lvl3pPr>
      <a:lvl4pPr marL="1200150" indent="-171450" algn="l" rtl="0" eaLnBrk="1" fontAlgn="base" hangingPunct="1">
        <a:spcBef>
          <a:spcPct val="20000"/>
        </a:spcBef>
        <a:spcAft>
          <a:spcPct val="0"/>
        </a:spcAft>
        <a:buChar char="–"/>
        <a:defRPr sz="1400">
          <a:solidFill>
            <a:schemeClr val="tx1"/>
          </a:solidFill>
          <a:latin typeface="+mj-lt"/>
          <a:cs typeface="Calibri" panose="020F0502020204030204" pitchFamily="34" charset="0"/>
        </a:defRPr>
      </a:lvl4pPr>
      <a:lvl5pPr marL="1543050" indent="-171450" algn="l" rtl="0" eaLnBrk="1" fontAlgn="base" hangingPunct="1">
        <a:spcBef>
          <a:spcPct val="20000"/>
        </a:spcBef>
        <a:spcAft>
          <a:spcPct val="0"/>
        </a:spcAft>
        <a:buChar char="»"/>
        <a:defRPr sz="1050">
          <a:solidFill>
            <a:schemeClr val="tx1"/>
          </a:solidFill>
          <a:latin typeface="+mj-lt"/>
          <a:cs typeface="Calibri" panose="020F0502020204030204" pitchFamily="34" charset="0"/>
        </a:defRPr>
      </a:lvl5pPr>
      <a:lvl6pPr marL="1885950" indent="-171450" algn="l" rtl="0" eaLnBrk="1" fontAlgn="base" hangingPunct="1">
        <a:spcBef>
          <a:spcPct val="20000"/>
        </a:spcBef>
        <a:spcAft>
          <a:spcPct val="0"/>
        </a:spcAft>
        <a:buChar char="»"/>
        <a:defRPr sz="1500">
          <a:solidFill>
            <a:schemeClr val="tx1"/>
          </a:solidFill>
          <a:latin typeface="+mn-lt"/>
        </a:defRPr>
      </a:lvl6pPr>
      <a:lvl7pPr marL="2228850" indent="-171450" algn="l" rtl="0" eaLnBrk="1" fontAlgn="base" hangingPunct="1">
        <a:spcBef>
          <a:spcPct val="20000"/>
        </a:spcBef>
        <a:spcAft>
          <a:spcPct val="0"/>
        </a:spcAft>
        <a:buChar char="»"/>
        <a:defRPr sz="1500">
          <a:solidFill>
            <a:schemeClr val="tx1"/>
          </a:solidFill>
          <a:latin typeface="+mn-lt"/>
        </a:defRPr>
      </a:lvl7pPr>
      <a:lvl8pPr marL="2571750" indent="-171450" algn="l" rtl="0" eaLnBrk="1" fontAlgn="base" hangingPunct="1">
        <a:spcBef>
          <a:spcPct val="20000"/>
        </a:spcBef>
        <a:spcAft>
          <a:spcPct val="0"/>
        </a:spcAft>
        <a:buChar char="»"/>
        <a:defRPr sz="1500">
          <a:solidFill>
            <a:schemeClr val="tx1"/>
          </a:solidFill>
          <a:latin typeface="+mn-lt"/>
        </a:defRPr>
      </a:lvl8pPr>
      <a:lvl9pPr marL="2914650" indent="-171450" algn="l" rtl="0" eaLnBrk="1" fontAlgn="base" hangingPunct="1">
        <a:spcBef>
          <a:spcPct val="20000"/>
        </a:spcBef>
        <a:spcAft>
          <a:spcPct val="0"/>
        </a:spcAft>
        <a:buChar char="»"/>
        <a:defRPr sz="1500">
          <a:solidFill>
            <a:schemeClr val="tx1"/>
          </a:solidFill>
          <a:latin typeface="+mn-lt"/>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5.xml"/><Relationship Id="rId1" Type="http://schemas.openxmlformats.org/officeDocument/2006/relationships/slideLayout" Target="../slideLayouts/slideLayout17.xml"/><Relationship Id="rId4" Type="http://schemas.openxmlformats.org/officeDocument/2006/relationships/image" Target="../media/image6.wmf"/></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7.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7.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17.xml"/><Relationship Id="rId5" Type="http://schemas.openxmlformats.org/officeDocument/2006/relationships/image" Target="../media/image11.png"/><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tags" Target="../tags/tag4.xml"/><Relationship Id="rId7" Type="http://schemas.openxmlformats.org/officeDocument/2006/relationships/image" Target="../media/image12.png"/><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slideLayout" Target="../slideLayouts/slideLayout17.xml"/><Relationship Id="rId5" Type="http://schemas.openxmlformats.org/officeDocument/2006/relationships/tags" Target="../tags/tag6.xml"/><Relationship Id="rId4" Type="http://schemas.openxmlformats.org/officeDocument/2006/relationships/tags" Target="../tags/tag5.xml"/></Relationships>
</file>

<file path=ppt/slides/_rels/slide20.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tags" Target="../tags/tag9.xml"/><Relationship Id="rId7" Type="http://schemas.openxmlformats.org/officeDocument/2006/relationships/image" Target="../media/image12.png"/><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slideLayout" Target="../slideLayouts/slideLayout17.xml"/><Relationship Id="rId5" Type="http://schemas.openxmlformats.org/officeDocument/2006/relationships/tags" Target="../tags/tag11.xml"/><Relationship Id="rId4" Type="http://schemas.openxmlformats.org/officeDocument/2006/relationships/tags" Target="../tags/tag1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6.xml"/><Relationship Id="rId1" Type="http://schemas.openxmlformats.org/officeDocument/2006/relationships/slideLayout" Target="../slideLayouts/slideLayout8.xml"/><Relationship Id="rId5" Type="http://schemas.openxmlformats.org/officeDocument/2006/relationships/image" Target="../media/image17.png"/><Relationship Id="rId4" Type="http://schemas.openxmlformats.org/officeDocument/2006/relationships/image" Target="../media/image16.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7.xml"/></Relationships>
</file>

<file path=ppt/slides/_rels/slide3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2.xml"/><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5.xml"/><Relationship Id="rId1" Type="http://schemas.openxmlformats.org/officeDocument/2006/relationships/slideLayout" Target="../slideLayouts/slideLayout17.xml"/><Relationship Id="rId4" Type="http://schemas.openxmlformats.org/officeDocument/2006/relationships/image" Target="../media/image8.png"/></Relationships>
</file>

<file path=ppt/slides/_rels/slide4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6.xml"/><Relationship Id="rId1" Type="http://schemas.openxmlformats.org/officeDocument/2006/relationships/slideLayout" Target="../slideLayouts/slideLayout17.xml"/><Relationship Id="rId4" Type="http://schemas.openxmlformats.org/officeDocument/2006/relationships/image" Target="../media/image8.png"/></Relationships>
</file>

<file path=ppt/slides/_rels/slide4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7.xml"/><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7.xml"/></Relationships>
</file>

<file path=ppt/slides/_rels/slide4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9.xml"/><Relationship Id="rId1" Type="http://schemas.openxmlformats.org/officeDocument/2006/relationships/slideLayout" Target="../slideLayouts/slideLayout17.xml"/><Relationship Id="rId4" Type="http://schemas.openxmlformats.org/officeDocument/2006/relationships/image" Target="../media/image8.png"/></Relationships>
</file>

<file path=ppt/slides/_rels/slide4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0.xml"/><Relationship Id="rId1" Type="http://schemas.openxmlformats.org/officeDocument/2006/relationships/slideLayout" Target="../slideLayouts/slideLayout17.xml"/><Relationship Id="rId4" Type="http://schemas.openxmlformats.org/officeDocument/2006/relationships/image" Target="../media/image8.png"/></Relationships>
</file>

<file path=ppt/slides/_rels/slide4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1.xml"/><Relationship Id="rId1" Type="http://schemas.openxmlformats.org/officeDocument/2006/relationships/slideLayout" Target="../slideLayouts/slideLayout17.xml"/><Relationship Id="rId4" Type="http://schemas.openxmlformats.org/officeDocument/2006/relationships/image" Target="../media/image8.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8.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8.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7.xml.rels><?xml version="1.0" encoding="UTF-8" standalone="yes"?>
<Relationships xmlns="http://schemas.openxmlformats.org/package/2006/relationships"><Relationship Id="rId3" Type="http://schemas.openxmlformats.org/officeDocument/2006/relationships/hyperlink" Target="http://onlinemd5.com/" TargetMode="External"/><Relationship Id="rId2" Type="http://schemas.openxmlformats.org/officeDocument/2006/relationships/hyperlink" Target="https://crackstation.net/" TargetMode="External"/><Relationship Id="rId1" Type="http://schemas.openxmlformats.org/officeDocument/2006/relationships/slideLayout" Target="../slideLayouts/slideLayout12.xml"/><Relationship Id="rId4" Type="http://schemas.openxmlformats.org/officeDocument/2006/relationships/hyperlink" Target="https://www.openwall.com/john/" TargetMode="Externa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7.xml"/></Relationships>
</file>

<file path=ppt/slides/_rels/slide6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4.png"/><Relationship Id="rId1" Type="http://schemas.openxmlformats.org/officeDocument/2006/relationships/slideLayout" Target="../slideLayouts/slideLayout1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jpeg"/><Relationship Id="rId1" Type="http://schemas.openxmlformats.org/officeDocument/2006/relationships/slideLayout" Target="../slideLayouts/slideLayout8.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3"/>
          <p:cNvSpPr>
            <a:spLocks noGrp="1"/>
          </p:cNvSpPr>
          <p:nvPr>
            <p:ph type="ctrTitle"/>
          </p:nvPr>
        </p:nvSpPr>
        <p:spPr>
          <a:xfrm>
            <a:off x="2172456" y="2200277"/>
            <a:ext cx="6754812" cy="1470025"/>
          </a:xfrm>
        </p:spPr>
        <p:txBody>
          <a:bodyPr/>
          <a:lstStyle/>
          <a:p>
            <a:r>
              <a:rPr lang="en-US" dirty="0"/>
              <a:t>Cyber Security and Forensics</a:t>
            </a:r>
            <a:br>
              <a:rPr lang="en-US" dirty="0"/>
            </a:br>
            <a:r>
              <a:rPr lang="en-US" dirty="0"/>
              <a:t>AICT006-4-2-DSF </a:t>
            </a:r>
            <a:br>
              <a:rPr lang="en-US" dirty="0"/>
            </a:br>
            <a:r>
              <a:rPr lang="en-US" dirty="0"/>
              <a:t>VE-3</a:t>
            </a:r>
            <a:endParaRPr lang="en-GB" dirty="0"/>
          </a:p>
        </p:txBody>
      </p:sp>
      <p:sp>
        <p:nvSpPr>
          <p:cNvPr id="2" name="Subtitle 1"/>
          <p:cNvSpPr>
            <a:spLocks noGrp="1"/>
          </p:cNvSpPr>
          <p:nvPr>
            <p:ph type="subTitle" idx="1"/>
          </p:nvPr>
        </p:nvSpPr>
        <p:spPr>
          <a:xfrm>
            <a:off x="3727655" y="3879851"/>
            <a:ext cx="5185325" cy="1752600"/>
          </a:xfrm>
        </p:spPr>
        <p:txBody>
          <a:bodyPr/>
          <a:lstStyle/>
          <a:p>
            <a:r>
              <a:rPr lang="en-US" sz="2800" b="1" dirty="0"/>
              <a:t>Cryptography</a:t>
            </a:r>
            <a:endParaRPr lang="en-GB" sz="28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0500" y="1697038"/>
            <a:ext cx="8810625" cy="4525962"/>
          </a:xfrm>
        </p:spPr>
        <p:txBody>
          <a:bodyPr/>
          <a:lstStyle/>
          <a:p>
            <a:r>
              <a:rPr lang="en-US" dirty="0"/>
              <a:t>Cryptographic Techniques</a:t>
            </a:r>
          </a:p>
          <a:p>
            <a:pPr lvl="1"/>
            <a:r>
              <a:rPr lang="en-US" dirty="0"/>
              <a:t>Symmetric</a:t>
            </a:r>
          </a:p>
          <a:p>
            <a:pPr lvl="1"/>
            <a:r>
              <a:rPr lang="en-US" dirty="0"/>
              <a:t>Asymmetric</a:t>
            </a:r>
          </a:p>
          <a:p>
            <a:pPr lvl="1"/>
            <a:r>
              <a:rPr lang="en-US" dirty="0"/>
              <a:t>Hash function</a:t>
            </a:r>
          </a:p>
          <a:p>
            <a:endParaRPr lang="en-GB" dirty="0"/>
          </a:p>
        </p:txBody>
      </p:sp>
      <p:sp>
        <p:nvSpPr>
          <p:cNvPr id="2" name="Title 1"/>
          <p:cNvSpPr>
            <a:spLocks noGrp="1"/>
          </p:cNvSpPr>
          <p:nvPr>
            <p:ph type="title"/>
          </p:nvPr>
        </p:nvSpPr>
        <p:spPr>
          <a:xfrm>
            <a:off x="221514" y="274638"/>
            <a:ext cx="7843030" cy="1143000"/>
          </a:xfrm>
        </p:spPr>
        <p:txBody>
          <a:bodyPr/>
          <a:lstStyle/>
          <a:p>
            <a:r>
              <a:rPr lang="en-US" altLang="zh-TW" dirty="0"/>
              <a:t>Topic &amp; Structure of The Lesson</a:t>
            </a:r>
            <a:endParaRPr lang="en-GB" dirty="0"/>
          </a:p>
        </p:txBody>
      </p:sp>
    </p:spTree>
    <p:extLst>
      <p:ext uri="{BB962C8B-B14F-4D97-AF65-F5344CB8AC3E}">
        <p14:creationId xmlns:p14="http://schemas.microsoft.com/office/powerpoint/2010/main" val="6845664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0500" y="1697038"/>
            <a:ext cx="8810625" cy="4525962"/>
          </a:xfrm>
        </p:spPr>
        <p:txBody>
          <a:bodyPr/>
          <a:lstStyle/>
          <a:p>
            <a:r>
              <a:rPr lang="en-US" altLang="zh-TW" dirty="0"/>
              <a:t>At the end of this topic, you should be able to</a:t>
            </a:r>
            <a:endParaRPr lang="en-US" dirty="0"/>
          </a:p>
          <a:p>
            <a:pPr lvl="1"/>
            <a:r>
              <a:rPr lang="en-US" dirty="0"/>
              <a:t>Differentiate three main cryptographic techniques</a:t>
            </a:r>
          </a:p>
          <a:p>
            <a:endParaRPr lang="en-GB" dirty="0"/>
          </a:p>
        </p:txBody>
      </p:sp>
      <p:sp>
        <p:nvSpPr>
          <p:cNvPr id="2" name="Title 1"/>
          <p:cNvSpPr>
            <a:spLocks noGrp="1"/>
          </p:cNvSpPr>
          <p:nvPr>
            <p:ph type="title"/>
          </p:nvPr>
        </p:nvSpPr>
        <p:spPr>
          <a:xfrm>
            <a:off x="221514" y="274638"/>
            <a:ext cx="7843030" cy="1143000"/>
          </a:xfrm>
        </p:spPr>
        <p:txBody>
          <a:bodyPr/>
          <a:lstStyle/>
          <a:p>
            <a:r>
              <a:rPr lang="en-US" altLang="zh-TW" dirty="0"/>
              <a:t>Learning Outcomes</a:t>
            </a:r>
            <a:endParaRPr lang="en-GB" dirty="0"/>
          </a:p>
        </p:txBody>
      </p:sp>
    </p:spTree>
    <p:extLst>
      <p:ext uri="{BB962C8B-B14F-4D97-AF65-F5344CB8AC3E}">
        <p14:creationId xmlns:p14="http://schemas.microsoft.com/office/powerpoint/2010/main" val="8799047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0500" y="1697038"/>
            <a:ext cx="8810625" cy="4525962"/>
          </a:xfrm>
        </p:spPr>
        <p:txBody>
          <a:bodyPr/>
          <a:lstStyle/>
          <a:p>
            <a:r>
              <a:rPr lang="en-US" altLang="en-US" dirty="0"/>
              <a:t>If you have mastered this topic, you should be able to use the following terms correctly in your assignments and exams:</a:t>
            </a:r>
          </a:p>
          <a:p>
            <a:pPr lvl="1"/>
            <a:r>
              <a:rPr lang="en-US" dirty="0"/>
              <a:t>Cryptographic Techniques</a:t>
            </a:r>
          </a:p>
          <a:p>
            <a:pPr lvl="2"/>
            <a:r>
              <a:rPr lang="en-US" dirty="0"/>
              <a:t>Symmetric</a:t>
            </a:r>
          </a:p>
          <a:p>
            <a:pPr lvl="2"/>
            <a:r>
              <a:rPr lang="en-US" dirty="0"/>
              <a:t>Asymmetric</a:t>
            </a:r>
          </a:p>
          <a:p>
            <a:pPr lvl="2"/>
            <a:r>
              <a:rPr lang="en-US" dirty="0"/>
              <a:t>Hash function</a:t>
            </a:r>
          </a:p>
          <a:p>
            <a:pPr lvl="1"/>
            <a:endParaRPr lang="en-US" dirty="0"/>
          </a:p>
          <a:p>
            <a:endParaRPr lang="en-GB" dirty="0"/>
          </a:p>
        </p:txBody>
      </p:sp>
      <p:sp>
        <p:nvSpPr>
          <p:cNvPr id="2" name="Title 1"/>
          <p:cNvSpPr>
            <a:spLocks noGrp="1"/>
          </p:cNvSpPr>
          <p:nvPr>
            <p:ph type="title"/>
          </p:nvPr>
        </p:nvSpPr>
        <p:spPr>
          <a:xfrm>
            <a:off x="221514" y="274638"/>
            <a:ext cx="7843030" cy="1143000"/>
          </a:xfrm>
        </p:spPr>
        <p:txBody>
          <a:bodyPr/>
          <a:lstStyle/>
          <a:p>
            <a:r>
              <a:rPr lang="en-US" altLang="en-US" dirty="0"/>
              <a:t>Key Terms You Must Be Able To Use</a:t>
            </a:r>
            <a:endParaRPr lang="en-GB" dirty="0"/>
          </a:p>
        </p:txBody>
      </p:sp>
    </p:spTree>
    <p:extLst>
      <p:ext uri="{BB962C8B-B14F-4D97-AF65-F5344CB8AC3E}">
        <p14:creationId xmlns:p14="http://schemas.microsoft.com/office/powerpoint/2010/main" val="8330978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3"/>
          <p:cNvSpPr>
            <a:spLocks noGrp="1" noChangeArrowheads="1"/>
          </p:cNvSpPr>
          <p:nvPr>
            <p:ph idx="1"/>
          </p:nvPr>
        </p:nvSpPr>
        <p:spPr>
          <a:xfrm>
            <a:off x="190501" y="1697038"/>
            <a:ext cx="4030664" cy="4525962"/>
          </a:xfrm>
        </p:spPr>
        <p:txBody>
          <a:bodyPr/>
          <a:lstStyle/>
          <a:p>
            <a:pPr marL="0" indent="0">
              <a:buNone/>
            </a:pPr>
            <a:r>
              <a:rPr lang="en-US" dirty="0"/>
              <a:t>1.  Security policy</a:t>
            </a:r>
          </a:p>
          <a:p>
            <a:pPr lvl="1"/>
            <a:r>
              <a:rPr lang="en-US" dirty="0"/>
              <a:t>What needs to be protected</a:t>
            </a:r>
          </a:p>
          <a:p>
            <a:pPr lvl="1"/>
            <a:r>
              <a:rPr lang="en-US" dirty="0"/>
              <a:t>Kinds/level of protection</a:t>
            </a:r>
          </a:p>
          <a:p>
            <a:pPr lvl="1"/>
            <a:r>
              <a:rPr lang="en-US" dirty="0"/>
              <a:t>Responsibilities</a:t>
            </a:r>
          </a:p>
          <a:p>
            <a:pPr lvl="1"/>
            <a:r>
              <a:rPr lang="en-US" dirty="0"/>
              <a:t>Auditing policy</a:t>
            </a:r>
          </a:p>
          <a:p>
            <a:pPr marL="0" indent="0">
              <a:buNone/>
            </a:pPr>
            <a:r>
              <a:rPr lang="en-US" dirty="0"/>
              <a:t>2.  Security environment</a:t>
            </a:r>
          </a:p>
          <a:p>
            <a:pPr lvl="1"/>
            <a:r>
              <a:rPr lang="en-US" dirty="0"/>
              <a:t>Physical environment</a:t>
            </a:r>
          </a:p>
          <a:p>
            <a:pPr lvl="1"/>
            <a:r>
              <a:rPr lang="en-US" dirty="0"/>
              <a:t>Physical security</a:t>
            </a:r>
          </a:p>
          <a:p>
            <a:pPr lvl="1"/>
            <a:r>
              <a:rPr lang="en-US" dirty="0"/>
              <a:t>Hardware, operating system</a:t>
            </a:r>
          </a:p>
          <a:p>
            <a:pPr lvl="1"/>
            <a:r>
              <a:rPr lang="en-US" dirty="0"/>
              <a:t>Firewalls, etc.	</a:t>
            </a:r>
          </a:p>
          <a:p>
            <a:pPr lvl="1"/>
            <a:endParaRPr lang="en-US" dirty="0"/>
          </a:p>
        </p:txBody>
      </p:sp>
      <p:sp>
        <p:nvSpPr>
          <p:cNvPr id="9218" name="Rectangle 2"/>
          <p:cNvSpPr>
            <a:spLocks noGrp="1" noChangeArrowheads="1"/>
          </p:cNvSpPr>
          <p:nvPr>
            <p:ph type="title"/>
          </p:nvPr>
        </p:nvSpPr>
        <p:spPr>
          <a:xfrm>
            <a:off x="221514" y="274638"/>
            <a:ext cx="7843030" cy="1143000"/>
          </a:xfrm>
        </p:spPr>
        <p:txBody>
          <a:bodyPr/>
          <a:lstStyle/>
          <a:p>
            <a:r>
              <a:rPr lang="en-US" altLang="en-US" dirty="0"/>
              <a:t>Secure Systems</a:t>
            </a:r>
          </a:p>
        </p:txBody>
      </p:sp>
      <p:sp>
        <p:nvSpPr>
          <p:cNvPr id="3076" name="Rectangle 4"/>
          <p:cNvSpPr>
            <a:spLocks noChangeArrowheads="1"/>
          </p:cNvSpPr>
          <p:nvPr/>
        </p:nvSpPr>
        <p:spPr bwMode="auto">
          <a:xfrm>
            <a:off x="160338" y="3727450"/>
            <a:ext cx="4525962" cy="1925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441325" indent="-342900">
              <a:spcBef>
                <a:spcPct val="50000"/>
              </a:spcBef>
              <a:defRPr/>
            </a:pPr>
            <a:endParaRPr lang="en-US" sz="2000" dirty="0">
              <a:solidFill>
                <a:srgbClr val="00528B"/>
              </a:solidFill>
              <a:latin typeface="Arial" charset="0"/>
            </a:endParaRPr>
          </a:p>
        </p:txBody>
      </p:sp>
      <p:sp>
        <p:nvSpPr>
          <p:cNvPr id="5" name="Rectangle 3"/>
          <p:cNvSpPr txBox="1">
            <a:spLocks noChangeArrowheads="1"/>
          </p:cNvSpPr>
          <p:nvPr/>
        </p:nvSpPr>
        <p:spPr bwMode="auto">
          <a:xfrm>
            <a:off x="4572000" y="1586187"/>
            <a:ext cx="4030663" cy="4747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2400">
                <a:solidFill>
                  <a:srgbClr val="00528B"/>
                </a:solidFill>
                <a:latin typeface="Arial" panose="020B0604020202020204" pitchFamily="34" charset="0"/>
              </a:defRPr>
            </a:lvl1pPr>
            <a:lvl2pPr marL="742950" indent="-285750">
              <a:spcBef>
                <a:spcPct val="20000"/>
              </a:spcBef>
              <a:buChar char="–"/>
              <a:defRPr sz="2000">
                <a:solidFill>
                  <a:srgbClr val="00528B"/>
                </a:solidFill>
                <a:latin typeface="Arial" panose="020B0604020202020204" pitchFamily="34" charset="0"/>
              </a:defRPr>
            </a:lvl2pPr>
            <a:lvl3pPr marL="1143000" indent="-228600">
              <a:spcBef>
                <a:spcPct val="20000"/>
              </a:spcBef>
              <a:buFont typeface="Times" panose="02020603050405020304" pitchFamily="18" charset="0"/>
              <a:buChar char="•"/>
              <a:defRPr>
                <a:solidFill>
                  <a:srgbClr val="00528B"/>
                </a:solidFill>
                <a:latin typeface="Arial" panose="020B0604020202020204" pitchFamily="34" charset="0"/>
              </a:defRPr>
            </a:lvl3pPr>
            <a:lvl4pPr marL="1600200" indent="-228600">
              <a:spcBef>
                <a:spcPct val="20000"/>
              </a:spcBef>
              <a:buChar char="-"/>
              <a:defRPr sz="1600">
                <a:solidFill>
                  <a:srgbClr val="00528B"/>
                </a:solidFill>
                <a:latin typeface="Arial" panose="020B0604020202020204" pitchFamily="34" charset="0"/>
              </a:defRPr>
            </a:lvl4pPr>
            <a:lvl5pPr marL="2057400" indent="-228600">
              <a:spcBef>
                <a:spcPct val="20000"/>
              </a:spcBef>
              <a:buFont typeface="Times" panose="02020603050405020304" pitchFamily="18" charset="0"/>
              <a:buChar char="•"/>
              <a:defRPr sz="1600">
                <a:solidFill>
                  <a:srgbClr val="00528B"/>
                </a:solidFill>
                <a:latin typeface="Arial" panose="020B0604020202020204" pitchFamily="34" charset="0"/>
              </a:defRPr>
            </a:lvl5pPr>
            <a:lvl6pPr marL="2514600" indent="-228600" eaLnBrk="0" fontAlgn="base" hangingPunct="0">
              <a:spcBef>
                <a:spcPct val="20000"/>
              </a:spcBef>
              <a:spcAft>
                <a:spcPct val="0"/>
              </a:spcAft>
              <a:buFont typeface="Times" panose="02020603050405020304" pitchFamily="18" charset="0"/>
              <a:buChar char="•"/>
              <a:defRPr sz="1600">
                <a:solidFill>
                  <a:srgbClr val="00528B"/>
                </a:solidFill>
                <a:latin typeface="Arial" panose="020B0604020202020204" pitchFamily="34" charset="0"/>
              </a:defRPr>
            </a:lvl6pPr>
            <a:lvl7pPr marL="2971800" indent="-228600" eaLnBrk="0" fontAlgn="base" hangingPunct="0">
              <a:spcBef>
                <a:spcPct val="20000"/>
              </a:spcBef>
              <a:spcAft>
                <a:spcPct val="0"/>
              </a:spcAft>
              <a:buFont typeface="Times" panose="02020603050405020304" pitchFamily="18" charset="0"/>
              <a:buChar char="•"/>
              <a:defRPr sz="1600">
                <a:solidFill>
                  <a:srgbClr val="00528B"/>
                </a:solidFill>
                <a:latin typeface="Arial" panose="020B0604020202020204" pitchFamily="34" charset="0"/>
              </a:defRPr>
            </a:lvl7pPr>
            <a:lvl8pPr marL="3429000" indent="-228600" eaLnBrk="0" fontAlgn="base" hangingPunct="0">
              <a:spcBef>
                <a:spcPct val="20000"/>
              </a:spcBef>
              <a:spcAft>
                <a:spcPct val="0"/>
              </a:spcAft>
              <a:buFont typeface="Times" panose="02020603050405020304" pitchFamily="18" charset="0"/>
              <a:buChar char="•"/>
              <a:defRPr sz="1600">
                <a:solidFill>
                  <a:srgbClr val="00528B"/>
                </a:solidFill>
                <a:latin typeface="Arial" panose="020B0604020202020204" pitchFamily="34" charset="0"/>
              </a:defRPr>
            </a:lvl8pPr>
            <a:lvl9pPr marL="3886200" indent="-228600" eaLnBrk="0" fontAlgn="base" hangingPunct="0">
              <a:spcBef>
                <a:spcPct val="20000"/>
              </a:spcBef>
              <a:spcAft>
                <a:spcPct val="0"/>
              </a:spcAft>
              <a:buFont typeface="Times" panose="02020603050405020304" pitchFamily="18" charset="0"/>
              <a:buChar char="•"/>
              <a:defRPr sz="1600">
                <a:solidFill>
                  <a:srgbClr val="00528B"/>
                </a:solidFill>
                <a:latin typeface="Arial" panose="020B0604020202020204" pitchFamily="34" charset="0"/>
              </a:defRPr>
            </a:lvl9pPr>
          </a:lstStyle>
          <a:p>
            <a:pPr eaLnBrk="1" hangingPunct="1">
              <a:buFontTx/>
              <a:buNone/>
            </a:pPr>
            <a:r>
              <a:rPr lang="en-US" altLang="en-US" dirty="0">
                <a:solidFill>
                  <a:schemeClr val="tx1"/>
                </a:solidFill>
                <a:latin typeface="PT Sans (Headings)"/>
              </a:rPr>
              <a:t>3.	</a:t>
            </a:r>
            <a:r>
              <a:rPr lang="en-US" altLang="en-US" sz="2000" dirty="0">
                <a:solidFill>
                  <a:schemeClr val="tx1"/>
                </a:solidFill>
                <a:latin typeface="PT Sans (Headings)"/>
              </a:rPr>
              <a:t>  </a:t>
            </a:r>
            <a:r>
              <a:rPr lang="en-US" altLang="en-US" dirty="0">
                <a:solidFill>
                  <a:schemeClr val="tx1"/>
                </a:solidFill>
                <a:latin typeface="PT Sans (Headings)"/>
              </a:rPr>
              <a:t>Security mechanisms</a:t>
            </a:r>
          </a:p>
          <a:p>
            <a:pPr lvl="1" eaLnBrk="1" hangingPunct="1"/>
            <a:r>
              <a:rPr lang="en-US" altLang="en-US" sz="1800" b="1" u="sng" dirty="0">
                <a:solidFill>
                  <a:srgbClr val="C00000"/>
                </a:solidFill>
                <a:effectLst>
                  <a:outerShdw blurRad="38100" dist="38100" dir="2700000" algn="tl">
                    <a:srgbClr val="000000">
                      <a:alpha val="43137"/>
                    </a:srgbClr>
                  </a:outerShdw>
                </a:effectLst>
                <a:latin typeface="PT Sans (Headings)"/>
              </a:rPr>
              <a:t>Cryptography</a:t>
            </a:r>
          </a:p>
          <a:p>
            <a:pPr lvl="1" eaLnBrk="1" hangingPunct="1"/>
            <a:r>
              <a:rPr lang="en-US" altLang="en-US" sz="1800" dirty="0">
                <a:solidFill>
                  <a:schemeClr val="bg2">
                    <a:lumMod val="10000"/>
                  </a:schemeClr>
                </a:solidFill>
                <a:latin typeface="PT Sans (Headings)"/>
              </a:rPr>
              <a:t>Authentication</a:t>
            </a:r>
          </a:p>
          <a:p>
            <a:pPr lvl="1" eaLnBrk="1" hangingPunct="1"/>
            <a:r>
              <a:rPr lang="en-US" altLang="en-US" sz="1800" dirty="0">
                <a:solidFill>
                  <a:schemeClr val="bg2">
                    <a:lumMod val="10000"/>
                  </a:schemeClr>
                </a:solidFill>
                <a:latin typeface="PT Sans (Headings)"/>
              </a:rPr>
              <a:t>Security protocols</a:t>
            </a:r>
          </a:p>
          <a:p>
            <a:pPr lvl="1" eaLnBrk="1" hangingPunct="1"/>
            <a:endParaRPr lang="en-US" altLang="en-US" b="1" dirty="0">
              <a:solidFill>
                <a:srgbClr val="C00000"/>
              </a:solidFill>
              <a:latin typeface="PT Sans (Headings)"/>
            </a:endParaRPr>
          </a:p>
          <a:p>
            <a:pPr marL="555625" indent="-457200">
              <a:spcBef>
                <a:spcPct val="50000"/>
              </a:spcBef>
              <a:buAutoNum type="arabicPeriod" startAt="4"/>
              <a:defRPr/>
            </a:pPr>
            <a:r>
              <a:rPr lang="en-US" dirty="0">
                <a:solidFill>
                  <a:schemeClr val="tx1"/>
                </a:solidFill>
                <a:latin typeface="PT Sans (Headings)"/>
              </a:rPr>
              <a:t>Monitoring and auditing procedures</a:t>
            </a:r>
          </a:p>
          <a:p>
            <a:pPr marL="906463" lvl="1">
              <a:spcBef>
                <a:spcPct val="15000"/>
              </a:spcBef>
              <a:defRPr/>
            </a:pPr>
            <a:r>
              <a:rPr lang="en-US" sz="1800" dirty="0">
                <a:solidFill>
                  <a:schemeClr val="bg2">
                    <a:lumMod val="10000"/>
                  </a:schemeClr>
                </a:solidFill>
                <a:latin typeface="PT Sans (Headings)"/>
              </a:rPr>
              <a:t>Monitor access</a:t>
            </a:r>
          </a:p>
          <a:p>
            <a:pPr marL="906463" lvl="1">
              <a:spcBef>
                <a:spcPct val="15000"/>
              </a:spcBef>
              <a:defRPr/>
            </a:pPr>
            <a:r>
              <a:rPr lang="en-US" sz="1800" dirty="0">
                <a:solidFill>
                  <a:schemeClr val="bg2">
                    <a:lumMod val="10000"/>
                  </a:schemeClr>
                </a:solidFill>
                <a:latin typeface="PT Sans (Headings)"/>
              </a:rPr>
              <a:t>Audit trails</a:t>
            </a:r>
          </a:p>
          <a:p>
            <a:pPr marL="906463" lvl="1">
              <a:spcBef>
                <a:spcPct val="15000"/>
              </a:spcBef>
              <a:defRPr/>
            </a:pPr>
            <a:r>
              <a:rPr lang="en-US" sz="1800" dirty="0">
                <a:solidFill>
                  <a:schemeClr val="bg2">
                    <a:lumMod val="10000"/>
                  </a:schemeClr>
                </a:solidFill>
                <a:latin typeface="PT Sans (Headings)"/>
              </a:rPr>
              <a:t>Feedback on failures, security breaches</a:t>
            </a:r>
          </a:p>
          <a:p>
            <a:pPr marL="906463" lvl="1">
              <a:spcBef>
                <a:spcPct val="15000"/>
              </a:spcBef>
              <a:defRPr/>
            </a:pPr>
            <a:r>
              <a:rPr lang="en-US" sz="1800" dirty="0">
                <a:solidFill>
                  <a:schemeClr val="bg2">
                    <a:lumMod val="10000"/>
                  </a:schemeClr>
                </a:solidFill>
                <a:latin typeface="PT Sans (Headings)"/>
              </a:rPr>
              <a:t>Containment &amp; recovery </a:t>
            </a:r>
          </a:p>
          <a:p>
            <a:pPr lvl="1" eaLnBrk="1" hangingPunct="1"/>
            <a:endParaRPr lang="en-US" altLang="en-US" b="1" dirty="0">
              <a:solidFill>
                <a:srgbClr val="C00000"/>
              </a:solidFill>
              <a:latin typeface="PT Sans (Headings)"/>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 fill="hold" grpId="0" nodeType="clickEffect">
                                  <p:stCondLst>
                                    <p:cond delay="0"/>
                                  </p:stCondLst>
                                  <p:childTnLst>
                                    <p:set>
                                      <p:cBhvr>
                                        <p:cTn id="6" dur="1" fill="hold">
                                          <p:stCondLst>
                                            <p:cond delay="0"/>
                                          </p:stCondLst>
                                        </p:cTn>
                                        <p:tgtEl>
                                          <p:spTgt spid="3075">
                                            <p:txEl>
                                              <p:pRg st="0" end="0"/>
                                            </p:txEl>
                                          </p:spTgt>
                                        </p:tgtEl>
                                        <p:attrNameLst>
                                          <p:attrName>style.visibility</p:attrName>
                                        </p:attrNameLst>
                                      </p:cBhvr>
                                      <p:to>
                                        <p:strVal val="visible"/>
                                      </p:to>
                                    </p:set>
                                    <p:anim calcmode="lin" valueType="num">
                                      <p:cBhvr additive="base">
                                        <p:cTn id="7" dur="500" fill="hold"/>
                                        <p:tgtEl>
                                          <p:spTgt spid="307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075">
                                            <p:txEl>
                                              <p:pRg st="0" end="0"/>
                                            </p:txEl>
                                          </p:spTgt>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p:stCondLst>
                                    <p:cond delay="0"/>
                                  </p:stCondLst>
                                  <p:childTnLst>
                                    <p:set>
                                      <p:cBhvr>
                                        <p:cTn id="10" dur="1" fill="hold">
                                          <p:stCondLst>
                                            <p:cond delay="0"/>
                                          </p:stCondLst>
                                        </p:cTn>
                                        <p:tgtEl>
                                          <p:spTgt spid="3075">
                                            <p:txEl>
                                              <p:pRg st="1" end="1"/>
                                            </p:txEl>
                                          </p:spTgt>
                                        </p:tgtEl>
                                        <p:attrNameLst>
                                          <p:attrName>style.visibility</p:attrName>
                                        </p:attrNameLst>
                                      </p:cBhvr>
                                      <p:to>
                                        <p:strVal val="visible"/>
                                      </p:to>
                                    </p:set>
                                    <p:anim calcmode="lin" valueType="num">
                                      <p:cBhvr additive="base">
                                        <p:cTn id="11" dur="500" fill="hold"/>
                                        <p:tgtEl>
                                          <p:spTgt spid="3075">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075">
                                            <p:txEl>
                                              <p:pRg st="1" end="1"/>
                                            </p:txEl>
                                          </p:spTgt>
                                        </p:tgtEl>
                                        <p:attrNameLst>
                                          <p:attrName>ppt_y</p:attrName>
                                        </p:attrNameLst>
                                      </p:cBhvr>
                                      <p:tavLst>
                                        <p:tav tm="0">
                                          <p:val>
                                            <p:strVal val="0-#ppt_h/2"/>
                                          </p:val>
                                        </p:tav>
                                        <p:tav tm="100000">
                                          <p:val>
                                            <p:strVal val="#ppt_y"/>
                                          </p:val>
                                        </p:tav>
                                      </p:tavLst>
                                    </p:anim>
                                  </p:childTnLst>
                                </p:cTn>
                              </p:par>
                              <p:par>
                                <p:cTn id="13" presetID="2" presetClass="entr" presetSubtype="1" fill="hold" grpId="0" nodeType="withEffect">
                                  <p:stCondLst>
                                    <p:cond delay="0"/>
                                  </p:stCondLst>
                                  <p:childTnLst>
                                    <p:set>
                                      <p:cBhvr>
                                        <p:cTn id="14" dur="1" fill="hold">
                                          <p:stCondLst>
                                            <p:cond delay="0"/>
                                          </p:stCondLst>
                                        </p:cTn>
                                        <p:tgtEl>
                                          <p:spTgt spid="3075">
                                            <p:txEl>
                                              <p:pRg st="2" end="2"/>
                                            </p:txEl>
                                          </p:spTgt>
                                        </p:tgtEl>
                                        <p:attrNameLst>
                                          <p:attrName>style.visibility</p:attrName>
                                        </p:attrNameLst>
                                      </p:cBhvr>
                                      <p:to>
                                        <p:strVal val="visible"/>
                                      </p:to>
                                    </p:set>
                                    <p:anim calcmode="lin" valueType="num">
                                      <p:cBhvr additive="base">
                                        <p:cTn id="15" dur="500" fill="hold"/>
                                        <p:tgtEl>
                                          <p:spTgt spid="3075">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075">
                                            <p:txEl>
                                              <p:pRg st="2" end="2"/>
                                            </p:txEl>
                                          </p:spTgt>
                                        </p:tgtEl>
                                        <p:attrNameLst>
                                          <p:attrName>ppt_y</p:attrName>
                                        </p:attrNameLst>
                                      </p:cBhvr>
                                      <p:tavLst>
                                        <p:tav tm="0">
                                          <p:val>
                                            <p:strVal val="0-#ppt_h/2"/>
                                          </p:val>
                                        </p:tav>
                                        <p:tav tm="100000">
                                          <p:val>
                                            <p:strVal val="#ppt_y"/>
                                          </p:val>
                                        </p:tav>
                                      </p:tavLst>
                                    </p:anim>
                                  </p:childTnLst>
                                </p:cTn>
                              </p:par>
                              <p:par>
                                <p:cTn id="17" presetID="2" presetClass="entr" presetSubtype="1" fill="hold" grpId="0" nodeType="withEffect">
                                  <p:stCondLst>
                                    <p:cond delay="0"/>
                                  </p:stCondLst>
                                  <p:childTnLst>
                                    <p:set>
                                      <p:cBhvr>
                                        <p:cTn id="18" dur="1" fill="hold">
                                          <p:stCondLst>
                                            <p:cond delay="0"/>
                                          </p:stCondLst>
                                        </p:cTn>
                                        <p:tgtEl>
                                          <p:spTgt spid="3075">
                                            <p:txEl>
                                              <p:pRg st="3" end="3"/>
                                            </p:txEl>
                                          </p:spTgt>
                                        </p:tgtEl>
                                        <p:attrNameLst>
                                          <p:attrName>style.visibility</p:attrName>
                                        </p:attrNameLst>
                                      </p:cBhvr>
                                      <p:to>
                                        <p:strVal val="visible"/>
                                      </p:to>
                                    </p:set>
                                    <p:anim calcmode="lin" valueType="num">
                                      <p:cBhvr additive="base">
                                        <p:cTn id="19" dur="500" fill="hold"/>
                                        <p:tgtEl>
                                          <p:spTgt spid="3075">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075">
                                            <p:txEl>
                                              <p:pRg st="3" end="3"/>
                                            </p:txEl>
                                          </p:spTgt>
                                        </p:tgtEl>
                                        <p:attrNameLst>
                                          <p:attrName>ppt_y</p:attrName>
                                        </p:attrNameLst>
                                      </p:cBhvr>
                                      <p:tavLst>
                                        <p:tav tm="0">
                                          <p:val>
                                            <p:strVal val="0-#ppt_h/2"/>
                                          </p:val>
                                        </p:tav>
                                        <p:tav tm="100000">
                                          <p:val>
                                            <p:strVal val="#ppt_y"/>
                                          </p:val>
                                        </p:tav>
                                      </p:tavLst>
                                    </p:anim>
                                  </p:childTnLst>
                                </p:cTn>
                              </p:par>
                              <p:par>
                                <p:cTn id="21" presetID="2" presetClass="entr" presetSubtype="1" fill="hold" grpId="0" nodeType="withEffect">
                                  <p:stCondLst>
                                    <p:cond delay="0"/>
                                  </p:stCondLst>
                                  <p:childTnLst>
                                    <p:set>
                                      <p:cBhvr>
                                        <p:cTn id="22" dur="1" fill="hold">
                                          <p:stCondLst>
                                            <p:cond delay="0"/>
                                          </p:stCondLst>
                                        </p:cTn>
                                        <p:tgtEl>
                                          <p:spTgt spid="3075">
                                            <p:txEl>
                                              <p:pRg st="4" end="4"/>
                                            </p:txEl>
                                          </p:spTgt>
                                        </p:tgtEl>
                                        <p:attrNameLst>
                                          <p:attrName>style.visibility</p:attrName>
                                        </p:attrNameLst>
                                      </p:cBhvr>
                                      <p:to>
                                        <p:strVal val="visible"/>
                                      </p:to>
                                    </p:set>
                                    <p:anim calcmode="lin" valueType="num">
                                      <p:cBhvr additive="base">
                                        <p:cTn id="23" dur="500" fill="hold"/>
                                        <p:tgtEl>
                                          <p:spTgt spid="3075">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075">
                                            <p:txEl>
                                              <p:pRg st="4" end="4"/>
                                            </p:txEl>
                                          </p:spTgt>
                                        </p:tgtEl>
                                        <p:attrNameLst>
                                          <p:attrName>ppt_y</p:attrName>
                                        </p:attrNameLst>
                                      </p:cBhvr>
                                      <p:tavLst>
                                        <p:tav tm="0">
                                          <p:val>
                                            <p:strVal val="0-#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1" fill="hold" grpId="0" nodeType="clickEffect">
                                  <p:stCondLst>
                                    <p:cond delay="0"/>
                                  </p:stCondLst>
                                  <p:childTnLst>
                                    <p:set>
                                      <p:cBhvr>
                                        <p:cTn id="28" dur="1" fill="hold">
                                          <p:stCondLst>
                                            <p:cond delay="0"/>
                                          </p:stCondLst>
                                        </p:cTn>
                                        <p:tgtEl>
                                          <p:spTgt spid="3075">
                                            <p:txEl>
                                              <p:pRg st="5" end="5"/>
                                            </p:txEl>
                                          </p:spTgt>
                                        </p:tgtEl>
                                        <p:attrNameLst>
                                          <p:attrName>style.visibility</p:attrName>
                                        </p:attrNameLst>
                                      </p:cBhvr>
                                      <p:to>
                                        <p:strVal val="visible"/>
                                      </p:to>
                                    </p:set>
                                    <p:anim calcmode="lin" valueType="num">
                                      <p:cBhvr additive="base">
                                        <p:cTn id="29" dur="500" fill="hold"/>
                                        <p:tgtEl>
                                          <p:spTgt spid="3075">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075">
                                            <p:txEl>
                                              <p:pRg st="5" end="5"/>
                                            </p:txEl>
                                          </p:spTgt>
                                        </p:tgtEl>
                                        <p:attrNameLst>
                                          <p:attrName>ppt_y</p:attrName>
                                        </p:attrNameLst>
                                      </p:cBhvr>
                                      <p:tavLst>
                                        <p:tav tm="0">
                                          <p:val>
                                            <p:strVal val="0-#ppt_h/2"/>
                                          </p:val>
                                        </p:tav>
                                        <p:tav tm="100000">
                                          <p:val>
                                            <p:strVal val="#ppt_y"/>
                                          </p:val>
                                        </p:tav>
                                      </p:tavLst>
                                    </p:anim>
                                  </p:childTnLst>
                                </p:cTn>
                              </p:par>
                              <p:par>
                                <p:cTn id="31" presetID="2" presetClass="entr" presetSubtype="1" fill="hold" grpId="0" nodeType="withEffect">
                                  <p:stCondLst>
                                    <p:cond delay="0"/>
                                  </p:stCondLst>
                                  <p:childTnLst>
                                    <p:set>
                                      <p:cBhvr>
                                        <p:cTn id="32" dur="1" fill="hold">
                                          <p:stCondLst>
                                            <p:cond delay="0"/>
                                          </p:stCondLst>
                                        </p:cTn>
                                        <p:tgtEl>
                                          <p:spTgt spid="3075">
                                            <p:txEl>
                                              <p:pRg st="6" end="6"/>
                                            </p:txEl>
                                          </p:spTgt>
                                        </p:tgtEl>
                                        <p:attrNameLst>
                                          <p:attrName>style.visibility</p:attrName>
                                        </p:attrNameLst>
                                      </p:cBhvr>
                                      <p:to>
                                        <p:strVal val="visible"/>
                                      </p:to>
                                    </p:set>
                                    <p:anim calcmode="lin" valueType="num">
                                      <p:cBhvr additive="base">
                                        <p:cTn id="33" dur="500" fill="hold"/>
                                        <p:tgtEl>
                                          <p:spTgt spid="3075">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075">
                                            <p:txEl>
                                              <p:pRg st="6" end="6"/>
                                            </p:txEl>
                                          </p:spTgt>
                                        </p:tgtEl>
                                        <p:attrNameLst>
                                          <p:attrName>ppt_y</p:attrName>
                                        </p:attrNameLst>
                                      </p:cBhvr>
                                      <p:tavLst>
                                        <p:tav tm="0">
                                          <p:val>
                                            <p:strVal val="0-#ppt_h/2"/>
                                          </p:val>
                                        </p:tav>
                                        <p:tav tm="100000">
                                          <p:val>
                                            <p:strVal val="#ppt_y"/>
                                          </p:val>
                                        </p:tav>
                                      </p:tavLst>
                                    </p:anim>
                                  </p:childTnLst>
                                </p:cTn>
                              </p:par>
                              <p:par>
                                <p:cTn id="35" presetID="2" presetClass="entr" presetSubtype="1" fill="hold" grpId="0" nodeType="withEffect">
                                  <p:stCondLst>
                                    <p:cond delay="0"/>
                                  </p:stCondLst>
                                  <p:childTnLst>
                                    <p:set>
                                      <p:cBhvr>
                                        <p:cTn id="36" dur="1" fill="hold">
                                          <p:stCondLst>
                                            <p:cond delay="0"/>
                                          </p:stCondLst>
                                        </p:cTn>
                                        <p:tgtEl>
                                          <p:spTgt spid="3075">
                                            <p:txEl>
                                              <p:pRg st="7" end="7"/>
                                            </p:txEl>
                                          </p:spTgt>
                                        </p:tgtEl>
                                        <p:attrNameLst>
                                          <p:attrName>style.visibility</p:attrName>
                                        </p:attrNameLst>
                                      </p:cBhvr>
                                      <p:to>
                                        <p:strVal val="visible"/>
                                      </p:to>
                                    </p:set>
                                    <p:anim calcmode="lin" valueType="num">
                                      <p:cBhvr additive="base">
                                        <p:cTn id="37" dur="500" fill="hold"/>
                                        <p:tgtEl>
                                          <p:spTgt spid="3075">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075">
                                            <p:txEl>
                                              <p:pRg st="7" end="7"/>
                                            </p:txEl>
                                          </p:spTgt>
                                        </p:tgtEl>
                                        <p:attrNameLst>
                                          <p:attrName>ppt_y</p:attrName>
                                        </p:attrNameLst>
                                      </p:cBhvr>
                                      <p:tavLst>
                                        <p:tav tm="0">
                                          <p:val>
                                            <p:strVal val="0-#ppt_h/2"/>
                                          </p:val>
                                        </p:tav>
                                        <p:tav tm="100000">
                                          <p:val>
                                            <p:strVal val="#ppt_y"/>
                                          </p:val>
                                        </p:tav>
                                      </p:tavLst>
                                    </p:anim>
                                  </p:childTnLst>
                                </p:cTn>
                              </p:par>
                              <p:par>
                                <p:cTn id="39" presetID="2" presetClass="entr" presetSubtype="1" fill="hold" grpId="0" nodeType="withEffect">
                                  <p:stCondLst>
                                    <p:cond delay="0"/>
                                  </p:stCondLst>
                                  <p:childTnLst>
                                    <p:set>
                                      <p:cBhvr>
                                        <p:cTn id="40" dur="1" fill="hold">
                                          <p:stCondLst>
                                            <p:cond delay="0"/>
                                          </p:stCondLst>
                                        </p:cTn>
                                        <p:tgtEl>
                                          <p:spTgt spid="3075">
                                            <p:txEl>
                                              <p:pRg st="8" end="8"/>
                                            </p:txEl>
                                          </p:spTgt>
                                        </p:tgtEl>
                                        <p:attrNameLst>
                                          <p:attrName>style.visibility</p:attrName>
                                        </p:attrNameLst>
                                      </p:cBhvr>
                                      <p:to>
                                        <p:strVal val="visible"/>
                                      </p:to>
                                    </p:set>
                                    <p:anim calcmode="lin" valueType="num">
                                      <p:cBhvr additive="base">
                                        <p:cTn id="41" dur="500" fill="hold"/>
                                        <p:tgtEl>
                                          <p:spTgt spid="3075">
                                            <p:txEl>
                                              <p:pRg st="8" end="8"/>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075">
                                            <p:txEl>
                                              <p:pRg st="8" end="8"/>
                                            </p:txEl>
                                          </p:spTgt>
                                        </p:tgtEl>
                                        <p:attrNameLst>
                                          <p:attrName>ppt_y</p:attrName>
                                        </p:attrNameLst>
                                      </p:cBhvr>
                                      <p:tavLst>
                                        <p:tav tm="0">
                                          <p:val>
                                            <p:strVal val="0-#ppt_h/2"/>
                                          </p:val>
                                        </p:tav>
                                        <p:tav tm="100000">
                                          <p:val>
                                            <p:strVal val="#ppt_y"/>
                                          </p:val>
                                        </p:tav>
                                      </p:tavLst>
                                    </p:anim>
                                  </p:childTnLst>
                                </p:cTn>
                              </p:par>
                              <p:par>
                                <p:cTn id="43" presetID="2" presetClass="entr" presetSubtype="1" fill="hold" grpId="0" nodeType="withEffect">
                                  <p:stCondLst>
                                    <p:cond delay="0"/>
                                  </p:stCondLst>
                                  <p:childTnLst>
                                    <p:set>
                                      <p:cBhvr>
                                        <p:cTn id="44" dur="1" fill="hold">
                                          <p:stCondLst>
                                            <p:cond delay="0"/>
                                          </p:stCondLst>
                                        </p:cTn>
                                        <p:tgtEl>
                                          <p:spTgt spid="3075">
                                            <p:txEl>
                                              <p:pRg st="9" end="9"/>
                                            </p:txEl>
                                          </p:spTgt>
                                        </p:tgtEl>
                                        <p:attrNameLst>
                                          <p:attrName>style.visibility</p:attrName>
                                        </p:attrNameLst>
                                      </p:cBhvr>
                                      <p:to>
                                        <p:strVal val="visible"/>
                                      </p:to>
                                    </p:set>
                                    <p:anim calcmode="lin" valueType="num">
                                      <p:cBhvr additive="base">
                                        <p:cTn id="45" dur="500" fill="hold"/>
                                        <p:tgtEl>
                                          <p:spTgt spid="3075">
                                            <p:txEl>
                                              <p:pRg st="9" end="9"/>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3075">
                                            <p:txEl>
                                              <p:pRg st="9" end="9"/>
                                            </p:txEl>
                                          </p:spTgt>
                                        </p:tgtEl>
                                        <p:attrNameLst>
                                          <p:attrName>ppt_y</p:attrName>
                                        </p:attrNameLst>
                                      </p:cBhvr>
                                      <p:tavLst>
                                        <p:tav tm="0">
                                          <p:val>
                                            <p:strVal val="0-#ppt_h/2"/>
                                          </p:val>
                                        </p:tav>
                                        <p:tav tm="100000">
                                          <p:val>
                                            <p:strVal val="#ppt_y"/>
                                          </p:val>
                                        </p:tav>
                                      </p:tavLst>
                                    </p:anim>
                                  </p:childTnLst>
                                </p:cTn>
                              </p:par>
                            </p:childTnLst>
                          </p:cTn>
                        </p:par>
                      </p:childTnLst>
                    </p:cTn>
                  </p:par>
                  <p:par>
                    <p:cTn id="47" fill="hold" nodeType="clickPar">
                      <p:stCondLst>
                        <p:cond delay="indefinite"/>
                      </p:stCondLst>
                      <p:childTnLst>
                        <p:par>
                          <p:cTn id="48" fill="hold" nodeType="withGroup">
                            <p:stCondLst>
                              <p:cond delay="0"/>
                            </p:stCondLst>
                            <p:childTnLst>
                              <p:par>
                                <p:cTn id="49" presetID="2" presetClass="entr" presetSubtype="8" fill="hold" grpId="0" nodeType="clickEffect" nodePh="1">
                                  <p:stCondLst>
                                    <p:cond delay="0"/>
                                  </p:stCondLst>
                                  <p:endCondLst>
                                    <p:cond evt="begin" delay="0">
                                      <p:tn val="49"/>
                                    </p:cond>
                                  </p:endCondLst>
                                  <p:childTnLst>
                                    <p:set>
                                      <p:cBhvr>
                                        <p:cTn id="50" dur="1" fill="hold">
                                          <p:stCondLst>
                                            <p:cond delay="0"/>
                                          </p:stCondLst>
                                        </p:cTn>
                                        <p:tgtEl>
                                          <p:spTgt spid="3076"/>
                                        </p:tgtEl>
                                        <p:attrNameLst>
                                          <p:attrName>style.visibility</p:attrName>
                                        </p:attrNameLst>
                                      </p:cBhvr>
                                      <p:to>
                                        <p:strVal val="visible"/>
                                      </p:to>
                                    </p:set>
                                    <p:anim calcmode="lin" valueType="num">
                                      <p:cBhvr additive="base">
                                        <p:cTn id="51" dur="500" fill="hold"/>
                                        <p:tgtEl>
                                          <p:spTgt spid="3076"/>
                                        </p:tgtEl>
                                        <p:attrNameLst>
                                          <p:attrName>ppt_x</p:attrName>
                                        </p:attrNameLst>
                                      </p:cBhvr>
                                      <p:tavLst>
                                        <p:tav tm="0">
                                          <p:val>
                                            <p:strVal val="0-#ppt_w/2"/>
                                          </p:val>
                                        </p:tav>
                                        <p:tav tm="100000">
                                          <p:val>
                                            <p:strVal val="#ppt_x"/>
                                          </p:val>
                                        </p:tav>
                                      </p:tavLst>
                                    </p:anim>
                                    <p:anim calcmode="lin" valueType="num">
                                      <p:cBhvr additive="base">
                                        <p:cTn id="52" dur="500" fill="hold"/>
                                        <p:tgtEl>
                                          <p:spTgt spid="3076"/>
                                        </p:tgtEl>
                                        <p:attrNameLst>
                                          <p:attrName>ppt_y</p:attrName>
                                        </p:attrNameLst>
                                      </p:cBhvr>
                                      <p:tavLst>
                                        <p:tav tm="0">
                                          <p:val>
                                            <p:strVal val="#ppt_y"/>
                                          </p:val>
                                        </p:tav>
                                        <p:tav tm="100000">
                                          <p:val>
                                            <p:strVal val="#ppt_y"/>
                                          </p:val>
                                        </p:tav>
                                      </p:tavLst>
                                    </p:anim>
                                  </p:childTnLst>
                                </p:cTn>
                              </p:par>
                            </p:childTnLst>
                          </p:cTn>
                        </p:par>
                      </p:childTnLst>
                    </p:cTn>
                  </p:par>
                  <p:par>
                    <p:cTn id="53" fill="hold" nodeType="clickPar">
                      <p:stCondLst>
                        <p:cond delay="indefinite"/>
                      </p:stCondLst>
                      <p:childTnLst>
                        <p:par>
                          <p:cTn id="54" fill="hold" nodeType="withGroup">
                            <p:stCondLst>
                              <p:cond delay="0"/>
                            </p:stCondLst>
                            <p:childTnLst>
                              <p:par>
                                <p:cTn id="55" presetID="2" presetClass="entr" presetSubtype="2" fill="hold" grpId="0" nodeType="clickEffect">
                                  <p:stCondLst>
                                    <p:cond delay="0"/>
                                  </p:stCondLst>
                                  <p:childTnLst>
                                    <p:set>
                                      <p:cBhvr>
                                        <p:cTn id="56" dur="1" fill="hold">
                                          <p:stCondLst>
                                            <p:cond delay="0"/>
                                          </p:stCondLst>
                                        </p:cTn>
                                        <p:tgtEl>
                                          <p:spTgt spid="5"/>
                                        </p:tgtEl>
                                        <p:attrNameLst>
                                          <p:attrName>style.visibility</p:attrName>
                                        </p:attrNameLst>
                                      </p:cBhvr>
                                      <p:to>
                                        <p:strVal val="visible"/>
                                      </p:to>
                                    </p:set>
                                    <p:anim calcmode="lin" valueType="num">
                                      <p:cBhvr additive="base">
                                        <p:cTn id="57" dur="500" fill="hold"/>
                                        <p:tgtEl>
                                          <p:spTgt spid="5"/>
                                        </p:tgtEl>
                                        <p:attrNameLst>
                                          <p:attrName>ppt_x</p:attrName>
                                        </p:attrNameLst>
                                      </p:cBhvr>
                                      <p:tavLst>
                                        <p:tav tm="0">
                                          <p:val>
                                            <p:strVal val="1+#ppt_w/2"/>
                                          </p:val>
                                        </p:tav>
                                        <p:tav tm="100000">
                                          <p:val>
                                            <p:strVal val="#ppt_x"/>
                                          </p:val>
                                        </p:tav>
                                      </p:tavLst>
                                    </p:anim>
                                    <p:anim calcmode="lin" valueType="num">
                                      <p:cBhvr additive="base">
                                        <p:cTn id="58"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5" grpId="0" build="p"/>
      <p:bldP spid="3076" grpId="0"/>
      <p:bldP spid="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3"/>
          <p:cNvSpPr>
            <a:spLocks noGrp="1"/>
          </p:cNvSpPr>
          <p:nvPr>
            <p:ph type="ctrTitle"/>
          </p:nvPr>
        </p:nvSpPr>
        <p:spPr>
          <a:xfrm>
            <a:off x="2172456" y="2200277"/>
            <a:ext cx="6754812" cy="1470025"/>
          </a:xfrm>
        </p:spPr>
        <p:txBody>
          <a:bodyPr/>
          <a:lstStyle/>
          <a:p>
            <a:r>
              <a:rPr lang="en-US" dirty="0"/>
              <a:t>Cryptography Concepts</a:t>
            </a:r>
            <a:endParaRPr lang="en-GB" dirty="0"/>
          </a:p>
        </p:txBody>
      </p:sp>
      <p:sp>
        <p:nvSpPr>
          <p:cNvPr id="3" name="Subtitle 2">
            <a:extLst>
              <a:ext uri="{FF2B5EF4-FFF2-40B4-BE49-F238E27FC236}">
                <a16:creationId xmlns:a16="http://schemas.microsoft.com/office/drawing/2014/main" id="{7C61D360-55A0-A24D-4734-1EFC0A804C6B}"/>
              </a:ext>
            </a:extLst>
          </p:cNvPr>
          <p:cNvSpPr>
            <a:spLocks noGrp="1"/>
          </p:cNvSpPr>
          <p:nvPr>
            <p:ph type="subTitle" idx="1"/>
          </p:nvPr>
        </p:nvSpPr>
        <p:spPr/>
        <p:txBody>
          <a:bodyPr/>
          <a:lstStyle/>
          <a:p>
            <a:endParaRPr lang="en-MY"/>
          </a:p>
        </p:txBody>
      </p:sp>
    </p:spTree>
    <p:extLst>
      <p:ext uri="{BB962C8B-B14F-4D97-AF65-F5344CB8AC3E}">
        <p14:creationId xmlns:p14="http://schemas.microsoft.com/office/powerpoint/2010/main" val="5638751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9" name="Text Box 2">
            <a:extLst>
              <a:ext uri="{FF2B5EF4-FFF2-40B4-BE49-F238E27FC236}">
                <a16:creationId xmlns:a16="http://schemas.microsoft.com/office/drawing/2014/main" id="{5566F447-E84C-4DD6-923D-0D748A3B1159}"/>
              </a:ext>
            </a:extLst>
          </p:cNvPr>
          <p:cNvSpPr txBox="1">
            <a:spLocks noChangeArrowheads="1"/>
          </p:cNvSpPr>
          <p:nvPr/>
        </p:nvSpPr>
        <p:spPr bwMode="auto">
          <a:xfrm>
            <a:off x="304800" y="2081213"/>
            <a:ext cx="21002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r>
              <a:rPr lang="en-US" altLang="en-US" sz="2400"/>
              <a:t>Cryptography </a:t>
            </a:r>
          </a:p>
        </p:txBody>
      </p:sp>
      <p:sp>
        <p:nvSpPr>
          <p:cNvPr id="157700" name="Line 3">
            <a:extLst>
              <a:ext uri="{FF2B5EF4-FFF2-40B4-BE49-F238E27FC236}">
                <a16:creationId xmlns:a16="http://schemas.microsoft.com/office/drawing/2014/main" id="{92107B7D-522F-41D7-BE7B-D481670E2922}"/>
              </a:ext>
            </a:extLst>
          </p:cNvPr>
          <p:cNvSpPr>
            <a:spLocks noChangeShapeType="1"/>
          </p:cNvSpPr>
          <p:nvPr/>
        </p:nvSpPr>
        <p:spPr bwMode="auto">
          <a:xfrm>
            <a:off x="2362200" y="2362200"/>
            <a:ext cx="1219200" cy="0"/>
          </a:xfrm>
          <a:prstGeom prst="line">
            <a:avLst/>
          </a:prstGeom>
          <a:noFill/>
          <a:ln w="762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157701" name="Text Box 4">
            <a:extLst>
              <a:ext uri="{FF2B5EF4-FFF2-40B4-BE49-F238E27FC236}">
                <a16:creationId xmlns:a16="http://schemas.microsoft.com/office/drawing/2014/main" id="{735223F3-3F66-46E9-96C1-9F726BD31193}"/>
              </a:ext>
            </a:extLst>
          </p:cNvPr>
          <p:cNvSpPr txBox="1">
            <a:spLocks noChangeArrowheads="1"/>
          </p:cNvSpPr>
          <p:nvPr/>
        </p:nvSpPr>
        <p:spPr bwMode="auto">
          <a:xfrm>
            <a:off x="4038600" y="1981200"/>
            <a:ext cx="996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r>
              <a:rPr lang="en-US" altLang="en-US" sz="2400"/>
              <a:t>Crypt </a:t>
            </a:r>
          </a:p>
        </p:txBody>
      </p:sp>
      <p:sp>
        <p:nvSpPr>
          <p:cNvPr id="157702" name="Line 5">
            <a:extLst>
              <a:ext uri="{FF2B5EF4-FFF2-40B4-BE49-F238E27FC236}">
                <a16:creationId xmlns:a16="http://schemas.microsoft.com/office/drawing/2014/main" id="{A00B5956-D8FC-425C-999B-FA414197E949}"/>
              </a:ext>
            </a:extLst>
          </p:cNvPr>
          <p:cNvSpPr>
            <a:spLocks noChangeShapeType="1"/>
          </p:cNvSpPr>
          <p:nvPr/>
        </p:nvSpPr>
        <p:spPr bwMode="auto">
          <a:xfrm>
            <a:off x="5426075" y="2246313"/>
            <a:ext cx="838200" cy="0"/>
          </a:xfrm>
          <a:prstGeom prst="line">
            <a:avLst/>
          </a:prstGeom>
          <a:noFill/>
          <a:ln w="76200" cmpd="tri">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157703" name="Text Box 6">
            <a:extLst>
              <a:ext uri="{FF2B5EF4-FFF2-40B4-BE49-F238E27FC236}">
                <a16:creationId xmlns:a16="http://schemas.microsoft.com/office/drawing/2014/main" id="{FC474CB6-075A-4D9E-901A-01E0208F65F0}"/>
              </a:ext>
            </a:extLst>
          </p:cNvPr>
          <p:cNvSpPr txBox="1">
            <a:spLocks noChangeArrowheads="1"/>
          </p:cNvSpPr>
          <p:nvPr/>
        </p:nvSpPr>
        <p:spPr bwMode="auto">
          <a:xfrm>
            <a:off x="6477000" y="1981200"/>
            <a:ext cx="10144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r>
              <a:rPr lang="en-US" altLang="en-US" sz="2400"/>
              <a:t>secret</a:t>
            </a:r>
          </a:p>
        </p:txBody>
      </p:sp>
      <p:sp>
        <p:nvSpPr>
          <p:cNvPr id="157704" name="Text Box 7">
            <a:extLst>
              <a:ext uri="{FF2B5EF4-FFF2-40B4-BE49-F238E27FC236}">
                <a16:creationId xmlns:a16="http://schemas.microsoft.com/office/drawing/2014/main" id="{494703F6-849F-4E71-8995-33B80829467C}"/>
              </a:ext>
            </a:extLst>
          </p:cNvPr>
          <p:cNvSpPr txBox="1">
            <a:spLocks noChangeArrowheads="1"/>
          </p:cNvSpPr>
          <p:nvPr/>
        </p:nvSpPr>
        <p:spPr bwMode="auto">
          <a:xfrm>
            <a:off x="3886200" y="2590800"/>
            <a:ext cx="1270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r>
              <a:rPr lang="en-US" altLang="en-US" sz="2400"/>
              <a:t>Graphia</a:t>
            </a:r>
          </a:p>
        </p:txBody>
      </p:sp>
      <p:sp>
        <p:nvSpPr>
          <p:cNvPr id="157705" name="Line 8">
            <a:extLst>
              <a:ext uri="{FF2B5EF4-FFF2-40B4-BE49-F238E27FC236}">
                <a16:creationId xmlns:a16="http://schemas.microsoft.com/office/drawing/2014/main" id="{72C4ABAD-C21C-42DB-A01C-7D2E7302E9FD}"/>
              </a:ext>
            </a:extLst>
          </p:cNvPr>
          <p:cNvSpPr>
            <a:spLocks noChangeShapeType="1"/>
          </p:cNvSpPr>
          <p:nvPr/>
        </p:nvSpPr>
        <p:spPr bwMode="auto">
          <a:xfrm>
            <a:off x="5426075" y="2932113"/>
            <a:ext cx="838200" cy="0"/>
          </a:xfrm>
          <a:prstGeom prst="line">
            <a:avLst/>
          </a:prstGeom>
          <a:noFill/>
          <a:ln w="76200" cmpd="tri">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157706" name="Text Box 9">
            <a:extLst>
              <a:ext uri="{FF2B5EF4-FFF2-40B4-BE49-F238E27FC236}">
                <a16:creationId xmlns:a16="http://schemas.microsoft.com/office/drawing/2014/main" id="{110E7072-E722-46CB-AC7B-CF1007D4EE1D}"/>
              </a:ext>
            </a:extLst>
          </p:cNvPr>
          <p:cNvSpPr txBox="1">
            <a:spLocks noChangeArrowheads="1"/>
          </p:cNvSpPr>
          <p:nvPr/>
        </p:nvSpPr>
        <p:spPr bwMode="auto">
          <a:xfrm>
            <a:off x="6477000" y="2667000"/>
            <a:ext cx="1066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r>
              <a:rPr lang="en-US" altLang="en-US" sz="2400"/>
              <a:t>writing</a:t>
            </a:r>
          </a:p>
        </p:txBody>
      </p:sp>
      <p:sp>
        <p:nvSpPr>
          <p:cNvPr id="157707" name="Arc 10">
            <a:extLst>
              <a:ext uri="{FF2B5EF4-FFF2-40B4-BE49-F238E27FC236}">
                <a16:creationId xmlns:a16="http://schemas.microsoft.com/office/drawing/2014/main" id="{427CA6BB-CB4F-4E84-ACE5-584B705464FA}"/>
              </a:ext>
            </a:extLst>
          </p:cNvPr>
          <p:cNvSpPr>
            <a:spLocks/>
          </p:cNvSpPr>
          <p:nvPr/>
        </p:nvSpPr>
        <p:spPr bwMode="auto">
          <a:xfrm>
            <a:off x="3581400" y="1752600"/>
            <a:ext cx="1828800" cy="1676400"/>
          </a:xfrm>
          <a:custGeom>
            <a:avLst/>
            <a:gdLst>
              <a:gd name="T0" fmla="*/ 914400 w 43200"/>
              <a:gd name="T1" fmla="*/ 0 h 43200"/>
              <a:gd name="T2" fmla="*/ 912834 w 43200"/>
              <a:gd name="T3" fmla="*/ 0 h 43200"/>
              <a:gd name="T4" fmla="*/ 914400 w 43200"/>
              <a:gd name="T5" fmla="*/ 838200 h 43200"/>
              <a:gd name="T6" fmla="*/ 0 60000 65536"/>
              <a:gd name="T7" fmla="*/ 0 60000 65536"/>
              <a:gd name="T8" fmla="*/ 0 60000 65536"/>
            </a:gdLst>
            <a:ahLst/>
            <a:cxnLst>
              <a:cxn ang="T6">
                <a:pos x="T0" y="T1"/>
              </a:cxn>
              <a:cxn ang="T7">
                <a:pos x="T2" y="T3"/>
              </a:cxn>
              <a:cxn ang="T8">
                <a:pos x="T4" y="T5"/>
              </a:cxn>
            </a:cxnLst>
            <a:rect l="0" t="0" r="r" b="b"/>
            <a:pathLst>
              <a:path w="43200" h="43200" fill="none" extrusionOk="0">
                <a:moveTo>
                  <a:pt x="21600" y="0"/>
                </a:moveTo>
                <a:cubicBezTo>
                  <a:pt x="33529" y="0"/>
                  <a:pt x="43200" y="9670"/>
                  <a:pt x="43200" y="21600"/>
                </a:cubicBezTo>
                <a:cubicBezTo>
                  <a:pt x="43200" y="33529"/>
                  <a:pt x="33529" y="43200"/>
                  <a:pt x="21600" y="43200"/>
                </a:cubicBezTo>
                <a:cubicBezTo>
                  <a:pt x="9670" y="43200"/>
                  <a:pt x="0" y="33529"/>
                  <a:pt x="0" y="21600"/>
                </a:cubicBezTo>
                <a:cubicBezTo>
                  <a:pt x="0" y="9685"/>
                  <a:pt x="9648" y="20"/>
                  <a:pt x="21563" y="0"/>
                </a:cubicBezTo>
              </a:path>
              <a:path w="43200" h="43200" stroke="0" extrusionOk="0">
                <a:moveTo>
                  <a:pt x="21600" y="0"/>
                </a:moveTo>
                <a:cubicBezTo>
                  <a:pt x="33529" y="0"/>
                  <a:pt x="43200" y="9670"/>
                  <a:pt x="43200" y="21600"/>
                </a:cubicBezTo>
                <a:cubicBezTo>
                  <a:pt x="43200" y="33529"/>
                  <a:pt x="33529" y="43200"/>
                  <a:pt x="21600" y="43200"/>
                </a:cubicBezTo>
                <a:cubicBezTo>
                  <a:pt x="9670" y="43200"/>
                  <a:pt x="0" y="33529"/>
                  <a:pt x="0" y="21600"/>
                </a:cubicBezTo>
                <a:cubicBezTo>
                  <a:pt x="0" y="9685"/>
                  <a:pt x="9648" y="20"/>
                  <a:pt x="21563" y="0"/>
                </a:cubicBezTo>
                <a:lnTo>
                  <a:pt x="21600" y="21600"/>
                </a:lnTo>
                <a:lnTo>
                  <a:pt x="21600" y="0"/>
                </a:lnTo>
                <a:close/>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7708" name="Text Box 11">
            <a:extLst>
              <a:ext uri="{FF2B5EF4-FFF2-40B4-BE49-F238E27FC236}">
                <a16:creationId xmlns:a16="http://schemas.microsoft.com/office/drawing/2014/main" id="{7363732C-4A9D-4490-ACAA-EB5BAB3404DC}"/>
              </a:ext>
            </a:extLst>
          </p:cNvPr>
          <p:cNvSpPr txBox="1">
            <a:spLocks noChangeArrowheads="1"/>
          </p:cNvSpPr>
          <p:nvPr/>
        </p:nvSpPr>
        <p:spPr bwMode="auto">
          <a:xfrm>
            <a:off x="3048000" y="1371600"/>
            <a:ext cx="8461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r>
              <a:rPr lang="en-US" altLang="en-US" sz="2400" dirty="0"/>
              <a:t>Latin</a:t>
            </a:r>
          </a:p>
        </p:txBody>
      </p:sp>
      <p:sp>
        <p:nvSpPr>
          <p:cNvPr id="157710" name="Text Box 13">
            <a:extLst>
              <a:ext uri="{FF2B5EF4-FFF2-40B4-BE49-F238E27FC236}">
                <a16:creationId xmlns:a16="http://schemas.microsoft.com/office/drawing/2014/main" id="{C7CE60AD-8A56-43DB-B45E-AC6FE70CB6FA}"/>
              </a:ext>
            </a:extLst>
          </p:cNvPr>
          <p:cNvSpPr txBox="1">
            <a:spLocks noChangeArrowheads="1"/>
          </p:cNvSpPr>
          <p:nvPr/>
        </p:nvSpPr>
        <p:spPr bwMode="auto">
          <a:xfrm>
            <a:off x="3124200" y="228600"/>
            <a:ext cx="261937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r>
              <a:rPr lang="en-US" altLang="en-US" sz="3200"/>
              <a:t>Cryptography</a:t>
            </a:r>
          </a:p>
        </p:txBody>
      </p:sp>
      <p:sp>
        <p:nvSpPr>
          <p:cNvPr id="157712" name="Rectangle 15">
            <a:extLst>
              <a:ext uri="{FF2B5EF4-FFF2-40B4-BE49-F238E27FC236}">
                <a16:creationId xmlns:a16="http://schemas.microsoft.com/office/drawing/2014/main" id="{47DA3A56-8F2F-4947-A249-407BEA6FBADA}"/>
              </a:ext>
            </a:extLst>
          </p:cNvPr>
          <p:cNvSpPr>
            <a:spLocks noChangeArrowheads="1"/>
          </p:cNvSpPr>
          <p:nvPr/>
        </p:nvSpPr>
        <p:spPr bwMode="auto">
          <a:xfrm>
            <a:off x="93638" y="3609130"/>
            <a:ext cx="4131940" cy="2037879"/>
          </a:xfrm>
          <a:prstGeom prst="rect">
            <a:avLst/>
          </a:prstGeom>
          <a:solidFill>
            <a:schemeClr val="bg2">
              <a:lumMod val="50000"/>
            </a:schemeClr>
          </a:solidFill>
          <a:ln w="19050">
            <a:solidFill>
              <a:schemeClr val="bg2">
                <a:lumMod val="50000"/>
              </a:schemeClr>
            </a:solidFill>
            <a:miter lim="800000"/>
            <a:headEnd/>
            <a:tailEnd/>
          </a:ln>
          <a:effectLst/>
          <a:scene3d>
            <a:camera prst="orthographicFront"/>
            <a:lightRig rig="threePt" dir="t"/>
          </a:scene3d>
          <a:sp3d>
            <a:bevelT w="114300" prst="artDeco"/>
          </a:sp3d>
        </p:spPr>
        <p:txBody>
          <a:bodyPr wrap="none" anchor="ctr" anchorCtr="0"/>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800" dirty="0">
                <a:solidFill>
                  <a:schemeClr val="bg1"/>
                </a:solidFill>
                <a:latin typeface="Calibri" panose="020F0502020204030204" pitchFamily="34" charset="0"/>
                <a:cs typeface="Calibri" panose="020F0502020204030204" pitchFamily="34" charset="0"/>
              </a:rPr>
              <a:t>And when you need a shoulder to cry on</a:t>
            </a:r>
          </a:p>
          <a:p>
            <a:pPr algn="ctr" eaLnBrk="1" hangingPunct="1"/>
            <a:r>
              <a:rPr lang="en-US" altLang="en-US" sz="1800" dirty="0">
                <a:solidFill>
                  <a:schemeClr val="bg1"/>
                </a:solidFill>
                <a:latin typeface="Calibri" panose="020F0502020204030204" pitchFamily="34" charset="0"/>
                <a:cs typeface="Calibri" panose="020F0502020204030204" pitchFamily="34" charset="0"/>
              </a:rPr>
              <a:t>When you need a friend to rely on</a:t>
            </a:r>
          </a:p>
          <a:p>
            <a:pPr algn="ctr" eaLnBrk="1" hangingPunct="1"/>
            <a:r>
              <a:rPr lang="en-US" altLang="en-US" sz="1800" dirty="0">
                <a:solidFill>
                  <a:schemeClr val="bg1"/>
                </a:solidFill>
                <a:latin typeface="Calibri" panose="020F0502020204030204" pitchFamily="34" charset="0"/>
                <a:cs typeface="Calibri" panose="020F0502020204030204" pitchFamily="34" charset="0"/>
              </a:rPr>
              <a:t>When the whole world is gone</a:t>
            </a:r>
          </a:p>
          <a:p>
            <a:pPr algn="ctr" eaLnBrk="1" hangingPunct="1"/>
            <a:r>
              <a:rPr lang="en-US" altLang="en-US" sz="1800" dirty="0">
                <a:solidFill>
                  <a:schemeClr val="bg1"/>
                </a:solidFill>
                <a:latin typeface="Calibri" panose="020F0502020204030204" pitchFamily="34" charset="0"/>
                <a:cs typeface="Calibri" panose="020F0502020204030204" pitchFamily="34" charset="0"/>
              </a:rPr>
              <a:t>You won't be alone, cause I'll be there</a:t>
            </a:r>
          </a:p>
          <a:p>
            <a:pPr algn="ctr" eaLnBrk="1" hangingPunct="1"/>
            <a:r>
              <a:rPr lang="en-US" altLang="en-US" sz="1800" dirty="0">
                <a:solidFill>
                  <a:schemeClr val="bg1"/>
                </a:solidFill>
                <a:latin typeface="Calibri" panose="020F0502020204030204" pitchFamily="34" charset="0"/>
                <a:cs typeface="Calibri" panose="020F0502020204030204" pitchFamily="34" charset="0"/>
              </a:rPr>
              <a:t>I'll be your shoulder to cry on</a:t>
            </a:r>
          </a:p>
        </p:txBody>
      </p:sp>
      <p:sp>
        <p:nvSpPr>
          <p:cNvPr id="157714" name="Line 17">
            <a:extLst>
              <a:ext uri="{FF2B5EF4-FFF2-40B4-BE49-F238E27FC236}">
                <a16:creationId xmlns:a16="http://schemas.microsoft.com/office/drawing/2014/main" id="{FC2874A3-BDC2-4367-B00F-966A726FDB72}"/>
              </a:ext>
            </a:extLst>
          </p:cNvPr>
          <p:cNvSpPr>
            <a:spLocks noChangeShapeType="1"/>
          </p:cNvSpPr>
          <p:nvPr/>
        </p:nvSpPr>
        <p:spPr bwMode="auto">
          <a:xfrm>
            <a:off x="4252370" y="4633887"/>
            <a:ext cx="607662" cy="0"/>
          </a:xfrm>
          <a:prstGeom prst="line">
            <a:avLst/>
          </a:prstGeom>
          <a:noFill/>
          <a:ln w="762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0" name="Rectangle 15">
            <a:extLst>
              <a:ext uri="{FF2B5EF4-FFF2-40B4-BE49-F238E27FC236}">
                <a16:creationId xmlns:a16="http://schemas.microsoft.com/office/drawing/2014/main" id="{2C9DBCDF-762B-4E5D-BC21-BAAD59B9DB19}"/>
              </a:ext>
            </a:extLst>
          </p:cNvPr>
          <p:cNvSpPr>
            <a:spLocks noChangeArrowheads="1"/>
          </p:cNvSpPr>
          <p:nvPr/>
        </p:nvSpPr>
        <p:spPr bwMode="auto">
          <a:xfrm>
            <a:off x="4860032" y="3605448"/>
            <a:ext cx="4131940" cy="2037879"/>
          </a:xfrm>
          <a:prstGeom prst="rect">
            <a:avLst/>
          </a:prstGeom>
          <a:solidFill>
            <a:schemeClr val="bg2">
              <a:lumMod val="50000"/>
            </a:schemeClr>
          </a:solidFill>
          <a:ln w="19050">
            <a:solidFill>
              <a:schemeClr val="bg2">
                <a:lumMod val="50000"/>
              </a:schemeClr>
            </a:solidFill>
            <a:miter lim="800000"/>
            <a:headEnd/>
            <a:tailEnd/>
          </a:ln>
          <a:effectLst/>
          <a:scene3d>
            <a:camera prst="orthographicFront"/>
            <a:lightRig rig="threePt" dir="t"/>
          </a:scene3d>
          <a:sp3d>
            <a:bevelT w="114300" prst="artDeco"/>
          </a:sp3d>
        </p:spPr>
        <p:txBody>
          <a:bodyPr wrap="none" anchor="ctr" anchorCtr="0"/>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800" dirty="0" err="1">
                <a:solidFill>
                  <a:srgbClr val="FF0000"/>
                </a:solidFill>
                <a:latin typeface="Calibri" panose="020F0502020204030204" pitchFamily="34" charset="0"/>
                <a:cs typeface="Calibri" panose="020F0502020204030204" pitchFamily="34" charset="0"/>
              </a:rPr>
              <a:t>Wqewqewqdadsad</a:t>
            </a:r>
            <a:r>
              <a:rPr lang="en-US" altLang="en-US" sz="1800" dirty="0">
                <a:solidFill>
                  <a:srgbClr val="FF0000"/>
                </a:solidFill>
                <a:latin typeface="Calibri" panose="020F0502020204030204" pitchFamily="34" charset="0"/>
                <a:cs typeface="Calibri" panose="020F0502020204030204" pitchFamily="34" charset="0"/>
              </a:rPr>
              <a:t> </a:t>
            </a:r>
            <a:r>
              <a:rPr lang="en-US" altLang="en-US" sz="1800" dirty="0" err="1">
                <a:solidFill>
                  <a:srgbClr val="FF0000"/>
                </a:solidFill>
                <a:latin typeface="Calibri" panose="020F0502020204030204" pitchFamily="34" charset="0"/>
                <a:cs typeface="Calibri" panose="020F0502020204030204" pitchFamily="34" charset="0"/>
              </a:rPr>
              <a:t>sdfvfkjvjev</a:t>
            </a:r>
            <a:r>
              <a:rPr lang="en-US" altLang="en-US" sz="1800" dirty="0">
                <a:solidFill>
                  <a:srgbClr val="FF0000"/>
                </a:solidFill>
                <a:latin typeface="Calibri" panose="020F0502020204030204" pitchFamily="34" charset="0"/>
                <a:cs typeface="Calibri" panose="020F0502020204030204" pitchFamily="34" charset="0"/>
              </a:rPr>
              <a:t> </a:t>
            </a:r>
          </a:p>
          <a:p>
            <a:pPr algn="ctr" eaLnBrk="1" hangingPunct="1"/>
            <a:r>
              <a:rPr lang="en-US" altLang="en-US" sz="1800" dirty="0" err="1">
                <a:solidFill>
                  <a:srgbClr val="FF0000"/>
                </a:solidFill>
                <a:latin typeface="Calibri" panose="020F0502020204030204" pitchFamily="34" charset="0"/>
                <a:cs typeface="Calibri" panose="020F0502020204030204" pitchFamily="34" charset="0"/>
              </a:rPr>
              <a:t>vczcvpvfdjvfdv</a:t>
            </a:r>
            <a:r>
              <a:rPr lang="en-US" altLang="en-US" sz="1800" dirty="0">
                <a:solidFill>
                  <a:srgbClr val="FF0000"/>
                </a:solidFill>
                <a:latin typeface="Calibri" panose="020F0502020204030204" pitchFamily="34" charset="0"/>
                <a:cs typeface="Calibri" panose="020F0502020204030204" pitchFamily="34" charset="0"/>
              </a:rPr>
              <a:t> </a:t>
            </a:r>
            <a:r>
              <a:rPr lang="en-US" altLang="en-US" sz="1800" dirty="0" err="1">
                <a:solidFill>
                  <a:srgbClr val="FF0000"/>
                </a:solidFill>
                <a:latin typeface="Calibri" panose="020F0502020204030204" pitchFamily="34" charset="0"/>
                <a:cs typeface="Calibri" panose="020F0502020204030204" pitchFamily="34" charset="0"/>
              </a:rPr>
              <a:t>vcxvcxvxcvcx</a:t>
            </a:r>
            <a:endParaRPr lang="en-US" altLang="en-US" sz="1800" dirty="0">
              <a:solidFill>
                <a:srgbClr val="FF0000"/>
              </a:solidFill>
              <a:latin typeface="Calibri" panose="020F0502020204030204" pitchFamily="34" charset="0"/>
              <a:cs typeface="Calibri" panose="020F0502020204030204" pitchFamily="34" charset="0"/>
            </a:endParaRPr>
          </a:p>
          <a:p>
            <a:pPr algn="ctr" eaLnBrk="1" hangingPunct="1"/>
            <a:r>
              <a:rPr lang="en-US" altLang="en-US" sz="1800" dirty="0" err="1">
                <a:solidFill>
                  <a:srgbClr val="FF0000"/>
                </a:solidFill>
                <a:latin typeface="Calibri" panose="020F0502020204030204" pitchFamily="34" charset="0"/>
                <a:cs typeface="Calibri" panose="020F0502020204030204" pitchFamily="34" charset="0"/>
              </a:rPr>
              <a:t>Zzzzzzzzp</a:t>
            </a:r>
            <a:r>
              <a:rPr lang="en-US" altLang="en-US" sz="1800" dirty="0">
                <a:solidFill>
                  <a:srgbClr val="FF0000"/>
                </a:solidFill>
                <a:latin typeface="Calibri" panose="020F0502020204030204" pitchFamily="34" charset="0"/>
                <a:cs typeface="Calibri" panose="020F0502020204030204" pitchFamily="34" charset="0"/>
              </a:rPr>
              <a:t> </a:t>
            </a:r>
            <a:r>
              <a:rPr lang="en-US" altLang="en-US" sz="1800" dirty="0" err="1">
                <a:solidFill>
                  <a:srgbClr val="FF0000"/>
                </a:solidFill>
                <a:latin typeface="Calibri" panose="020F0502020204030204" pitchFamily="34" charset="0"/>
                <a:cs typeface="Calibri" panose="020F0502020204030204" pitchFamily="34" charset="0"/>
              </a:rPr>
              <a:t>oidcdv</a:t>
            </a:r>
            <a:r>
              <a:rPr lang="en-US" altLang="en-US" sz="1800" dirty="0">
                <a:solidFill>
                  <a:srgbClr val="FF0000"/>
                </a:solidFill>
                <a:latin typeface="Calibri" panose="020F0502020204030204" pitchFamily="34" charset="0"/>
                <a:cs typeface="Calibri" panose="020F0502020204030204" pitchFamily="34" charset="0"/>
              </a:rPr>
              <a:t> </a:t>
            </a:r>
            <a:r>
              <a:rPr lang="en-US" altLang="en-US" sz="1800" dirty="0" err="1">
                <a:solidFill>
                  <a:srgbClr val="FF0000"/>
                </a:solidFill>
                <a:latin typeface="Calibri" panose="020F0502020204030204" pitchFamily="34" charset="0"/>
                <a:cs typeface="Calibri" panose="020F0502020204030204" pitchFamily="34" charset="0"/>
              </a:rPr>
              <a:t>sddsfsdvsdv</a:t>
            </a:r>
            <a:endParaRPr lang="en-US" altLang="en-US" sz="1800" dirty="0">
              <a:solidFill>
                <a:srgbClr val="FF0000"/>
              </a:solidFill>
              <a:latin typeface="Calibri" panose="020F0502020204030204" pitchFamily="34" charset="0"/>
              <a:cs typeface="Calibri" panose="020F0502020204030204" pitchFamily="34" charset="0"/>
            </a:endParaRPr>
          </a:p>
          <a:p>
            <a:pPr algn="ctr" eaLnBrk="1" hangingPunct="1"/>
            <a:r>
              <a:rPr lang="en-US" altLang="en-US" sz="1800" dirty="0" err="1">
                <a:solidFill>
                  <a:srgbClr val="FF0000"/>
                </a:solidFill>
                <a:latin typeface="Calibri" panose="020F0502020204030204" pitchFamily="34" charset="0"/>
                <a:cs typeface="Calibri" panose="020F0502020204030204" pitchFamily="34" charset="0"/>
              </a:rPr>
              <a:t>Qwerrdad</a:t>
            </a:r>
            <a:r>
              <a:rPr lang="en-US" altLang="en-US" sz="1800" dirty="0">
                <a:solidFill>
                  <a:srgbClr val="FF0000"/>
                </a:solidFill>
                <a:latin typeface="Calibri" panose="020F0502020204030204" pitchFamily="34" charset="0"/>
                <a:cs typeface="Calibri" panose="020F0502020204030204" pitchFamily="34" charset="0"/>
              </a:rPr>
              <a:t> </a:t>
            </a:r>
            <a:r>
              <a:rPr lang="en-US" altLang="en-US" sz="1800" dirty="0" err="1">
                <a:solidFill>
                  <a:srgbClr val="FF0000"/>
                </a:solidFill>
                <a:latin typeface="Calibri" panose="020F0502020204030204" pitchFamily="34" charset="0"/>
                <a:cs typeface="Calibri" panose="020F0502020204030204" pitchFamily="34" charset="0"/>
              </a:rPr>
              <a:t>poiunf</a:t>
            </a:r>
            <a:endParaRPr lang="en-US" altLang="en-US" sz="1800" dirty="0">
              <a:solidFill>
                <a:srgbClr val="FF0000"/>
              </a:solidFill>
              <a:latin typeface="Calibri" panose="020F0502020204030204" pitchFamily="34" charset="0"/>
              <a:cs typeface="Calibri" panose="020F0502020204030204" pitchFamily="34" charset="0"/>
            </a:endParaRPr>
          </a:p>
          <a:p>
            <a:pPr algn="ctr" eaLnBrk="1" hangingPunct="1"/>
            <a:r>
              <a:rPr lang="en-US" altLang="en-US" sz="1800" dirty="0" err="1">
                <a:solidFill>
                  <a:srgbClr val="FF0000"/>
                </a:solidFill>
                <a:latin typeface="Calibri" panose="020F0502020204030204" pitchFamily="34" charset="0"/>
                <a:cs typeface="Calibri" panose="020F0502020204030204" pitchFamily="34" charset="0"/>
              </a:rPr>
              <a:t>Jsdska</a:t>
            </a:r>
            <a:r>
              <a:rPr lang="en-US" altLang="en-US" sz="1800" dirty="0">
                <a:solidFill>
                  <a:srgbClr val="FF0000"/>
                </a:solidFill>
                <a:latin typeface="Calibri" panose="020F0502020204030204" pitchFamily="34" charset="0"/>
                <a:cs typeface="Calibri" panose="020F0502020204030204" pitchFamily="34" charset="0"/>
              </a:rPr>
              <a:t> </a:t>
            </a:r>
            <a:r>
              <a:rPr lang="en-US" altLang="en-US" sz="1800" dirty="0" err="1">
                <a:solidFill>
                  <a:srgbClr val="FF0000"/>
                </a:solidFill>
                <a:latin typeface="Calibri" panose="020F0502020204030204" pitchFamily="34" charset="0"/>
                <a:cs typeface="Calibri" panose="020F0502020204030204" pitchFamily="34" charset="0"/>
              </a:rPr>
              <a:t>ooopqiq</a:t>
            </a:r>
            <a:r>
              <a:rPr lang="en-US" altLang="en-US" sz="1800" dirty="0">
                <a:solidFill>
                  <a:srgbClr val="FF0000"/>
                </a:solidFill>
                <a:latin typeface="Calibri" panose="020F0502020204030204" pitchFamily="34" charset="0"/>
                <a:cs typeface="Calibri" panose="020F0502020204030204" pitchFamily="34" charset="0"/>
              </a:rPr>
              <a:t> $32156daja</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7" name="Text Box 2">
            <a:extLst>
              <a:ext uri="{FF2B5EF4-FFF2-40B4-BE49-F238E27FC236}">
                <a16:creationId xmlns:a16="http://schemas.microsoft.com/office/drawing/2014/main" id="{E250E992-A786-48DA-ABE1-0CE75235AAFA}"/>
              </a:ext>
            </a:extLst>
          </p:cNvPr>
          <p:cNvSpPr txBox="1">
            <a:spLocks noChangeArrowheads="1"/>
          </p:cNvSpPr>
          <p:nvPr/>
        </p:nvSpPr>
        <p:spPr bwMode="auto">
          <a:xfrm>
            <a:off x="3124200" y="228600"/>
            <a:ext cx="261937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r>
              <a:rPr lang="en-US" altLang="en-US" sz="3200"/>
              <a:t>Cryptography</a:t>
            </a:r>
          </a:p>
        </p:txBody>
      </p:sp>
      <p:sp>
        <p:nvSpPr>
          <p:cNvPr id="159748" name="Text Box 3">
            <a:extLst>
              <a:ext uri="{FF2B5EF4-FFF2-40B4-BE49-F238E27FC236}">
                <a16:creationId xmlns:a16="http://schemas.microsoft.com/office/drawing/2014/main" id="{DD8C4ADC-923A-45BE-AFFE-322F895AB319}"/>
              </a:ext>
            </a:extLst>
          </p:cNvPr>
          <p:cNvSpPr txBox="1">
            <a:spLocks noChangeArrowheads="1"/>
          </p:cNvSpPr>
          <p:nvPr/>
        </p:nvSpPr>
        <p:spPr bwMode="auto">
          <a:xfrm>
            <a:off x="217487" y="1628800"/>
            <a:ext cx="894668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a:solidFill>
                  <a:schemeClr val="tx1"/>
                </a:solidFill>
                <a:latin typeface="Arial" panose="020B0604020202020204" pitchFamily="34" charset="0"/>
              </a:defRPr>
            </a:lvl1pPr>
            <a:lvl2pPr>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buFontTx/>
              <a:buChar char="•"/>
            </a:pPr>
            <a:r>
              <a:rPr lang="en-US" altLang="en-US" sz="2400" dirty="0"/>
              <a:t> Concerned with developing algorithms:</a:t>
            </a:r>
          </a:p>
          <a:p>
            <a:pPr eaLnBrk="1" hangingPunct="1">
              <a:buFontTx/>
              <a:buChar char="•"/>
            </a:pPr>
            <a:endParaRPr lang="en-US" altLang="en-US" sz="2400" dirty="0"/>
          </a:p>
          <a:p>
            <a:pPr lvl="1" eaLnBrk="1" hangingPunct="1">
              <a:buFontTx/>
              <a:buChar char="-"/>
            </a:pPr>
            <a:r>
              <a:rPr lang="en-US" altLang="en-US" sz="2400" dirty="0"/>
              <a:t> Verify the correctness of a message to the recipient</a:t>
            </a:r>
            <a:r>
              <a:rPr lang="en-GB" altLang="en-US" sz="2400"/>
              <a:t>.</a:t>
            </a:r>
            <a:endParaRPr lang="en-US" altLang="en-US" sz="2400" dirty="0"/>
          </a:p>
          <a:p>
            <a:pPr lvl="1" eaLnBrk="1" hangingPunct="1"/>
            <a:endParaRPr lang="en-US" altLang="en-US" sz="2400" dirty="0"/>
          </a:p>
          <a:p>
            <a:pPr lvl="1" eaLnBrk="1" hangingPunct="1">
              <a:buFontTx/>
              <a:buChar char="-"/>
            </a:pPr>
            <a:r>
              <a:rPr lang="en-US" altLang="en-US" sz="2400" dirty="0"/>
              <a:t> Form the basis of many technological solutions to computer</a:t>
            </a:r>
          </a:p>
          <a:p>
            <a:pPr lvl="1" eaLnBrk="1" hangingPunct="1"/>
            <a:r>
              <a:rPr lang="en-US" altLang="en-US" sz="2400" dirty="0"/>
              <a:t>  and communications security problems</a:t>
            </a:r>
          </a:p>
        </p:txBody>
      </p:sp>
      <p:sp>
        <p:nvSpPr>
          <p:cNvPr id="159749" name="Text Box 4">
            <a:extLst>
              <a:ext uri="{FF2B5EF4-FFF2-40B4-BE49-F238E27FC236}">
                <a16:creationId xmlns:a16="http://schemas.microsoft.com/office/drawing/2014/main" id="{088800F6-41E1-4329-A9EC-0043C3F4FE98}"/>
              </a:ext>
            </a:extLst>
          </p:cNvPr>
          <p:cNvSpPr txBox="1">
            <a:spLocks noChangeArrowheads="1"/>
          </p:cNvSpPr>
          <p:nvPr/>
        </p:nvSpPr>
        <p:spPr bwMode="auto">
          <a:xfrm>
            <a:off x="642937" y="4771206"/>
            <a:ext cx="69770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r>
              <a:rPr lang="en-AU" altLang="en-US" sz="2400" b="1" dirty="0">
                <a:latin typeface="Times New Roman" panose="02020603050405020304" pitchFamily="18" charset="0"/>
              </a:rPr>
              <a:t>cryptography</a:t>
            </a:r>
            <a:r>
              <a:rPr lang="en-AU" altLang="en-US" sz="2400" dirty="0">
                <a:latin typeface="Times New Roman" panose="02020603050405020304" pitchFamily="18" charset="0"/>
              </a:rPr>
              <a:t> - study of encryption principles/methods</a:t>
            </a:r>
            <a:endParaRPr lang="en-US" altLang="en-US" sz="2400" dirty="0">
              <a:latin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5" name="Text Box 2">
            <a:extLst>
              <a:ext uri="{FF2B5EF4-FFF2-40B4-BE49-F238E27FC236}">
                <a16:creationId xmlns:a16="http://schemas.microsoft.com/office/drawing/2014/main" id="{B0662B1D-1D52-47FC-BB79-FDD9263A3143}"/>
              </a:ext>
            </a:extLst>
          </p:cNvPr>
          <p:cNvSpPr txBox="1">
            <a:spLocks noChangeArrowheads="1"/>
          </p:cNvSpPr>
          <p:nvPr/>
        </p:nvSpPr>
        <p:spPr bwMode="auto">
          <a:xfrm>
            <a:off x="3276600" y="228600"/>
            <a:ext cx="30051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r>
              <a:rPr lang="en-US" altLang="en-US" sz="3200"/>
              <a:t>Goals &amp; Setting</a:t>
            </a:r>
          </a:p>
        </p:txBody>
      </p:sp>
      <p:sp>
        <p:nvSpPr>
          <p:cNvPr id="161796" name="Text Box 3">
            <a:extLst>
              <a:ext uri="{FF2B5EF4-FFF2-40B4-BE49-F238E27FC236}">
                <a16:creationId xmlns:a16="http://schemas.microsoft.com/office/drawing/2014/main" id="{19E3EAB3-FCDE-499A-8B1F-5E4C736B9CAE}"/>
              </a:ext>
            </a:extLst>
          </p:cNvPr>
          <p:cNvSpPr txBox="1">
            <a:spLocks noChangeArrowheads="1"/>
          </p:cNvSpPr>
          <p:nvPr/>
        </p:nvSpPr>
        <p:spPr bwMode="auto">
          <a:xfrm>
            <a:off x="572251" y="1219200"/>
            <a:ext cx="7999498"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buFontTx/>
              <a:buChar char="•"/>
            </a:pPr>
            <a:r>
              <a:rPr lang="en-US" altLang="en-US" sz="2800" dirty="0"/>
              <a:t> To ensure the security of communication across</a:t>
            </a:r>
          </a:p>
          <a:p>
            <a:pPr eaLnBrk="1" hangingPunct="1"/>
            <a:r>
              <a:rPr lang="en-US" altLang="en-US" sz="2800" dirty="0"/>
              <a:t>   an insecure channel.</a:t>
            </a:r>
          </a:p>
          <a:p>
            <a:pPr eaLnBrk="1" hangingPunct="1"/>
            <a:endParaRPr lang="en-US" altLang="en-US" sz="2800" dirty="0"/>
          </a:p>
          <a:p>
            <a:pPr eaLnBrk="1" hangingPunct="1">
              <a:buFontTx/>
              <a:buChar char="•"/>
            </a:pPr>
            <a:r>
              <a:rPr lang="en-US" altLang="en-US" sz="2800" dirty="0"/>
              <a:t> The ideal channel:</a:t>
            </a:r>
          </a:p>
        </p:txBody>
      </p:sp>
      <p:sp>
        <p:nvSpPr>
          <p:cNvPr id="161797" name="Text Box 4">
            <a:extLst>
              <a:ext uri="{FF2B5EF4-FFF2-40B4-BE49-F238E27FC236}">
                <a16:creationId xmlns:a16="http://schemas.microsoft.com/office/drawing/2014/main" id="{C0B66F89-6DD7-4B5C-A518-ED4207EE321D}"/>
              </a:ext>
            </a:extLst>
          </p:cNvPr>
          <p:cNvSpPr txBox="1">
            <a:spLocks noChangeArrowheads="1"/>
          </p:cNvSpPr>
          <p:nvPr/>
        </p:nvSpPr>
        <p:spPr bwMode="auto">
          <a:xfrm>
            <a:off x="2393254" y="4615693"/>
            <a:ext cx="395492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r>
              <a:rPr lang="en-US" altLang="en-US" sz="1800" dirty="0"/>
              <a:t>Dedicated, untappable, impenetrable</a:t>
            </a:r>
          </a:p>
        </p:txBody>
      </p:sp>
      <p:sp>
        <p:nvSpPr>
          <p:cNvPr id="161798" name="Text Box 5">
            <a:extLst>
              <a:ext uri="{FF2B5EF4-FFF2-40B4-BE49-F238E27FC236}">
                <a16:creationId xmlns:a16="http://schemas.microsoft.com/office/drawing/2014/main" id="{B636E9FC-EA90-42C8-98D6-AC62723A72FF}"/>
              </a:ext>
            </a:extLst>
          </p:cNvPr>
          <p:cNvSpPr txBox="1">
            <a:spLocks noChangeArrowheads="1"/>
          </p:cNvSpPr>
          <p:nvPr/>
        </p:nvSpPr>
        <p:spPr bwMode="auto">
          <a:xfrm>
            <a:off x="3684353" y="5319698"/>
            <a:ext cx="115929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r>
              <a:rPr lang="en-US" altLang="en-US" sz="1800" dirty="0"/>
              <a:t>Pipe/tube</a:t>
            </a:r>
          </a:p>
        </p:txBody>
      </p:sp>
      <p:grpSp>
        <p:nvGrpSpPr>
          <p:cNvPr id="4" name="Group 3">
            <a:extLst>
              <a:ext uri="{FF2B5EF4-FFF2-40B4-BE49-F238E27FC236}">
                <a16:creationId xmlns:a16="http://schemas.microsoft.com/office/drawing/2014/main" id="{42AA2FD4-129A-ABDC-73F7-5409595D5A93}"/>
              </a:ext>
            </a:extLst>
          </p:cNvPr>
          <p:cNvGrpSpPr>
            <a:grpSpLocks/>
          </p:cNvGrpSpPr>
          <p:nvPr/>
        </p:nvGrpSpPr>
        <p:grpSpPr bwMode="auto">
          <a:xfrm>
            <a:off x="753596" y="3066306"/>
            <a:ext cx="7339941" cy="2920271"/>
            <a:chOff x="26" y="606"/>
            <a:chExt cx="5625" cy="2525"/>
          </a:xfrm>
        </p:grpSpPr>
        <p:pic>
          <p:nvPicPr>
            <p:cNvPr id="5" name="Picture 4">
              <a:extLst>
                <a:ext uri="{FF2B5EF4-FFF2-40B4-BE49-F238E27FC236}">
                  <a16:creationId xmlns:a16="http://schemas.microsoft.com/office/drawing/2014/main" id="{3269C65D-2082-0162-BBB6-FEFC4AD219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87" y="1645"/>
              <a:ext cx="904" cy="1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5">
              <a:extLst>
                <a:ext uri="{FF2B5EF4-FFF2-40B4-BE49-F238E27FC236}">
                  <a16:creationId xmlns:a16="http://schemas.microsoft.com/office/drawing/2014/main" id="{749B8EBF-8A69-A7CA-94C4-44CEC0A00A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26" y="1532"/>
              <a:ext cx="854" cy="1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AutoShape 6">
              <a:extLst>
                <a:ext uri="{FF2B5EF4-FFF2-40B4-BE49-F238E27FC236}">
                  <a16:creationId xmlns:a16="http://schemas.microsoft.com/office/drawing/2014/main" id="{F7F62436-E130-386F-978D-87008F75D515}"/>
                </a:ext>
              </a:extLst>
            </p:cNvPr>
            <p:cNvSpPr>
              <a:spLocks noChangeArrowheads="1"/>
            </p:cNvSpPr>
            <p:nvPr/>
          </p:nvSpPr>
          <p:spPr bwMode="auto">
            <a:xfrm rot="5400000">
              <a:off x="2647" y="617"/>
              <a:ext cx="196" cy="3569"/>
            </a:xfrm>
            <a:prstGeom prst="can">
              <a:avLst>
                <a:gd name="adj" fmla="val 57157"/>
              </a:avLst>
            </a:prstGeom>
            <a:solidFill>
              <a:srgbClr val="BBE0E3"/>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endParaRPr lang="en-MY" altLang="en-US"/>
            </a:p>
          </p:txBody>
        </p:sp>
        <p:sp>
          <p:nvSpPr>
            <p:cNvPr id="8" name="Text Box 7">
              <a:extLst>
                <a:ext uri="{FF2B5EF4-FFF2-40B4-BE49-F238E27FC236}">
                  <a16:creationId xmlns:a16="http://schemas.microsoft.com/office/drawing/2014/main" id="{64D247DE-027F-E3B0-02F6-24AF6DD3A521}"/>
                </a:ext>
              </a:extLst>
            </p:cNvPr>
            <p:cNvSpPr txBox="1">
              <a:spLocks noChangeArrowheads="1"/>
            </p:cNvSpPr>
            <p:nvPr/>
          </p:nvSpPr>
          <p:spPr bwMode="auto">
            <a:xfrm>
              <a:off x="57" y="2737"/>
              <a:ext cx="712" cy="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r>
                <a:rPr lang="en-US" altLang="en-US" sz="1800" dirty="0"/>
                <a:t>Sender</a:t>
              </a:r>
            </a:p>
          </p:txBody>
        </p:sp>
        <p:sp>
          <p:nvSpPr>
            <p:cNvPr id="9" name="Text Box 8">
              <a:extLst>
                <a:ext uri="{FF2B5EF4-FFF2-40B4-BE49-F238E27FC236}">
                  <a16:creationId xmlns:a16="http://schemas.microsoft.com/office/drawing/2014/main" id="{4FEA84F6-53CF-D01E-A702-F6E9CAF1EB87}"/>
                </a:ext>
              </a:extLst>
            </p:cNvPr>
            <p:cNvSpPr txBox="1">
              <a:spLocks noChangeArrowheads="1"/>
            </p:cNvSpPr>
            <p:nvPr/>
          </p:nvSpPr>
          <p:spPr bwMode="auto">
            <a:xfrm>
              <a:off x="4812" y="2812"/>
              <a:ext cx="839" cy="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r>
                <a:rPr lang="en-US" altLang="en-US" sz="1800" dirty="0"/>
                <a:t>Receiver</a:t>
              </a:r>
            </a:p>
          </p:txBody>
        </p:sp>
        <p:pic>
          <p:nvPicPr>
            <p:cNvPr id="10" name="Picture 9">
              <a:extLst>
                <a:ext uri="{FF2B5EF4-FFF2-40B4-BE49-F238E27FC236}">
                  <a16:creationId xmlns:a16="http://schemas.microsoft.com/office/drawing/2014/main" id="{94758711-869C-3EEE-F580-A168C385410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29" y="606"/>
              <a:ext cx="734" cy="7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Line 10">
              <a:extLst>
                <a:ext uri="{FF2B5EF4-FFF2-40B4-BE49-F238E27FC236}">
                  <a16:creationId xmlns:a16="http://schemas.microsoft.com/office/drawing/2014/main" id="{722795F3-7DB9-666A-734D-E97519DEA41F}"/>
                </a:ext>
              </a:extLst>
            </p:cNvPr>
            <p:cNvSpPr>
              <a:spLocks noChangeShapeType="1"/>
            </p:cNvSpPr>
            <p:nvPr/>
          </p:nvSpPr>
          <p:spPr bwMode="auto">
            <a:xfrm>
              <a:off x="2896" y="1439"/>
              <a:ext cx="0" cy="493"/>
            </a:xfrm>
            <a:prstGeom prst="line">
              <a:avLst/>
            </a:prstGeom>
            <a:noFill/>
            <a:ln w="76200" cmpd="tri">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grpSp>
      <p:sp>
        <p:nvSpPr>
          <p:cNvPr id="12" name="Text Box 11">
            <a:extLst>
              <a:ext uri="{FF2B5EF4-FFF2-40B4-BE49-F238E27FC236}">
                <a16:creationId xmlns:a16="http://schemas.microsoft.com/office/drawing/2014/main" id="{88F77231-FC15-FF08-539A-E1A36C4FC1F9}"/>
              </a:ext>
            </a:extLst>
          </p:cNvPr>
          <p:cNvSpPr txBox="1">
            <a:spLocks noChangeArrowheads="1"/>
          </p:cNvSpPr>
          <p:nvPr/>
        </p:nvSpPr>
        <p:spPr bwMode="auto">
          <a:xfrm>
            <a:off x="4915814" y="3354774"/>
            <a:ext cx="1816523"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r>
              <a:rPr lang="en-US" altLang="en-US" sz="1400" dirty="0"/>
              <a:t>Adversary (Attacker)</a:t>
            </a:r>
          </a:p>
        </p:txBody>
      </p:sp>
      <p:sp>
        <p:nvSpPr>
          <p:cNvPr id="13" name="Text Box 12">
            <a:extLst>
              <a:ext uri="{FF2B5EF4-FFF2-40B4-BE49-F238E27FC236}">
                <a16:creationId xmlns:a16="http://schemas.microsoft.com/office/drawing/2014/main" id="{915E1D23-7C42-002D-6D87-33596FB913EC}"/>
              </a:ext>
            </a:extLst>
          </p:cNvPr>
          <p:cNvSpPr txBox="1">
            <a:spLocks noChangeArrowheads="1"/>
          </p:cNvSpPr>
          <p:nvPr/>
        </p:nvSpPr>
        <p:spPr bwMode="auto">
          <a:xfrm>
            <a:off x="7052877" y="3267016"/>
            <a:ext cx="150714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r>
              <a:rPr lang="en-US" altLang="en-US" sz="1400" dirty="0"/>
              <a:t>The source of all</a:t>
            </a:r>
          </a:p>
          <a:p>
            <a:pPr eaLnBrk="1" hangingPunct="1"/>
            <a:r>
              <a:rPr lang="en-US" altLang="en-US" sz="1400" dirty="0"/>
              <a:t>possible threats</a:t>
            </a:r>
          </a:p>
        </p:txBody>
      </p:sp>
      <p:sp>
        <p:nvSpPr>
          <p:cNvPr id="14" name="Line 13">
            <a:extLst>
              <a:ext uri="{FF2B5EF4-FFF2-40B4-BE49-F238E27FC236}">
                <a16:creationId xmlns:a16="http://schemas.microsoft.com/office/drawing/2014/main" id="{25B3D91B-D068-1711-CC07-1F8B44D71DFA}"/>
              </a:ext>
            </a:extLst>
          </p:cNvPr>
          <p:cNvSpPr>
            <a:spLocks noChangeShapeType="1"/>
          </p:cNvSpPr>
          <p:nvPr/>
        </p:nvSpPr>
        <p:spPr bwMode="auto">
          <a:xfrm>
            <a:off x="6754098" y="3509496"/>
            <a:ext cx="3048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2" name="Rectangle 3">
            <a:extLst>
              <a:ext uri="{FF2B5EF4-FFF2-40B4-BE49-F238E27FC236}">
                <a16:creationId xmlns:a16="http://schemas.microsoft.com/office/drawing/2014/main" id="{8479D46E-B9EE-486F-BC98-D6BADCC1983C}"/>
              </a:ext>
            </a:extLst>
          </p:cNvPr>
          <p:cNvSpPr>
            <a:spLocks noGrp="1" noChangeArrowheads="1"/>
          </p:cNvSpPr>
          <p:nvPr>
            <p:ph idx="1"/>
          </p:nvPr>
        </p:nvSpPr>
        <p:spPr>
          <a:xfrm>
            <a:off x="190500" y="1697038"/>
            <a:ext cx="8810625" cy="4525962"/>
          </a:xfrm>
        </p:spPr>
        <p:txBody>
          <a:bodyPr>
            <a:normAutofit fontScale="92500" lnSpcReduction="10000"/>
          </a:bodyPr>
          <a:lstStyle/>
          <a:p>
            <a:r>
              <a:rPr lang="en-AU" altLang="en-US" b="1" dirty="0"/>
              <a:t>Plaintext</a:t>
            </a:r>
            <a:r>
              <a:rPr lang="en-AU" altLang="en-US" dirty="0"/>
              <a:t> - the original message </a:t>
            </a:r>
          </a:p>
          <a:p>
            <a:r>
              <a:rPr lang="en-AU" altLang="en-US" b="1" dirty="0"/>
              <a:t>Ciphertext</a:t>
            </a:r>
            <a:r>
              <a:rPr lang="en-AU" altLang="en-US" dirty="0"/>
              <a:t> - the coded message </a:t>
            </a:r>
          </a:p>
          <a:p>
            <a:r>
              <a:rPr lang="en-AU" altLang="en-US" b="1" dirty="0"/>
              <a:t>Cipher </a:t>
            </a:r>
            <a:r>
              <a:rPr lang="en-AU" altLang="en-US" dirty="0"/>
              <a:t>- algorithm for transforming plaintext to ciphertext </a:t>
            </a:r>
          </a:p>
          <a:p>
            <a:r>
              <a:rPr lang="en-AU" altLang="en-US" b="1" dirty="0"/>
              <a:t>Key</a:t>
            </a:r>
            <a:r>
              <a:rPr lang="en-AU" altLang="en-US" dirty="0"/>
              <a:t> - info used in cipher known only to sender/receiver </a:t>
            </a:r>
          </a:p>
          <a:p>
            <a:r>
              <a:rPr lang="en-AU" altLang="en-US" b="1" dirty="0"/>
              <a:t>Encipher</a:t>
            </a:r>
            <a:r>
              <a:rPr lang="en-AU" altLang="en-US" dirty="0"/>
              <a:t> (encrypt) - converting plaintext to ciphertext </a:t>
            </a:r>
          </a:p>
          <a:p>
            <a:r>
              <a:rPr lang="en-AU" altLang="en-US" b="1" dirty="0"/>
              <a:t>Decipher</a:t>
            </a:r>
            <a:r>
              <a:rPr lang="en-AU" altLang="en-US" dirty="0"/>
              <a:t> (decrypt) - recovering ciphertext to plaintext</a:t>
            </a:r>
          </a:p>
          <a:p>
            <a:r>
              <a:rPr lang="en-US" altLang="en-US" b="1" dirty="0"/>
              <a:t>Cryptography</a:t>
            </a:r>
            <a:r>
              <a:rPr lang="en-US" altLang="en-US" dirty="0"/>
              <a:t> – a study of encryption principles/methods</a:t>
            </a:r>
          </a:p>
          <a:p>
            <a:r>
              <a:rPr lang="en-US" altLang="en-US" b="1" dirty="0"/>
              <a:t>Cryptanalysis</a:t>
            </a:r>
            <a:r>
              <a:rPr lang="en-US" altLang="en-US" dirty="0"/>
              <a:t> (codebreaking) - the study of principles/ methods of deciphering ciphertext without knowing key</a:t>
            </a:r>
          </a:p>
          <a:p>
            <a:r>
              <a:rPr lang="en-US" altLang="en-US" b="1" dirty="0"/>
              <a:t>Cryptology</a:t>
            </a:r>
            <a:r>
              <a:rPr lang="en-US" altLang="en-US" dirty="0"/>
              <a:t> - the field of both cryptography and cryptanalysis</a:t>
            </a:r>
          </a:p>
          <a:p>
            <a:r>
              <a:rPr lang="en-US" altLang="en-US" b="1" dirty="0"/>
              <a:t>Steganography</a:t>
            </a:r>
            <a:r>
              <a:rPr lang="en-US" altLang="en-US" dirty="0"/>
              <a:t> – the technique of hiding data within an ordinary, non-secret data or file</a:t>
            </a:r>
          </a:p>
          <a:p>
            <a:endParaRPr lang="en-AU" altLang="en-US" dirty="0"/>
          </a:p>
          <a:p>
            <a:endParaRPr lang="en-AU" altLang="en-US" dirty="0"/>
          </a:p>
        </p:txBody>
      </p:sp>
      <p:sp>
        <p:nvSpPr>
          <p:cNvPr id="186371" name="Rectangle 2">
            <a:extLst>
              <a:ext uri="{FF2B5EF4-FFF2-40B4-BE49-F238E27FC236}">
                <a16:creationId xmlns:a16="http://schemas.microsoft.com/office/drawing/2014/main" id="{BF53E8CC-638C-4A96-845C-B9E9E09D9427}"/>
              </a:ext>
            </a:extLst>
          </p:cNvPr>
          <p:cNvSpPr>
            <a:spLocks noGrp="1" noChangeArrowheads="1"/>
          </p:cNvSpPr>
          <p:nvPr>
            <p:ph type="title"/>
          </p:nvPr>
        </p:nvSpPr>
        <p:spPr>
          <a:xfrm>
            <a:off x="221514" y="274638"/>
            <a:ext cx="7843030" cy="1143000"/>
          </a:xfrm>
        </p:spPr>
        <p:txBody>
          <a:bodyPr/>
          <a:lstStyle/>
          <a:p>
            <a:r>
              <a:rPr lang="en-AU" altLang="en-US" dirty="0"/>
              <a:t>Basic Terminology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9" name="Text Box 2">
            <a:extLst>
              <a:ext uri="{FF2B5EF4-FFF2-40B4-BE49-F238E27FC236}">
                <a16:creationId xmlns:a16="http://schemas.microsoft.com/office/drawing/2014/main" id="{89690CBE-51B4-4984-890D-CFDDFFD68D4B}"/>
              </a:ext>
            </a:extLst>
          </p:cNvPr>
          <p:cNvSpPr txBox="1">
            <a:spLocks noChangeArrowheads="1"/>
          </p:cNvSpPr>
          <p:nvPr/>
        </p:nvSpPr>
        <p:spPr bwMode="auto">
          <a:xfrm>
            <a:off x="1677012" y="1048813"/>
            <a:ext cx="106471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r>
              <a:rPr lang="en-US" altLang="en-US" sz="2400" dirty="0">
                <a:latin typeface="Calibri" panose="020F0502020204030204" pitchFamily="34" charset="0"/>
                <a:cs typeface="Calibri" panose="020F0502020204030204" pitchFamily="34" charset="0"/>
              </a:rPr>
              <a:t>Sender</a:t>
            </a:r>
          </a:p>
        </p:txBody>
      </p:sp>
      <p:sp>
        <p:nvSpPr>
          <p:cNvPr id="188420" name="Text Box 3">
            <a:extLst>
              <a:ext uri="{FF2B5EF4-FFF2-40B4-BE49-F238E27FC236}">
                <a16:creationId xmlns:a16="http://schemas.microsoft.com/office/drawing/2014/main" id="{0476B34F-A570-4D46-A403-A233BB534D87}"/>
              </a:ext>
            </a:extLst>
          </p:cNvPr>
          <p:cNvSpPr txBox="1">
            <a:spLocks noChangeArrowheads="1"/>
          </p:cNvSpPr>
          <p:nvPr/>
        </p:nvSpPr>
        <p:spPr bwMode="auto">
          <a:xfrm>
            <a:off x="6290276" y="1059997"/>
            <a:ext cx="125188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r>
              <a:rPr lang="en-US" altLang="en-US" sz="2400" dirty="0">
                <a:latin typeface="Calibri" panose="020F0502020204030204" pitchFamily="34" charset="0"/>
                <a:cs typeface="Calibri" panose="020F0502020204030204" pitchFamily="34" charset="0"/>
              </a:rPr>
              <a:t>Receiver</a:t>
            </a:r>
          </a:p>
        </p:txBody>
      </p:sp>
      <p:sp>
        <p:nvSpPr>
          <p:cNvPr id="188421" name="Text Box 4">
            <a:extLst>
              <a:ext uri="{FF2B5EF4-FFF2-40B4-BE49-F238E27FC236}">
                <a16:creationId xmlns:a16="http://schemas.microsoft.com/office/drawing/2014/main" id="{432825D1-7B97-459E-8C74-5BAC0F8C711F}"/>
              </a:ext>
            </a:extLst>
          </p:cNvPr>
          <p:cNvSpPr txBox="1">
            <a:spLocks noChangeArrowheads="1"/>
          </p:cNvSpPr>
          <p:nvPr/>
        </p:nvSpPr>
        <p:spPr bwMode="auto">
          <a:xfrm>
            <a:off x="637407" y="1764281"/>
            <a:ext cx="325999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r>
              <a:rPr lang="en-US" altLang="en-US" sz="1800" b="1" dirty="0">
                <a:solidFill>
                  <a:schemeClr val="accent2">
                    <a:lumMod val="75000"/>
                  </a:schemeClr>
                </a:solidFill>
                <a:latin typeface="Calibri" panose="020F0502020204030204" pitchFamily="34" charset="0"/>
                <a:cs typeface="Calibri" panose="020F0502020204030204" pitchFamily="34" charset="0"/>
              </a:rPr>
              <a:t>Plaintext</a:t>
            </a:r>
            <a:r>
              <a:rPr lang="en-US" altLang="en-US" sz="1800" dirty="0">
                <a:solidFill>
                  <a:schemeClr val="accent2">
                    <a:lumMod val="75000"/>
                  </a:schemeClr>
                </a:solidFill>
                <a:latin typeface="Calibri" panose="020F0502020204030204" pitchFamily="34" charset="0"/>
                <a:cs typeface="Calibri" panose="020F0502020204030204" pitchFamily="34" charset="0"/>
              </a:rPr>
              <a:t> - The original Message</a:t>
            </a:r>
          </a:p>
        </p:txBody>
      </p:sp>
      <p:sp>
        <p:nvSpPr>
          <p:cNvPr id="188422" name="Text Box 5">
            <a:extLst>
              <a:ext uri="{FF2B5EF4-FFF2-40B4-BE49-F238E27FC236}">
                <a16:creationId xmlns:a16="http://schemas.microsoft.com/office/drawing/2014/main" id="{BCFD4A3E-451C-448C-AD67-57315B598A70}"/>
              </a:ext>
            </a:extLst>
          </p:cNvPr>
          <p:cNvSpPr txBox="1">
            <a:spLocks noChangeArrowheads="1"/>
          </p:cNvSpPr>
          <p:nvPr/>
        </p:nvSpPr>
        <p:spPr bwMode="auto">
          <a:xfrm>
            <a:off x="356283" y="2104778"/>
            <a:ext cx="3438722" cy="923330"/>
          </a:xfrm>
          <a:prstGeom prst="rect">
            <a:avLst/>
          </a:prstGeom>
          <a:solidFill>
            <a:schemeClr val="accent6">
              <a:lumMod val="5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800" b="1" dirty="0">
                <a:solidFill>
                  <a:schemeClr val="bg1"/>
                </a:solidFill>
                <a:latin typeface="Calibri" panose="020F0502020204030204" pitchFamily="34" charset="0"/>
                <a:cs typeface="Calibri" panose="020F0502020204030204" pitchFamily="34" charset="0"/>
              </a:rPr>
              <a:t>The secret message is:</a:t>
            </a:r>
          </a:p>
          <a:p>
            <a:pPr algn="ctr" eaLnBrk="1" hangingPunct="1"/>
            <a:r>
              <a:rPr lang="en-US" altLang="en-US" sz="1800" b="1" dirty="0">
                <a:solidFill>
                  <a:schemeClr val="bg1"/>
                </a:solidFill>
                <a:latin typeface="Calibri" panose="020F0502020204030204" pitchFamily="34" charset="0"/>
                <a:cs typeface="Calibri" panose="020F0502020204030204" pitchFamily="34" charset="0"/>
              </a:rPr>
              <a:t>You can get A-/A+ in This subject; (however, depending on you)</a:t>
            </a:r>
            <a:endParaRPr lang="en-US" altLang="en-US" dirty="0">
              <a:solidFill>
                <a:schemeClr val="bg1"/>
              </a:solidFill>
              <a:latin typeface="Calibri" panose="020F0502020204030204" pitchFamily="34" charset="0"/>
              <a:cs typeface="Calibri" panose="020F0502020204030204" pitchFamily="34" charset="0"/>
            </a:endParaRPr>
          </a:p>
        </p:txBody>
      </p:sp>
      <p:sp>
        <p:nvSpPr>
          <p:cNvPr id="188423" name="AutoShape 6">
            <a:extLst>
              <a:ext uri="{FF2B5EF4-FFF2-40B4-BE49-F238E27FC236}">
                <a16:creationId xmlns:a16="http://schemas.microsoft.com/office/drawing/2014/main" id="{1E7CD31C-5812-4D2D-A94D-937A0CD995A7}"/>
              </a:ext>
            </a:extLst>
          </p:cNvPr>
          <p:cNvSpPr>
            <a:spLocks noChangeArrowheads="1"/>
          </p:cNvSpPr>
          <p:nvPr/>
        </p:nvSpPr>
        <p:spPr bwMode="auto">
          <a:xfrm>
            <a:off x="1176950" y="3806491"/>
            <a:ext cx="1768293" cy="1216917"/>
          </a:xfrm>
          <a:prstGeom prst="flowChartDecision">
            <a:avLst/>
          </a:prstGeom>
          <a:solidFill>
            <a:schemeClr val="accent6"/>
          </a:solidFill>
          <a:ln w="9525">
            <a:solidFill>
              <a:schemeClr val="accent6"/>
            </a:solidFill>
            <a:miter lim="800000"/>
            <a:headEnd/>
            <a:tailEnd/>
          </a:ln>
          <a:effectLst/>
          <a:scene3d>
            <a:camera prst="orthographicFront"/>
            <a:lightRig rig="threePt" dir="t"/>
          </a:scene3d>
          <a:sp3d>
            <a:bevelT w="114300" prst="artDeco"/>
          </a:sp3d>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dirty="0">
                <a:solidFill>
                  <a:schemeClr val="accent4"/>
                </a:solidFill>
                <a:latin typeface="Calibri" panose="020F0502020204030204" pitchFamily="34" charset="0"/>
                <a:cs typeface="Calibri" panose="020F0502020204030204" pitchFamily="34" charset="0"/>
              </a:rPr>
              <a:t>Encryption</a:t>
            </a:r>
          </a:p>
        </p:txBody>
      </p:sp>
      <p:sp>
        <p:nvSpPr>
          <p:cNvPr id="188426" name="Text Box 9">
            <a:extLst>
              <a:ext uri="{FF2B5EF4-FFF2-40B4-BE49-F238E27FC236}">
                <a16:creationId xmlns:a16="http://schemas.microsoft.com/office/drawing/2014/main" id="{29EDD2D2-E33B-4D49-A32E-BA65F652EFBD}"/>
              </a:ext>
            </a:extLst>
          </p:cNvPr>
          <p:cNvSpPr txBox="1">
            <a:spLocks noChangeArrowheads="1"/>
          </p:cNvSpPr>
          <p:nvPr/>
        </p:nvSpPr>
        <p:spPr bwMode="auto">
          <a:xfrm>
            <a:off x="3063510" y="5140218"/>
            <a:ext cx="2656496" cy="707886"/>
          </a:xfrm>
          <a:prstGeom prst="rect">
            <a:avLst/>
          </a:prstGeom>
          <a:solidFill>
            <a:schemeClr val="accent6">
              <a:lumMod val="40000"/>
              <a:lumOff val="60000"/>
            </a:schemeClr>
          </a:solidFill>
          <a:ln>
            <a:solidFill>
              <a:schemeClr val="accent6">
                <a:lumMod val="40000"/>
                <a:lumOff val="60000"/>
              </a:schemeClr>
            </a:solidFill>
          </a:ln>
          <a:effectLst/>
        </p:spPr>
        <p:txBody>
          <a:bodyPr wrap="none">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r>
              <a:rPr lang="en-US" altLang="en-US">
                <a:solidFill>
                  <a:schemeClr val="bg2">
                    <a:lumMod val="10000"/>
                  </a:schemeClr>
                </a:solidFill>
                <a:latin typeface="Calibri" panose="020F0502020204030204" pitchFamily="34" charset="0"/>
                <a:cs typeface="Calibri" panose="020F0502020204030204" pitchFamily="34" charset="0"/>
              </a:rPr>
              <a:t>hjfjghkf@#@#$%^&amp;jklll</a:t>
            </a:r>
          </a:p>
          <a:p>
            <a:pPr eaLnBrk="1" hangingPunct="1"/>
            <a:r>
              <a:rPr lang="en-US" altLang="en-US">
                <a:solidFill>
                  <a:schemeClr val="bg2">
                    <a:lumMod val="10000"/>
                  </a:schemeClr>
                </a:solidFill>
                <a:latin typeface="Calibri" panose="020F0502020204030204" pitchFamily="34" charset="0"/>
                <a:cs typeface="Calibri" panose="020F0502020204030204" pitchFamily="34" charset="0"/>
              </a:rPr>
              <a:t>098GHJFD!@#$#$#$% </a:t>
            </a:r>
          </a:p>
        </p:txBody>
      </p:sp>
      <p:sp>
        <p:nvSpPr>
          <p:cNvPr id="188427" name="Text Box 10">
            <a:extLst>
              <a:ext uri="{FF2B5EF4-FFF2-40B4-BE49-F238E27FC236}">
                <a16:creationId xmlns:a16="http://schemas.microsoft.com/office/drawing/2014/main" id="{B77844FB-025B-43BA-B767-FBB0BA5E504F}"/>
              </a:ext>
            </a:extLst>
          </p:cNvPr>
          <p:cNvSpPr txBox="1">
            <a:spLocks noChangeArrowheads="1"/>
          </p:cNvSpPr>
          <p:nvPr/>
        </p:nvSpPr>
        <p:spPr bwMode="auto">
          <a:xfrm>
            <a:off x="5480153" y="1773380"/>
            <a:ext cx="325999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r>
              <a:rPr lang="en-US" altLang="en-US" sz="1800" b="1" dirty="0">
                <a:solidFill>
                  <a:schemeClr val="accent2">
                    <a:lumMod val="75000"/>
                  </a:schemeClr>
                </a:solidFill>
                <a:latin typeface="Calibri" panose="020F0502020204030204" pitchFamily="34" charset="0"/>
                <a:cs typeface="Calibri" panose="020F0502020204030204" pitchFamily="34" charset="0"/>
              </a:rPr>
              <a:t>Plaintext</a:t>
            </a:r>
            <a:r>
              <a:rPr lang="en-US" altLang="en-US" sz="1800" dirty="0">
                <a:solidFill>
                  <a:schemeClr val="accent2">
                    <a:lumMod val="75000"/>
                  </a:schemeClr>
                </a:solidFill>
                <a:latin typeface="Calibri" panose="020F0502020204030204" pitchFamily="34" charset="0"/>
                <a:cs typeface="Calibri" panose="020F0502020204030204" pitchFamily="34" charset="0"/>
              </a:rPr>
              <a:t> - The original Message</a:t>
            </a:r>
          </a:p>
        </p:txBody>
      </p:sp>
      <p:sp>
        <p:nvSpPr>
          <p:cNvPr id="188428" name="Text Box 11">
            <a:extLst>
              <a:ext uri="{FF2B5EF4-FFF2-40B4-BE49-F238E27FC236}">
                <a16:creationId xmlns:a16="http://schemas.microsoft.com/office/drawing/2014/main" id="{4DA3CA1D-8B63-4D5F-980E-B296484E1E50}"/>
              </a:ext>
            </a:extLst>
          </p:cNvPr>
          <p:cNvSpPr txBox="1">
            <a:spLocks noChangeArrowheads="1"/>
          </p:cNvSpPr>
          <p:nvPr/>
        </p:nvSpPr>
        <p:spPr bwMode="auto">
          <a:xfrm>
            <a:off x="3276600" y="5807959"/>
            <a:ext cx="202908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800" b="1" dirty="0">
                <a:solidFill>
                  <a:schemeClr val="accent2">
                    <a:lumMod val="75000"/>
                  </a:schemeClr>
                </a:solidFill>
                <a:latin typeface="Calibri" panose="020F0502020204030204" pitchFamily="34" charset="0"/>
                <a:cs typeface="Calibri" panose="020F0502020204030204" pitchFamily="34" charset="0"/>
              </a:rPr>
              <a:t>Ciphertext</a:t>
            </a:r>
          </a:p>
          <a:p>
            <a:pPr algn="ctr" eaLnBrk="1" hangingPunct="1"/>
            <a:r>
              <a:rPr lang="en-US" altLang="en-US" sz="1800" dirty="0">
                <a:solidFill>
                  <a:schemeClr val="accent2">
                    <a:lumMod val="75000"/>
                  </a:schemeClr>
                </a:solidFill>
                <a:latin typeface="Calibri" panose="020F0502020204030204" pitchFamily="34" charset="0"/>
                <a:cs typeface="Calibri" panose="020F0502020204030204" pitchFamily="34" charset="0"/>
              </a:rPr>
              <a:t>The coded message</a:t>
            </a:r>
          </a:p>
        </p:txBody>
      </p:sp>
      <p:sp>
        <p:nvSpPr>
          <p:cNvPr id="188430" name="Freeform 13">
            <a:extLst>
              <a:ext uri="{FF2B5EF4-FFF2-40B4-BE49-F238E27FC236}">
                <a16:creationId xmlns:a16="http://schemas.microsoft.com/office/drawing/2014/main" id="{5B2685A1-A716-41AC-921B-D1710CCEABF8}"/>
              </a:ext>
            </a:extLst>
          </p:cNvPr>
          <p:cNvSpPr>
            <a:spLocks/>
          </p:cNvSpPr>
          <p:nvPr/>
        </p:nvSpPr>
        <p:spPr bwMode="auto">
          <a:xfrm>
            <a:off x="2051128" y="5050111"/>
            <a:ext cx="1012382" cy="408871"/>
          </a:xfrm>
          <a:custGeom>
            <a:avLst/>
            <a:gdLst>
              <a:gd name="T0" fmla="*/ 4762 w 819"/>
              <a:gd name="T1" fmla="*/ 0 h 240"/>
              <a:gd name="T2" fmla="*/ 0 w 819"/>
              <a:gd name="T3" fmla="*/ 376238 h 240"/>
              <a:gd name="T4" fmla="*/ 1300162 w 819"/>
              <a:gd name="T5" fmla="*/ 381000 h 240"/>
              <a:gd name="T6" fmla="*/ 0 60000 65536"/>
              <a:gd name="T7" fmla="*/ 0 60000 65536"/>
              <a:gd name="T8" fmla="*/ 0 60000 65536"/>
            </a:gdLst>
            <a:ahLst/>
            <a:cxnLst>
              <a:cxn ang="T6">
                <a:pos x="T0" y="T1"/>
              </a:cxn>
              <a:cxn ang="T7">
                <a:pos x="T2" y="T3"/>
              </a:cxn>
              <a:cxn ang="T8">
                <a:pos x="T4" y="T5"/>
              </a:cxn>
            </a:cxnLst>
            <a:rect l="0" t="0" r="r" b="b"/>
            <a:pathLst>
              <a:path w="819" h="240">
                <a:moveTo>
                  <a:pt x="3" y="0"/>
                </a:moveTo>
                <a:lnTo>
                  <a:pt x="0" y="237"/>
                </a:lnTo>
                <a:lnTo>
                  <a:pt x="819" y="240"/>
                </a:lnTo>
              </a:path>
            </a:pathLst>
          </a:custGeom>
          <a:noFill/>
          <a:ln w="57150">
            <a:solidFill>
              <a:schemeClr val="tx1"/>
            </a:solidFill>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latin typeface="Calibri" panose="020F0502020204030204" pitchFamily="34" charset="0"/>
              <a:cs typeface="Calibri" panose="020F0502020204030204" pitchFamily="34" charset="0"/>
            </a:endParaRPr>
          </a:p>
        </p:txBody>
      </p:sp>
      <p:grpSp>
        <p:nvGrpSpPr>
          <p:cNvPr id="4" name="Group 3">
            <a:extLst>
              <a:ext uri="{FF2B5EF4-FFF2-40B4-BE49-F238E27FC236}">
                <a16:creationId xmlns:a16="http://schemas.microsoft.com/office/drawing/2014/main" id="{CDC497D0-16AE-4B9F-8893-C6FEA674FE1C}"/>
              </a:ext>
            </a:extLst>
          </p:cNvPr>
          <p:cNvGrpSpPr/>
          <p:nvPr/>
        </p:nvGrpSpPr>
        <p:grpSpPr>
          <a:xfrm>
            <a:off x="2051572" y="3083437"/>
            <a:ext cx="4814605" cy="690715"/>
            <a:chOff x="2051572" y="2817545"/>
            <a:chExt cx="4814605" cy="956607"/>
          </a:xfrm>
        </p:grpSpPr>
        <p:sp>
          <p:nvSpPr>
            <p:cNvPr id="188429" name="Line 12">
              <a:extLst>
                <a:ext uri="{FF2B5EF4-FFF2-40B4-BE49-F238E27FC236}">
                  <a16:creationId xmlns:a16="http://schemas.microsoft.com/office/drawing/2014/main" id="{BB74FCF8-FD79-442D-9255-096824171689}"/>
                </a:ext>
              </a:extLst>
            </p:cNvPr>
            <p:cNvSpPr>
              <a:spLocks noChangeShapeType="1"/>
            </p:cNvSpPr>
            <p:nvPr/>
          </p:nvSpPr>
          <p:spPr bwMode="auto">
            <a:xfrm>
              <a:off x="2051572" y="2821831"/>
              <a:ext cx="0" cy="952321"/>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latin typeface="Calibri" panose="020F0502020204030204" pitchFamily="34" charset="0"/>
                <a:cs typeface="Calibri" panose="020F0502020204030204" pitchFamily="34" charset="0"/>
              </a:endParaRPr>
            </a:p>
          </p:txBody>
        </p:sp>
        <p:sp>
          <p:nvSpPr>
            <p:cNvPr id="188431" name="Line 14">
              <a:extLst>
                <a:ext uri="{FF2B5EF4-FFF2-40B4-BE49-F238E27FC236}">
                  <a16:creationId xmlns:a16="http://schemas.microsoft.com/office/drawing/2014/main" id="{D4EA6E8E-AC85-4E3C-85B3-642065D58898}"/>
                </a:ext>
              </a:extLst>
            </p:cNvPr>
            <p:cNvSpPr>
              <a:spLocks noChangeShapeType="1"/>
            </p:cNvSpPr>
            <p:nvPr/>
          </p:nvSpPr>
          <p:spPr bwMode="auto">
            <a:xfrm flipV="1">
              <a:off x="6866177" y="2817545"/>
              <a:ext cx="0" cy="890686"/>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latin typeface="Calibri" panose="020F0502020204030204" pitchFamily="34" charset="0"/>
                <a:cs typeface="Calibri" panose="020F0502020204030204" pitchFamily="34" charset="0"/>
              </a:endParaRPr>
            </a:p>
          </p:txBody>
        </p:sp>
      </p:grpSp>
      <p:sp>
        <p:nvSpPr>
          <p:cNvPr id="188432" name="Freeform 15">
            <a:extLst>
              <a:ext uri="{FF2B5EF4-FFF2-40B4-BE49-F238E27FC236}">
                <a16:creationId xmlns:a16="http://schemas.microsoft.com/office/drawing/2014/main" id="{F9C3D564-FD00-4F82-8C7C-C765D9627A26}"/>
              </a:ext>
            </a:extLst>
          </p:cNvPr>
          <p:cNvSpPr>
            <a:spLocks/>
          </p:cNvSpPr>
          <p:nvPr/>
        </p:nvSpPr>
        <p:spPr bwMode="auto">
          <a:xfrm>
            <a:off x="5720006" y="4941168"/>
            <a:ext cx="1140540" cy="552993"/>
          </a:xfrm>
          <a:custGeom>
            <a:avLst/>
            <a:gdLst>
              <a:gd name="T0" fmla="*/ 0 w 912"/>
              <a:gd name="T1" fmla="*/ 381000 h 240"/>
              <a:gd name="T2" fmla="*/ 1443038 w 912"/>
              <a:gd name="T3" fmla="*/ 361950 h 240"/>
              <a:gd name="T4" fmla="*/ 1447800 w 912"/>
              <a:gd name="T5" fmla="*/ 0 h 240"/>
              <a:gd name="T6" fmla="*/ 0 60000 65536"/>
              <a:gd name="T7" fmla="*/ 0 60000 65536"/>
              <a:gd name="T8" fmla="*/ 0 60000 65536"/>
            </a:gdLst>
            <a:ahLst/>
            <a:cxnLst>
              <a:cxn ang="T6">
                <a:pos x="T0" y="T1"/>
              </a:cxn>
              <a:cxn ang="T7">
                <a:pos x="T2" y="T3"/>
              </a:cxn>
              <a:cxn ang="T8">
                <a:pos x="T4" y="T5"/>
              </a:cxn>
            </a:cxnLst>
            <a:rect l="0" t="0" r="r" b="b"/>
            <a:pathLst>
              <a:path w="912" h="240">
                <a:moveTo>
                  <a:pt x="0" y="240"/>
                </a:moveTo>
                <a:lnTo>
                  <a:pt x="909" y="228"/>
                </a:lnTo>
                <a:lnTo>
                  <a:pt x="912" y="0"/>
                </a:lnTo>
              </a:path>
            </a:pathLst>
          </a:custGeom>
          <a:noFill/>
          <a:ln w="57150">
            <a:solidFill>
              <a:schemeClr val="tx1"/>
            </a:solidFill>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latin typeface="Calibri" panose="020F0502020204030204" pitchFamily="34" charset="0"/>
              <a:cs typeface="Calibri" panose="020F0502020204030204" pitchFamily="34" charset="0"/>
            </a:endParaRPr>
          </a:p>
        </p:txBody>
      </p:sp>
      <p:sp>
        <p:nvSpPr>
          <p:cNvPr id="188433" name="Text Box 16">
            <a:extLst>
              <a:ext uri="{FF2B5EF4-FFF2-40B4-BE49-F238E27FC236}">
                <a16:creationId xmlns:a16="http://schemas.microsoft.com/office/drawing/2014/main" id="{C2E6DBBB-E82E-4EA9-9126-81480AE1F28F}"/>
              </a:ext>
            </a:extLst>
          </p:cNvPr>
          <p:cNvSpPr txBox="1">
            <a:spLocks noChangeArrowheads="1"/>
          </p:cNvSpPr>
          <p:nvPr/>
        </p:nvSpPr>
        <p:spPr bwMode="auto">
          <a:xfrm>
            <a:off x="2858342" y="84096"/>
            <a:ext cx="2704587"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r>
              <a:rPr lang="en-US" altLang="en-US" sz="3200" dirty="0">
                <a:latin typeface="Times New Roman" panose="02020603050405020304" pitchFamily="18" charset="0"/>
              </a:rPr>
              <a:t>Simple Process</a:t>
            </a:r>
          </a:p>
        </p:txBody>
      </p:sp>
      <p:sp>
        <p:nvSpPr>
          <p:cNvPr id="2" name="TextBox 1">
            <a:extLst>
              <a:ext uri="{FF2B5EF4-FFF2-40B4-BE49-F238E27FC236}">
                <a16:creationId xmlns:a16="http://schemas.microsoft.com/office/drawing/2014/main" id="{081FCF44-28A8-49FA-9651-54DB5EBDAAC7}"/>
              </a:ext>
            </a:extLst>
          </p:cNvPr>
          <p:cNvSpPr txBox="1"/>
          <p:nvPr/>
        </p:nvSpPr>
        <p:spPr>
          <a:xfrm>
            <a:off x="0" y="5289330"/>
            <a:ext cx="3094079" cy="923330"/>
          </a:xfrm>
          <a:prstGeom prst="rect">
            <a:avLst/>
          </a:prstGeom>
          <a:noFill/>
        </p:spPr>
        <p:txBody>
          <a:bodyPr wrap="square" rtlCol="0">
            <a:spAutoFit/>
          </a:bodyPr>
          <a:lstStyle/>
          <a:p>
            <a:pPr algn="ctr"/>
            <a:r>
              <a:rPr lang="en-AU" altLang="en-US" sz="1800" b="1" kern="0" dirty="0">
                <a:solidFill>
                  <a:schemeClr val="accent2">
                    <a:lumMod val="75000"/>
                  </a:schemeClr>
                </a:solidFill>
                <a:latin typeface="Calibri" panose="020F0502020204030204" pitchFamily="34" charset="0"/>
                <a:cs typeface="Calibri" panose="020F0502020204030204" pitchFamily="34" charset="0"/>
              </a:rPr>
              <a:t>Cipher</a:t>
            </a:r>
            <a:endParaRPr lang="en-AU" altLang="en-US" b="1" kern="0" dirty="0">
              <a:solidFill>
                <a:schemeClr val="accent2">
                  <a:lumMod val="75000"/>
                </a:schemeClr>
              </a:solidFill>
              <a:latin typeface="Calibri" panose="020F0502020204030204" pitchFamily="34" charset="0"/>
              <a:cs typeface="Calibri" panose="020F0502020204030204" pitchFamily="34" charset="0"/>
            </a:endParaRPr>
          </a:p>
          <a:p>
            <a:pPr algn="ctr"/>
            <a:r>
              <a:rPr lang="en-AU" altLang="en-US" sz="1800" kern="0" dirty="0">
                <a:solidFill>
                  <a:schemeClr val="accent2">
                    <a:lumMod val="75000"/>
                  </a:schemeClr>
                </a:solidFill>
                <a:latin typeface="Calibri" panose="020F0502020204030204" pitchFamily="34" charset="0"/>
                <a:cs typeface="Calibri" panose="020F0502020204030204" pitchFamily="34" charset="0"/>
              </a:rPr>
              <a:t>Algorithm for transforming plaintext to ciphertext </a:t>
            </a:r>
          </a:p>
        </p:txBody>
      </p:sp>
      <p:sp>
        <p:nvSpPr>
          <p:cNvPr id="3" name="TextBox 2">
            <a:extLst>
              <a:ext uri="{FF2B5EF4-FFF2-40B4-BE49-F238E27FC236}">
                <a16:creationId xmlns:a16="http://schemas.microsoft.com/office/drawing/2014/main" id="{47B1F608-D716-48FE-AF3F-F07DE2349D5D}"/>
              </a:ext>
            </a:extLst>
          </p:cNvPr>
          <p:cNvSpPr txBox="1"/>
          <p:nvPr/>
        </p:nvSpPr>
        <p:spPr>
          <a:xfrm>
            <a:off x="3227232" y="3924159"/>
            <a:ext cx="2656494" cy="923330"/>
          </a:xfrm>
          <a:prstGeom prst="rect">
            <a:avLst/>
          </a:prstGeom>
          <a:noFill/>
        </p:spPr>
        <p:txBody>
          <a:bodyPr wrap="square" rtlCol="0">
            <a:spAutoFit/>
          </a:bodyPr>
          <a:lstStyle/>
          <a:p>
            <a:pPr algn="ctr"/>
            <a:r>
              <a:rPr lang="en-AU" altLang="en-US" sz="1800" b="1" kern="0" dirty="0">
                <a:solidFill>
                  <a:schemeClr val="accent2">
                    <a:lumMod val="75000"/>
                  </a:schemeClr>
                </a:solidFill>
                <a:latin typeface="Calibri" panose="020F0502020204030204" pitchFamily="34" charset="0"/>
                <a:cs typeface="Calibri" panose="020F0502020204030204" pitchFamily="34" charset="0"/>
              </a:rPr>
              <a:t>Key</a:t>
            </a:r>
            <a:endParaRPr lang="en-AU" altLang="en-US" b="1" kern="0" dirty="0">
              <a:solidFill>
                <a:schemeClr val="accent2">
                  <a:lumMod val="75000"/>
                </a:schemeClr>
              </a:solidFill>
              <a:latin typeface="Calibri" panose="020F0502020204030204" pitchFamily="34" charset="0"/>
              <a:cs typeface="Calibri" panose="020F0502020204030204" pitchFamily="34" charset="0"/>
            </a:endParaRPr>
          </a:p>
          <a:p>
            <a:pPr algn="ctr"/>
            <a:r>
              <a:rPr lang="en-AU" altLang="en-US" sz="1800" kern="0" dirty="0">
                <a:solidFill>
                  <a:schemeClr val="accent2">
                    <a:lumMod val="75000"/>
                  </a:schemeClr>
                </a:solidFill>
                <a:latin typeface="Calibri" panose="020F0502020204030204" pitchFamily="34" charset="0"/>
                <a:cs typeface="Calibri" panose="020F0502020204030204" pitchFamily="34" charset="0"/>
              </a:rPr>
              <a:t>info used in cipher known only to sender/receiver </a:t>
            </a:r>
          </a:p>
        </p:txBody>
      </p:sp>
      <p:sp>
        <p:nvSpPr>
          <p:cNvPr id="21" name="TextBox 20">
            <a:extLst>
              <a:ext uri="{FF2B5EF4-FFF2-40B4-BE49-F238E27FC236}">
                <a16:creationId xmlns:a16="http://schemas.microsoft.com/office/drawing/2014/main" id="{C5AAC45C-74DB-4DED-B519-FDD847FB7EC0}"/>
              </a:ext>
            </a:extLst>
          </p:cNvPr>
          <p:cNvSpPr txBox="1"/>
          <p:nvPr/>
        </p:nvSpPr>
        <p:spPr>
          <a:xfrm>
            <a:off x="-20607" y="4001856"/>
            <a:ext cx="1502505" cy="1205843"/>
          </a:xfrm>
          <a:prstGeom prst="rect">
            <a:avLst/>
          </a:prstGeom>
          <a:noFill/>
        </p:spPr>
        <p:txBody>
          <a:bodyPr wrap="square" rtlCol="0">
            <a:spAutoFit/>
          </a:bodyPr>
          <a:lstStyle/>
          <a:p>
            <a:pPr algn="ctr">
              <a:lnSpc>
                <a:spcPct val="80000"/>
              </a:lnSpc>
            </a:pPr>
            <a:r>
              <a:rPr lang="en-AU" altLang="en-US" b="1" kern="0" dirty="0">
                <a:solidFill>
                  <a:schemeClr val="accent2">
                    <a:lumMod val="75000"/>
                  </a:schemeClr>
                </a:solidFill>
                <a:latin typeface="Calibri" panose="020F0502020204030204" pitchFamily="34" charset="0"/>
                <a:cs typeface="Calibri" panose="020F0502020204030204" pitchFamily="34" charset="0"/>
              </a:rPr>
              <a:t>E</a:t>
            </a:r>
            <a:r>
              <a:rPr lang="en-AU" altLang="en-US" sz="1800" b="1" kern="0" dirty="0">
                <a:solidFill>
                  <a:schemeClr val="accent2">
                    <a:lumMod val="75000"/>
                  </a:schemeClr>
                </a:solidFill>
                <a:latin typeface="Calibri" panose="020F0502020204030204" pitchFamily="34" charset="0"/>
                <a:cs typeface="Calibri" panose="020F0502020204030204" pitchFamily="34" charset="0"/>
              </a:rPr>
              <a:t>ncipher (Encrypt)</a:t>
            </a:r>
            <a:r>
              <a:rPr lang="en-AU" altLang="en-US" sz="1800" kern="0" dirty="0">
                <a:solidFill>
                  <a:schemeClr val="accent2">
                    <a:lumMod val="75000"/>
                  </a:schemeClr>
                </a:solidFill>
                <a:latin typeface="Calibri" panose="020F0502020204030204" pitchFamily="34" charset="0"/>
                <a:cs typeface="Calibri" panose="020F0502020204030204" pitchFamily="34" charset="0"/>
              </a:rPr>
              <a:t> converting plaintext to ciphertext </a:t>
            </a:r>
          </a:p>
        </p:txBody>
      </p:sp>
      <p:sp>
        <p:nvSpPr>
          <p:cNvPr id="22" name="TextBox 21">
            <a:extLst>
              <a:ext uri="{FF2B5EF4-FFF2-40B4-BE49-F238E27FC236}">
                <a16:creationId xmlns:a16="http://schemas.microsoft.com/office/drawing/2014/main" id="{A4AB5702-0951-4306-9486-CE268FC33F4C}"/>
              </a:ext>
            </a:extLst>
          </p:cNvPr>
          <p:cNvSpPr txBox="1"/>
          <p:nvPr/>
        </p:nvSpPr>
        <p:spPr>
          <a:xfrm>
            <a:off x="7511397" y="3794213"/>
            <a:ext cx="1635126" cy="1205843"/>
          </a:xfrm>
          <a:prstGeom prst="rect">
            <a:avLst/>
          </a:prstGeom>
          <a:noFill/>
        </p:spPr>
        <p:txBody>
          <a:bodyPr wrap="square" rtlCol="0">
            <a:spAutoFit/>
          </a:bodyPr>
          <a:lstStyle/>
          <a:p>
            <a:pPr algn="ctr">
              <a:lnSpc>
                <a:spcPct val="80000"/>
              </a:lnSpc>
            </a:pPr>
            <a:r>
              <a:rPr lang="en-AU" altLang="en-US" b="1" kern="0" dirty="0">
                <a:solidFill>
                  <a:schemeClr val="accent2">
                    <a:lumMod val="75000"/>
                  </a:schemeClr>
                </a:solidFill>
                <a:latin typeface="Calibri" panose="020F0502020204030204" pitchFamily="34" charset="0"/>
                <a:cs typeface="Calibri" panose="020F0502020204030204" pitchFamily="34" charset="0"/>
              </a:rPr>
              <a:t>D</a:t>
            </a:r>
            <a:r>
              <a:rPr lang="en-AU" altLang="en-US" sz="1800" b="1" kern="0" dirty="0">
                <a:solidFill>
                  <a:schemeClr val="accent2">
                    <a:lumMod val="75000"/>
                  </a:schemeClr>
                </a:solidFill>
                <a:latin typeface="Calibri" panose="020F0502020204030204" pitchFamily="34" charset="0"/>
                <a:cs typeface="Calibri" panose="020F0502020204030204" pitchFamily="34" charset="0"/>
              </a:rPr>
              <a:t>ecipher (Decrypt)</a:t>
            </a:r>
            <a:endParaRPr lang="en-AU" altLang="en-US" b="1" kern="0" dirty="0">
              <a:solidFill>
                <a:schemeClr val="accent2">
                  <a:lumMod val="75000"/>
                </a:schemeClr>
              </a:solidFill>
              <a:latin typeface="Calibri" panose="020F0502020204030204" pitchFamily="34" charset="0"/>
              <a:cs typeface="Calibri" panose="020F0502020204030204" pitchFamily="34" charset="0"/>
            </a:endParaRPr>
          </a:p>
          <a:p>
            <a:pPr algn="ctr">
              <a:lnSpc>
                <a:spcPct val="80000"/>
              </a:lnSpc>
            </a:pPr>
            <a:r>
              <a:rPr lang="en-AU" altLang="en-US" sz="1800" kern="0" dirty="0">
                <a:solidFill>
                  <a:schemeClr val="accent2">
                    <a:lumMod val="75000"/>
                  </a:schemeClr>
                </a:solidFill>
                <a:latin typeface="Calibri" panose="020F0502020204030204" pitchFamily="34" charset="0"/>
                <a:cs typeface="Calibri" panose="020F0502020204030204" pitchFamily="34" charset="0"/>
              </a:rPr>
              <a:t>recovering ciphertext to plaintext</a:t>
            </a:r>
          </a:p>
        </p:txBody>
      </p:sp>
      <p:sp>
        <p:nvSpPr>
          <p:cNvPr id="24" name="AutoShape 6">
            <a:extLst>
              <a:ext uri="{FF2B5EF4-FFF2-40B4-BE49-F238E27FC236}">
                <a16:creationId xmlns:a16="http://schemas.microsoft.com/office/drawing/2014/main" id="{746BF43C-552A-4A8E-9EB0-E497617AEE30}"/>
              </a:ext>
            </a:extLst>
          </p:cNvPr>
          <p:cNvSpPr>
            <a:spLocks noChangeArrowheads="1"/>
          </p:cNvSpPr>
          <p:nvPr/>
        </p:nvSpPr>
        <p:spPr bwMode="auto">
          <a:xfrm>
            <a:off x="5996452" y="3712979"/>
            <a:ext cx="1728188" cy="1204391"/>
          </a:xfrm>
          <a:prstGeom prst="flowChartDecision">
            <a:avLst/>
          </a:prstGeom>
          <a:solidFill>
            <a:schemeClr val="accent6"/>
          </a:solidFill>
          <a:ln w="9525">
            <a:solidFill>
              <a:schemeClr val="accent6"/>
            </a:solidFill>
            <a:miter lim="800000"/>
            <a:headEnd/>
            <a:tailEnd/>
          </a:ln>
          <a:effectLst/>
          <a:scene3d>
            <a:camera prst="orthographicFront"/>
            <a:lightRig rig="threePt" dir="t"/>
          </a:scene3d>
          <a:sp3d>
            <a:bevelT w="114300" prst="artDeco"/>
          </a:sp3d>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dirty="0">
                <a:solidFill>
                  <a:schemeClr val="accent4"/>
                </a:solidFill>
                <a:latin typeface="Calibri" panose="020F0502020204030204" pitchFamily="34" charset="0"/>
                <a:cs typeface="Calibri" panose="020F0502020204030204" pitchFamily="34" charset="0"/>
              </a:rPr>
              <a:t>Decryption</a:t>
            </a:r>
          </a:p>
        </p:txBody>
      </p:sp>
      <p:sp>
        <p:nvSpPr>
          <p:cNvPr id="25" name="Text Box 5">
            <a:extLst>
              <a:ext uri="{FF2B5EF4-FFF2-40B4-BE49-F238E27FC236}">
                <a16:creationId xmlns:a16="http://schemas.microsoft.com/office/drawing/2014/main" id="{DB987A5D-5909-4FBB-BE24-3340745F16BB}"/>
              </a:ext>
            </a:extLst>
          </p:cNvPr>
          <p:cNvSpPr txBox="1">
            <a:spLocks noChangeArrowheads="1"/>
          </p:cNvSpPr>
          <p:nvPr/>
        </p:nvSpPr>
        <p:spPr bwMode="auto">
          <a:xfrm>
            <a:off x="5248078" y="2098560"/>
            <a:ext cx="3438722" cy="923330"/>
          </a:xfrm>
          <a:prstGeom prst="rect">
            <a:avLst/>
          </a:prstGeom>
          <a:solidFill>
            <a:schemeClr val="accent6">
              <a:lumMod val="5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800" b="1" dirty="0">
                <a:solidFill>
                  <a:schemeClr val="bg1"/>
                </a:solidFill>
                <a:latin typeface="Calibri" panose="020F0502020204030204" pitchFamily="34" charset="0"/>
                <a:cs typeface="Calibri" panose="020F0502020204030204" pitchFamily="34" charset="0"/>
              </a:rPr>
              <a:t>The secret message is:</a:t>
            </a:r>
          </a:p>
          <a:p>
            <a:pPr algn="ctr" eaLnBrk="1" hangingPunct="1"/>
            <a:r>
              <a:rPr lang="en-US" altLang="en-US" sz="1800" b="1" dirty="0">
                <a:solidFill>
                  <a:schemeClr val="bg1"/>
                </a:solidFill>
                <a:latin typeface="Calibri" panose="020F0502020204030204" pitchFamily="34" charset="0"/>
                <a:cs typeface="Calibri" panose="020F0502020204030204" pitchFamily="34" charset="0"/>
              </a:rPr>
              <a:t>You can get A-/A+ in This subject; (however, depending on you)</a:t>
            </a:r>
            <a:endParaRPr lang="en-US" altLang="en-US" dirty="0">
              <a:solidFill>
                <a:schemeClr val="bg1"/>
              </a:solidFill>
              <a:latin typeface="Calibri" panose="020F0502020204030204" pitchFamily="34" charset="0"/>
              <a:cs typeface="Calibri" panose="020F0502020204030204" pitchFamily="34" charset="0"/>
            </a:endParaRPr>
          </a:p>
        </p:txBody>
      </p:sp>
      <p:pic>
        <p:nvPicPr>
          <p:cNvPr id="32" name="Picture 31">
            <a:extLst>
              <a:ext uri="{FF2B5EF4-FFF2-40B4-BE49-F238E27FC236}">
                <a16:creationId xmlns:a16="http://schemas.microsoft.com/office/drawing/2014/main" id="{10541A27-1D9F-46E0-9367-EF798B558BC4}"/>
              </a:ext>
            </a:extLst>
          </p:cNvPr>
          <p:cNvPicPr>
            <a:picLocks noChangeAspect="1"/>
          </p:cNvPicPr>
          <p:nvPr/>
        </p:nvPicPr>
        <p:blipFill>
          <a:blip r:embed="rId3"/>
          <a:stretch>
            <a:fillRect/>
          </a:stretch>
        </p:blipFill>
        <p:spPr>
          <a:xfrm>
            <a:off x="5562929" y="839120"/>
            <a:ext cx="849428" cy="865608"/>
          </a:xfrm>
          <a:prstGeom prst="rect">
            <a:avLst/>
          </a:prstGeom>
        </p:spPr>
      </p:pic>
      <p:pic>
        <p:nvPicPr>
          <p:cNvPr id="10" name="Picture 9" descr="A black rectangle with a black background&#10;&#10;Description automatically generated with low confidence">
            <a:extLst>
              <a:ext uri="{FF2B5EF4-FFF2-40B4-BE49-F238E27FC236}">
                <a16:creationId xmlns:a16="http://schemas.microsoft.com/office/drawing/2014/main" id="{D9E7E24D-630C-4171-B521-D02C43CE86B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0645" y="691961"/>
            <a:ext cx="1125918" cy="112591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7" name="Text Box 2">
            <a:extLst>
              <a:ext uri="{FF2B5EF4-FFF2-40B4-BE49-F238E27FC236}">
                <a16:creationId xmlns:a16="http://schemas.microsoft.com/office/drawing/2014/main" id="{434D67E7-EC75-4043-B7CB-5E5567C0EAD9}"/>
              </a:ext>
            </a:extLst>
          </p:cNvPr>
          <p:cNvSpPr txBox="1">
            <a:spLocks noChangeArrowheads="1"/>
          </p:cNvSpPr>
          <p:nvPr/>
        </p:nvSpPr>
        <p:spPr bwMode="auto">
          <a:xfrm>
            <a:off x="3048000" y="457200"/>
            <a:ext cx="31686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r>
              <a:rPr lang="en-US" altLang="en-US" sz="1800" b="1"/>
              <a:t>Categories of cryptography</a:t>
            </a:r>
          </a:p>
        </p:txBody>
      </p:sp>
      <p:pic>
        <p:nvPicPr>
          <p:cNvPr id="190468" name="Picture 3">
            <a:extLst>
              <a:ext uri="{FF2B5EF4-FFF2-40B4-BE49-F238E27FC236}">
                <a16:creationId xmlns:a16="http://schemas.microsoft.com/office/drawing/2014/main" id="{D63B65FF-3B41-4209-ABDA-C31618033E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04156" y="1177925"/>
            <a:ext cx="5985659" cy="18257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0469" name="Picture 4">
            <a:extLst>
              <a:ext uri="{FF2B5EF4-FFF2-40B4-BE49-F238E27FC236}">
                <a16:creationId xmlns:a16="http://schemas.microsoft.com/office/drawing/2014/main" id="{1FFE8A27-4DD7-41C2-AD99-3AD66D61B23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08087" y="3272507"/>
            <a:ext cx="6081728" cy="13703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 Box 5">
            <a:extLst>
              <a:ext uri="{FF2B5EF4-FFF2-40B4-BE49-F238E27FC236}">
                <a16:creationId xmlns:a16="http://schemas.microsoft.com/office/drawing/2014/main" id="{7BD66650-0B1B-4B87-B3C2-0DC1C936D053}"/>
              </a:ext>
            </a:extLst>
          </p:cNvPr>
          <p:cNvSpPr txBox="1">
            <a:spLocks noChangeArrowheads="1"/>
          </p:cNvSpPr>
          <p:nvPr/>
        </p:nvSpPr>
        <p:spPr bwMode="auto">
          <a:xfrm>
            <a:off x="131863" y="4841677"/>
            <a:ext cx="4379814"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marL="285750" indent="-285750" eaLnBrk="1" hangingPunct="1">
              <a:buFont typeface="Arial" panose="020B0604020202020204" pitchFamily="34" charset="0"/>
              <a:buChar char="•"/>
            </a:pPr>
            <a:r>
              <a:rPr lang="en-US" altLang="en-US" sz="1600" dirty="0"/>
              <a:t>conventional / </a:t>
            </a:r>
            <a:r>
              <a:rPr lang="en-AU" altLang="en-US" sz="1600" dirty="0"/>
              <a:t>private-key</a:t>
            </a:r>
            <a:r>
              <a:rPr lang="en-US" altLang="en-US" sz="1600" dirty="0"/>
              <a:t>  / single-key</a:t>
            </a:r>
          </a:p>
          <a:p>
            <a:pPr marL="285750" indent="-285750" eaLnBrk="1" hangingPunct="1">
              <a:buFont typeface="Arial" panose="020B0604020202020204" pitchFamily="34" charset="0"/>
              <a:buChar char="•"/>
            </a:pPr>
            <a:r>
              <a:rPr lang="en-AU" altLang="en-US" sz="1600" dirty="0"/>
              <a:t>sender and recipient share a common key</a:t>
            </a:r>
          </a:p>
          <a:p>
            <a:pPr marL="285750" indent="-285750" eaLnBrk="1" hangingPunct="1">
              <a:buFont typeface="Arial" panose="020B0604020202020204" pitchFamily="34" charset="0"/>
              <a:buChar char="•"/>
            </a:pPr>
            <a:r>
              <a:rPr lang="en-AU" altLang="en-US" sz="1600" dirty="0"/>
              <a:t>all classical encryption algorithms are  private-key</a:t>
            </a:r>
            <a:endParaRPr lang="en-US" altLang="en-US" sz="1600" dirty="0"/>
          </a:p>
        </p:txBody>
      </p:sp>
      <p:sp>
        <p:nvSpPr>
          <p:cNvPr id="7" name="Rectangle 7">
            <a:extLst>
              <a:ext uri="{FF2B5EF4-FFF2-40B4-BE49-F238E27FC236}">
                <a16:creationId xmlns:a16="http://schemas.microsoft.com/office/drawing/2014/main" id="{6CCCF882-2985-4738-BDA2-4B7C8745C959}"/>
              </a:ext>
            </a:extLst>
          </p:cNvPr>
          <p:cNvSpPr>
            <a:spLocks noChangeArrowheads="1"/>
          </p:cNvSpPr>
          <p:nvPr/>
        </p:nvSpPr>
        <p:spPr bwMode="auto">
          <a:xfrm>
            <a:off x="4632325" y="4793853"/>
            <a:ext cx="4379812"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marL="285750" indent="-285750" eaLnBrk="1" hangingPunct="1">
              <a:buFont typeface="Arial" panose="020B0604020202020204" pitchFamily="34" charset="0"/>
              <a:buChar char="•"/>
            </a:pPr>
            <a:r>
              <a:rPr lang="en-US" altLang="en-US" sz="1600" dirty="0"/>
              <a:t>uses </a:t>
            </a:r>
            <a:r>
              <a:rPr lang="en-US" altLang="en-US" sz="1600" b="1" dirty="0"/>
              <a:t>two</a:t>
            </a:r>
            <a:r>
              <a:rPr lang="en-US" altLang="en-US" sz="1600" dirty="0"/>
              <a:t> keys – a public &amp; a private key</a:t>
            </a:r>
            <a:endParaRPr lang="en-AU" altLang="en-US" sz="1600" dirty="0"/>
          </a:p>
          <a:p>
            <a:pPr marL="285750" indent="-285750" eaLnBrk="1" hangingPunct="1">
              <a:buFont typeface="Arial" panose="020B0604020202020204" pitchFamily="34" charset="0"/>
              <a:buChar char="•"/>
            </a:pPr>
            <a:r>
              <a:rPr lang="en-AU" altLang="en-US" sz="1600" b="1" dirty="0"/>
              <a:t>asymmetric</a:t>
            </a:r>
            <a:r>
              <a:rPr lang="en-AU" altLang="en-US" sz="1600" dirty="0"/>
              <a:t> since parties are </a:t>
            </a:r>
            <a:r>
              <a:rPr lang="en-AU" altLang="en-US" sz="1600" b="1" dirty="0"/>
              <a:t>not</a:t>
            </a:r>
            <a:r>
              <a:rPr lang="en-AU" altLang="en-US" sz="1600" dirty="0"/>
              <a:t> equal </a:t>
            </a:r>
          </a:p>
          <a:p>
            <a:pPr marL="285750" indent="-285750" eaLnBrk="1" hangingPunct="1">
              <a:buFont typeface="Arial" panose="020B0604020202020204" pitchFamily="34" charset="0"/>
              <a:buChar char="•"/>
            </a:pPr>
            <a:r>
              <a:rPr lang="en-AU" altLang="en-US" sz="1600" dirty="0"/>
              <a:t>uses clever application of number theoretic concepts to function</a:t>
            </a:r>
          </a:p>
          <a:p>
            <a:pPr marL="285750" indent="-285750" eaLnBrk="1" hangingPunct="1">
              <a:buFont typeface="Arial" panose="020B0604020202020204" pitchFamily="34" charset="0"/>
              <a:buChar char="•"/>
            </a:pPr>
            <a:r>
              <a:rPr lang="en-US" altLang="en-US" sz="1600" dirty="0"/>
              <a:t>complements </a:t>
            </a:r>
            <a:r>
              <a:rPr lang="en-US" altLang="en-US" sz="1600" b="1" dirty="0"/>
              <a:t>rather than</a:t>
            </a:r>
            <a:r>
              <a:rPr lang="en-US" altLang="en-US" sz="1600" dirty="0"/>
              <a:t> replaces private key crypto</a:t>
            </a:r>
            <a:endParaRPr lang="en-AU" alt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3"/>
          <p:cNvSpPr>
            <a:spLocks noGrp="1"/>
          </p:cNvSpPr>
          <p:nvPr>
            <p:ph type="ctrTitle"/>
          </p:nvPr>
        </p:nvSpPr>
        <p:spPr>
          <a:xfrm>
            <a:off x="2172456" y="2200277"/>
            <a:ext cx="6754812" cy="1470025"/>
          </a:xfrm>
        </p:spPr>
        <p:txBody>
          <a:bodyPr/>
          <a:lstStyle/>
          <a:p>
            <a:r>
              <a:rPr lang="en-US" dirty="0"/>
              <a:t>Information Protection by Cryptography</a:t>
            </a:r>
            <a:endParaRPr lang="en-GB" dirty="0"/>
          </a:p>
        </p:txBody>
      </p:sp>
      <p:sp>
        <p:nvSpPr>
          <p:cNvPr id="3" name="Subtitle 2">
            <a:extLst>
              <a:ext uri="{FF2B5EF4-FFF2-40B4-BE49-F238E27FC236}">
                <a16:creationId xmlns:a16="http://schemas.microsoft.com/office/drawing/2014/main" id="{717B7519-F436-3886-D0BF-496E901D7104}"/>
              </a:ext>
            </a:extLst>
          </p:cNvPr>
          <p:cNvSpPr>
            <a:spLocks noGrp="1"/>
          </p:cNvSpPr>
          <p:nvPr>
            <p:ph type="subTitle" idx="1"/>
          </p:nvPr>
        </p:nvSpPr>
        <p:spPr/>
        <p:txBody>
          <a:bodyPr/>
          <a:lstStyle/>
          <a:p>
            <a:endParaRPr lang="en-MY"/>
          </a:p>
        </p:txBody>
      </p:sp>
    </p:spTree>
    <p:extLst>
      <p:ext uri="{BB962C8B-B14F-4D97-AF65-F5344CB8AC3E}">
        <p14:creationId xmlns:p14="http://schemas.microsoft.com/office/powerpoint/2010/main" val="19999699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7" name="Text Box 2">
            <a:extLst>
              <a:ext uri="{FF2B5EF4-FFF2-40B4-BE49-F238E27FC236}">
                <a16:creationId xmlns:a16="http://schemas.microsoft.com/office/drawing/2014/main" id="{0408AD62-46DC-43A6-987A-C0A7C65FE536}"/>
              </a:ext>
            </a:extLst>
          </p:cNvPr>
          <p:cNvSpPr txBox="1">
            <a:spLocks noChangeArrowheads="1"/>
          </p:cNvSpPr>
          <p:nvPr/>
        </p:nvSpPr>
        <p:spPr bwMode="auto">
          <a:xfrm>
            <a:off x="2339752" y="116632"/>
            <a:ext cx="403527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r>
              <a:rPr lang="en-US" sz="2800" dirty="0">
                <a:latin typeface="Calibri" panose="020F0502020204030204" pitchFamily="34" charset="0"/>
                <a:cs typeface="Calibri" panose="020F0502020204030204" pitchFamily="34" charset="0"/>
              </a:rPr>
              <a:t>Cryptography and Security</a:t>
            </a:r>
            <a:endParaRPr lang="en-US" altLang="en-US" sz="2800" dirty="0">
              <a:latin typeface="Calibri" panose="020F0502020204030204" pitchFamily="34" charset="0"/>
              <a:cs typeface="Calibri" panose="020F0502020204030204" pitchFamily="34" charset="0"/>
            </a:endParaRPr>
          </a:p>
        </p:txBody>
      </p:sp>
      <p:graphicFrame>
        <p:nvGraphicFramePr>
          <p:cNvPr id="4" name="Table 4">
            <a:extLst>
              <a:ext uri="{FF2B5EF4-FFF2-40B4-BE49-F238E27FC236}">
                <a16:creationId xmlns:a16="http://schemas.microsoft.com/office/drawing/2014/main" id="{BCAAD571-D41E-4678-A7E5-B64525396756}"/>
              </a:ext>
            </a:extLst>
          </p:cNvPr>
          <p:cNvGraphicFramePr>
            <a:graphicFrameLocks noGrp="1"/>
          </p:cNvGraphicFramePr>
          <p:nvPr>
            <p:extLst>
              <p:ext uri="{D42A27DB-BD31-4B8C-83A1-F6EECF244321}">
                <p14:modId xmlns:p14="http://schemas.microsoft.com/office/powerpoint/2010/main" val="467944485"/>
              </p:ext>
            </p:extLst>
          </p:nvPr>
        </p:nvGraphicFramePr>
        <p:xfrm>
          <a:off x="251520" y="722630"/>
          <a:ext cx="8640960" cy="5563258"/>
        </p:xfrm>
        <a:graphic>
          <a:graphicData uri="http://schemas.openxmlformats.org/drawingml/2006/table">
            <a:tbl>
              <a:tblPr firstRow="1" bandRow="1">
                <a:tableStyleId>{5C22544A-7EE6-4342-B048-85BDC9FD1C3A}</a:tableStyleId>
              </a:tblPr>
              <a:tblGrid>
                <a:gridCol w="1800200">
                  <a:extLst>
                    <a:ext uri="{9D8B030D-6E8A-4147-A177-3AD203B41FA5}">
                      <a16:colId xmlns:a16="http://schemas.microsoft.com/office/drawing/2014/main" val="2852649136"/>
                    </a:ext>
                  </a:extLst>
                </a:gridCol>
                <a:gridCol w="3384376">
                  <a:extLst>
                    <a:ext uri="{9D8B030D-6E8A-4147-A177-3AD203B41FA5}">
                      <a16:colId xmlns:a16="http://schemas.microsoft.com/office/drawing/2014/main" val="593663869"/>
                    </a:ext>
                  </a:extLst>
                </a:gridCol>
                <a:gridCol w="3456384">
                  <a:extLst>
                    <a:ext uri="{9D8B030D-6E8A-4147-A177-3AD203B41FA5}">
                      <a16:colId xmlns:a16="http://schemas.microsoft.com/office/drawing/2014/main" val="3528494216"/>
                    </a:ext>
                  </a:extLst>
                </a:gridCol>
              </a:tblGrid>
              <a:tr h="442618">
                <a:tc>
                  <a:txBody>
                    <a:bodyPr/>
                    <a:lstStyle/>
                    <a:p>
                      <a:pPr algn="ctr"/>
                      <a:r>
                        <a:rPr lang="en-US" sz="1800" dirty="0">
                          <a:latin typeface="Calibri" panose="020F0502020204030204" pitchFamily="34" charset="0"/>
                          <a:cs typeface="Calibri" panose="020F0502020204030204" pitchFamily="34" charset="0"/>
                        </a:rPr>
                        <a:t>Characteristic</a:t>
                      </a:r>
                      <a:endParaRPr lang="en-MY" sz="1800" dirty="0">
                        <a:latin typeface="Calibri" panose="020F0502020204030204" pitchFamily="34" charset="0"/>
                        <a:cs typeface="Calibri" panose="020F0502020204030204" pitchFamily="34" charset="0"/>
                      </a:endParaRPr>
                    </a:p>
                  </a:txBody>
                  <a:tcPr anchor="ctr"/>
                </a:tc>
                <a:tc>
                  <a:txBody>
                    <a:bodyPr/>
                    <a:lstStyle/>
                    <a:p>
                      <a:pPr algn="ctr"/>
                      <a:r>
                        <a:rPr lang="en-US" sz="1800" dirty="0">
                          <a:latin typeface="Calibri" panose="020F0502020204030204" pitchFamily="34" charset="0"/>
                          <a:cs typeface="Calibri" panose="020F0502020204030204" pitchFamily="34" charset="0"/>
                        </a:rPr>
                        <a:t>Description</a:t>
                      </a:r>
                      <a:endParaRPr lang="en-MY" sz="1800" dirty="0">
                        <a:latin typeface="Calibri" panose="020F0502020204030204" pitchFamily="34" charset="0"/>
                        <a:cs typeface="Calibri" panose="020F0502020204030204" pitchFamily="34" charset="0"/>
                      </a:endParaRPr>
                    </a:p>
                  </a:txBody>
                  <a:tcPr anchor="ctr"/>
                </a:tc>
                <a:tc>
                  <a:txBody>
                    <a:bodyPr/>
                    <a:lstStyle/>
                    <a:p>
                      <a:pPr algn="ctr"/>
                      <a:r>
                        <a:rPr lang="en-US" sz="1800" dirty="0">
                          <a:latin typeface="Calibri" panose="020F0502020204030204" pitchFamily="34" charset="0"/>
                          <a:cs typeface="Calibri" panose="020F0502020204030204" pitchFamily="34" charset="0"/>
                        </a:rPr>
                        <a:t>Protection</a:t>
                      </a:r>
                      <a:endParaRPr lang="en-MY" sz="1800" dirty="0">
                        <a:latin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3243931512"/>
                  </a:ext>
                </a:extLst>
              </a:tr>
              <a:tr h="752451">
                <a:tc>
                  <a:txBody>
                    <a:bodyPr/>
                    <a:lstStyle/>
                    <a:p>
                      <a:r>
                        <a:rPr lang="en-US" sz="1800" dirty="0">
                          <a:latin typeface="Calibri" panose="020F0502020204030204" pitchFamily="34" charset="0"/>
                          <a:cs typeface="Calibri" panose="020F0502020204030204" pitchFamily="34" charset="0"/>
                        </a:rPr>
                        <a:t>Confidentiality</a:t>
                      </a:r>
                      <a:endParaRPr lang="en-MY" sz="1800" dirty="0">
                        <a:latin typeface="Calibri" panose="020F0502020204030204" pitchFamily="34" charset="0"/>
                        <a:cs typeface="Calibri" panose="020F0502020204030204" pitchFamily="34" charset="0"/>
                      </a:endParaRPr>
                    </a:p>
                  </a:txBody>
                  <a:tcPr anchor="ctr"/>
                </a:tc>
                <a:tc>
                  <a:txBody>
                    <a:bodyPr/>
                    <a:lstStyle/>
                    <a:p>
                      <a:r>
                        <a:rPr lang="en-US" sz="1800" dirty="0">
                          <a:latin typeface="Calibri" panose="020F0502020204030204" pitchFamily="34" charset="0"/>
                          <a:cs typeface="Calibri" panose="020F0502020204030204" pitchFamily="34" charset="0"/>
                        </a:rPr>
                        <a:t>Ensures that only authorized parties can view the information.</a:t>
                      </a:r>
                      <a:endParaRPr lang="en-MY" sz="1800" dirty="0">
                        <a:latin typeface="Calibri" panose="020F0502020204030204" pitchFamily="34" charset="0"/>
                        <a:cs typeface="Calibri" panose="020F0502020204030204" pitchFamily="34" charset="0"/>
                      </a:endParaRPr>
                    </a:p>
                  </a:txBody>
                  <a:tcPr anchor="ctr"/>
                </a:tc>
                <a:tc>
                  <a:txBody>
                    <a:bodyPr/>
                    <a:lstStyle/>
                    <a:p>
                      <a:r>
                        <a:rPr lang="en-US" sz="1800" dirty="0">
                          <a:latin typeface="Calibri" panose="020F0502020204030204" pitchFamily="34" charset="0"/>
                          <a:cs typeface="Calibri" panose="020F0502020204030204" pitchFamily="34" charset="0"/>
                        </a:rPr>
                        <a:t>Encrypted information can only be viewed by those who have been provided the key.</a:t>
                      </a:r>
                      <a:endParaRPr lang="en-MY" sz="1800" dirty="0">
                        <a:latin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496987561"/>
                  </a:ext>
                </a:extLst>
              </a:tr>
              <a:tr h="1062283">
                <a:tc>
                  <a:txBody>
                    <a:bodyPr/>
                    <a:lstStyle/>
                    <a:p>
                      <a:r>
                        <a:rPr lang="en-US" sz="1800" dirty="0">
                          <a:latin typeface="Calibri" panose="020F0502020204030204" pitchFamily="34" charset="0"/>
                          <a:cs typeface="Calibri" panose="020F0502020204030204" pitchFamily="34" charset="0"/>
                        </a:rPr>
                        <a:t>Integrity</a:t>
                      </a:r>
                      <a:endParaRPr lang="en-MY" sz="1800" dirty="0">
                        <a:latin typeface="Calibri" panose="020F0502020204030204" pitchFamily="34" charset="0"/>
                        <a:cs typeface="Calibri" panose="020F0502020204030204" pitchFamily="34" charset="0"/>
                      </a:endParaRPr>
                    </a:p>
                  </a:txBody>
                  <a:tcPr anchor="ctr"/>
                </a:tc>
                <a:tc>
                  <a:txBody>
                    <a:bodyPr/>
                    <a:lstStyle/>
                    <a:p>
                      <a:r>
                        <a:rPr lang="en-US" sz="1800" dirty="0">
                          <a:latin typeface="Calibri" panose="020F0502020204030204" pitchFamily="34" charset="0"/>
                          <a:cs typeface="Calibri" panose="020F0502020204030204" pitchFamily="34" charset="0"/>
                        </a:rPr>
                        <a:t>Ensures that the information is correct and no unauthorized person or malicious software has altered that data.</a:t>
                      </a:r>
                      <a:endParaRPr lang="en-MY" sz="1800" dirty="0">
                        <a:latin typeface="Calibri" panose="020F0502020204030204" pitchFamily="34" charset="0"/>
                        <a:cs typeface="Calibri" panose="020F0502020204030204" pitchFamily="34" charset="0"/>
                      </a:endParaRPr>
                    </a:p>
                  </a:txBody>
                  <a:tcPr anchor="ctr"/>
                </a:tc>
                <a:tc>
                  <a:txBody>
                    <a:bodyPr/>
                    <a:lstStyle/>
                    <a:p>
                      <a:r>
                        <a:rPr lang="en-US" sz="1800" dirty="0">
                          <a:latin typeface="Calibri" panose="020F0502020204030204" pitchFamily="34" charset="0"/>
                          <a:cs typeface="Calibri" panose="020F0502020204030204" pitchFamily="34" charset="0"/>
                        </a:rPr>
                        <a:t>Encrypted information cannot be changed except by authorized users who have the key.</a:t>
                      </a:r>
                      <a:endParaRPr lang="en-MY" sz="1800" dirty="0">
                        <a:latin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587872507"/>
                  </a:ext>
                </a:extLst>
              </a:tr>
              <a:tr h="752451">
                <a:tc>
                  <a:txBody>
                    <a:bodyPr/>
                    <a:lstStyle/>
                    <a:p>
                      <a:r>
                        <a:rPr lang="en-US" sz="1800" dirty="0">
                          <a:latin typeface="Calibri" panose="020F0502020204030204" pitchFamily="34" charset="0"/>
                          <a:cs typeface="Calibri" panose="020F0502020204030204" pitchFamily="34" charset="0"/>
                        </a:rPr>
                        <a:t>Availability</a:t>
                      </a:r>
                      <a:endParaRPr lang="en-MY" sz="1800" dirty="0">
                        <a:latin typeface="Calibri" panose="020F0502020204030204" pitchFamily="34" charset="0"/>
                        <a:cs typeface="Calibri" panose="020F0502020204030204" pitchFamily="34" charset="0"/>
                      </a:endParaRPr>
                    </a:p>
                  </a:txBody>
                  <a:tcPr anchor="ctr"/>
                </a:tc>
                <a:tc>
                  <a:txBody>
                    <a:bodyPr/>
                    <a:lstStyle/>
                    <a:p>
                      <a:r>
                        <a:rPr lang="en-US" sz="1800" dirty="0">
                          <a:latin typeface="Calibri" panose="020F0502020204030204" pitchFamily="34" charset="0"/>
                          <a:cs typeface="Calibri" panose="020F0502020204030204" pitchFamily="34" charset="0"/>
                        </a:rPr>
                        <a:t>Ensures that data is accessible to authorized users.</a:t>
                      </a:r>
                      <a:endParaRPr lang="en-MY" sz="1800" dirty="0">
                        <a:latin typeface="Calibri" panose="020F0502020204030204" pitchFamily="34" charset="0"/>
                        <a:cs typeface="Calibri" panose="020F0502020204030204" pitchFamily="34" charset="0"/>
                      </a:endParaRPr>
                    </a:p>
                  </a:txBody>
                  <a:tcPr anchor="ctr"/>
                </a:tc>
                <a:tc>
                  <a:txBody>
                    <a:bodyPr/>
                    <a:lstStyle/>
                    <a:p>
                      <a:r>
                        <a:rPr lang="en-US" sz="1800" dirty="0">
                          <a:latin typeface="Calibri" panose="020F0502020204030204" pitchFamily="34" charset="0"/>
                          <a:cs typeface="Calibri" panose="020F0502020204030204" pitchFamily="34" charset="0"/>
                        </a:rPr>
                        <a:t>Authorized users are provided the decryption key to access the information.</a:t>
                      </a:r>
                      <a:endParaRPr lang="en-MY" sz="1800" dirty="0">
                        <a:latin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3866946963"/>
                  </a:ext>
                </a:extLst>
              </a:tr>
              <a:tr h="752451">
                <a:tc>
                  <a:txBody>
                    <a:bodyPr/>
                    <a:lstStyle/>
                    <a:p>
                      <a:r>
                        <a:rPr lang="en-US" sz="1800" dirty="0">
                          <a:latin typeface="Calibri" panose="020F0502020204030204" pitchFamily="34" charset="0"/>
                          <a:cs typeface="Calibri" panose="020F0502020204030204" pitchFamily="34" charset="0"/>
                        </a:rPr>
                        <a:t>Authenticity</a:t>
                      </a:r>
                      <a:endParaRPr lang="en-MY" sz="1800" dirty="0">
                        <a:latin typeface="Calibri" panose="020F0502020204030204" pitchFamily="34" charset="0"/>
                        <a:cs typeface="Calibri" panose="020F0502020204030204" pitchFamily="34" charset="0"/>
                      </a:endParaRPr>
                    </a:p>
                  </a:txBody>
                  <a:tcPr anchor="ctr"/>
                </a:tc>
                <a:tc>
                  <a:txBody>
                    <a:bodyPr/>
                    <a:lstStyle/>
                    <a:p>
                      <a:r>
                        <a:rPr lang="en-US" sz="1800" dirty="0">
                          <a:latin typeface="Calibri" panose="020F0502020204030204" pitchFamily="34" charset="0"/>
                          <a:cs typeface="Calibri" panose="020F0502020204030204" pitchFamily="34" charset="0"/>
                        </a:rPr>
                        <a:t>Provides proof of the genuineness of the users.</a:t>
                      </a:r>
                      <a:endParaRPr lang="en-MY" sz="1800" dirty="0">
                        <a:latin typeface="Calibri" panose="020F0502020204030204" pitchFamily="34" charset="0"/>
                        <a:cs typeface="Calibri" panose="020F0502020204030204" pitchFamily="34" charset="0"/>
                      </a:endParaRPr>
                    </a:p>
                  </a:txBody>
                  <a:tcPr anchor="ctr"/>
                </a:tc>
                <a:tc>
                  <a:txBody>
                    <a:bodyPr/>
                    <a:lstStyle/>
                    <a:p>
                      <a:r>
                        <a:rPr lang="en-US" sz="1800" dirty="0">
                          <a:latin typeface="Calibri" panose="020F0502020204030204" pitchFamily="34" charset="0"/>
                          <a:cs typeface="Calibri" panose="020F0502020204030204" pitchFamily="34" charset="0"/>
                        </a:rPr>
                        <a:t>Cryptography can prove that the sender was legitimate and not an imposter.</a:t>
                      </a:r>
                      <a:endParaRPr lang="en-MY" sz="1800" dirty="0">
                        <a:latin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1185250275"/>
                  </a:ext>
                </a:extLst>
              </a:tr>
              <a:tr h="1062283">
                <a:tc>
                  <a:txBody>
                    <a:bodyPr/>
                    <a:lstStyle/>
                    <a:p>
                      <a:r>
                        <a:rPr lang="en-US" sz="1800" dirty="0">
                          <a:latin typeface="Calibri" panose="020F0502020204030204" pitchFamily="34" charset="0"/>
                          <a:cs typeface="Calibri" panose="020F0502020204030204" pitchFamily="34" charset="0"/>
                        </a:rPr>
                        <a:t>Non-repudiation</a:t>
                      </a:r>
                      <a:endParaRPr lang="en-MY" sz="1800" dirty="0">
                        <a:latin typeface="Calibri" panose="020F0502020204030204" pitchFamily="34" charset="0"/>
                        <a:cs typeface="Calibri" panose="020F0502020204030204" pitchFamily="34" charset="0"/>
                      </a:endParaRPr>
                    </a:p>
                  </a:txBody>
                  <a:tcPr anchor="ctr"/>
                </a:tc>
                <a:tc>
                  <a:txBody>
                    <a:bodyPr/>
                    <a:lstStyle/>
                    <a:p>
                      <a:r>
                        <a:rPr lang="en-US" sz="1800" dirty="0">
                          <a:latin typeface="Calibri" panose="020F0502020204030204" pitchFamily="34" charset="0"/>
                          <a:cs typeface="Calibri" panose="020F0502020204030204" pitchFamily="34" charset="0"/>
                        </a:rPr>
                        <a:t>Proves that a user performed an action.</a:t>
                      </a:r>
                      <a:endParaRPr lang="en-MY" sz="1800" dirty="0">
                        <a:latin typeface="Calibri" panose="020F0502020204030204" pitchFamily="34" charset="0"/>
                        <a:cs typeface="Calibri" panose="020F0502020204030204" pitchFamily="34" charset="0"/>
                      </a:endParaRPr>
                    </a:p>
                  </a:txBody>
                  <a:tcPr anchor="ctr"/>
                </a:tc>
                <a:tc>
                  <a:txBody>
                    <a:bodyPr/>
                    <a:lstStyle/>
                    <a:p>
                      <a:r>
                        <a:rPr lang="en-US" sz="1800" dirty="0">
                          <a:latin typeface="Calibri" panose="020F0502020204030204" pitchFamily="34" charset="0"/>
                          <a:cs typeface="Calibri" panose="020F0502020204030204" pitchFamily="34" charset="0"/>
                        </a:rPr>
                        <a:t>Cryptography non-repudiation prevents an individual from fraudulently denying they were involved in a transaction.</a:t>
                      </a:r>
                      <a:endParaRPr lang="en-MY" sz="1800" dirty="0">
                        <a:latin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540620690"/>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3"/>
          <p:cNvSpPr>
            <a:spLocks noGrp="1"/>
          </p:cNvSpPr>
          <p:nvPr>
            <p:ph type="ctrTitle"/>
          </p:nvPr>
        </p:nvSpPr>
        <p:spPr>
          <a:xfrm>
            <a:off x="2172456" y="2200277"/>
            <a:ext cx="6754812" cy="1470025"/>
          </a:xfrm>
        </p:spPr>
        <p:txBody>
          <a:bodyPr/>
          <a:lstStyle/>
          <a:p>
            <a:r>
              <a:rPr lang="en-US" dirty="0"/>
              <a:t>Symmetric Encryption</a:t>
            </a:r>
            <a:endParaRPr lang="en-GB" dirty="0"/>
          </a:p>
        </p:txBody>
      </p:sp>
      <p:sp>
        <p:nvSpPr>
          <p:cNvPr id="3" name="Subtitle 2">
            <a:extLst>
              <a:ext uri="{FF2B5EF4-FFF2-40B4-BE49-F238E27FC236}">
                <a16:creationId xmlns:a16="http://schemas.microsoft.com/office/drawing/2014/main" id="{4BD131CF-EDA1-BBFD-BC0E-EDEF439735FE}"/>
              </a:ext>
            </a:extLst>
          </p:cNvPr>
          <p:cNvSpPr>
            <a:spLocks noGrp="1"/>
          </p:cNvSpPr>
          <p:nvPr>
            <p:ph type="subTitle" idx="1"/>
          </p:nvPr>
        </p:nvSpPr>
        <p:spPr/>
        <p:txBody>
          <a:bodyPr/>
          <a:lstStyle/>
          <a:p>
            <a:endParaRPr lang="en-MY"/>
          </a:p>
        </p:txBody>
      </p:sp>
    </p:spTree>
    <p:extLst>
      <p:ext uri="{BB962C8B-B14F-4D97-AF65-F5344CB8AC3E}">
        <p14:creationId xmlns:p14="http://schemas.microsoft.com/office/powerpoint/2010/main" val="18162429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7" name="Text Box 2">
            <a:extLst>
              <a:ext uri="{FF2B5EF4-FFF2-40B4-BE49-F238E27FC236}">
                <a16:creationId xmlns:a16="http://schemas.microsoft.com/office/drawing/2014/main" id="{0408AD62-46DC-43A6-987A-C0A7C65FE536}"/>
              </a:ext>
            </a:extLst>
          </p:cNvPr>
          <p:cNvSpPr txBox="1">
            <a:spLocks noChangeArrowheads="1"/>
          </p:cNvSpPr>
          <p:nvPr/>
        </p:nvSpPr>
        <p:spPr bwMode="auto">
          <a:xfrm>
            <a:off x="2651125" y="217488"/>
            <a:ext cx="364648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r>
              <a:rPr lang="en-US" altLang="en-US" sz="2800"/>
              <a:t>Symmetric Encryption</a:t>
            </a:r>
          </a:p>
        </p:txBody>
      </p:sp>
      <p:sp>
        <p:nvSpPr>
          <p:cNvPr id="200708" name="Text Box 3">
            <a:extLst>
              <a:ext uri="{FF2B5EF4-FFF2-40B4-BE49-F238E27FC236}">
                <a16:creationId xmlns:a16="http://schemas.microsoft.com/office/drawing/2014/main" id="{95CEDBA7-CC05-4670-A630-F0CEAEADAA33}"/>
              </a:ext>
            </a:extLst>
          </p:cNvPr>
          <p:cNvSpPr txBox="1">
            <a:spLocks noChangeArrowheads="1"/>
          </p:cNvSpPr>
          <p:nvPr/>
        </p:nvSpPr>
        <p:spPr bwMode="auto">
          <a:xfrm>
            <a:off x="755576" y="995786"/>
            <a:ext cx="5141151"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a:solidFill>
                  <a:schemeClr val="tx1"/>
                </a:solidFill>
                <a:latin typeface="Arial" panose="020B0604020202020204" pitchFamily="34" charset="0"/>
              </a:defRPr>
            </a:lvl1pPr>
            <a:lvl2pPr>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marL="285750" indent="-285750" eaLnBrk="1" hangingPunct="1">
              <a:buFont typeface="Wingdings" panose="05000000000000000000" pitchFamily="2" charset="2"/>
              <a:buChar char="q"/>
            </a:pPr>
            <a:r>
              <a:rPr lang="en-US" altLang="en-US" sz="1800" b="1" dirty="0"/>
              <a:t>conventional / secret-key / single-key</a:t>
            </a:r>
          </a:p>
          <a:p>
            <a:pPr marL="285750" indent="-285750" eaLnBrk="1" hangingPunct="1">
              <a:buFont typeface="Wingdings" panose="05000000000000000000" pitchFamily="2" charset="2"/>
              <a:buChar char="q"/>
            </a:pPr>
            <a:r>
              <a:rPr lang="en-US" altLang="en-US" sz="1800" b="1" dirty="0"/>
              <a:t>sender and recipient share a common key</a:t>
            </a:r>
          </a:p>
          <a:p>
            <a:pPr marL="285750" indent="-285750" eaLnBrk="1" hangingPunct="1">
              <a:buFont typeface="Wingdings" panose="05000000000000000000" pitchFamily="2" charset="2"/>
              <a:buChar char="q"/>
            </a:pPr>
            <a:r>
              <a:rPr lang="en-US" altLang="en-US" sz="1800" b="1" dirty="0"/>
              <a:t>all encryption algorithms are private-key</a:t>
            </a:r>
          </a:p>
          <a:p>
            <a:pPr marL="285750" indent="-285750" eaLnBrk="1" hangingPunct="1">
              <a:buFont typeface="Wingdings" panose="05000000000000000000" pitchFamily="2" charset="2"/>
              <a:buChar char="q"/>
            </a:pPr>
            <a:r>
              <a:rPr lang="en-US" altLang="en-US" sz="1800" b="1" dirty="0"/>
              <a:t>2 Techniques: Classical &amp; Modern</a:t>
            </a:r>
          </a:p>
        </p:txBody>
      </p:sp>
      <p:grpSp>
        <p:nvGrpSpPr>
          <p:cNvPr id="3" name="Group 2">
            <a:extLst>
              <a:ext uri="{FF2B5EF4-FFF2-40B4-BE49-F238E27FC236}">
                <a16:creationId xmlns:a16="http://schemas.microsoft.com/office/drawing/2014/main" id="{79470323-A932-4092-8514-76CA34783934}"/>
              </a:ext>
            </a:extLst>
          </p:cNvPr>
          <p:cNvGrpSpPr/>
          <p:nvPr/>
        </p:nvGrpSpPr>
        <p:grpSpPr>
          <a:xfrm>
            <a:off x="898612" y="2434239"/>
            <a:ext cx="3384376" cy="3515041"/>
            <a:chOff x="251520" y="2736310"/>
            <a:chExt cx="3384376" cy="3823978"/>
          </a:xfrm>
          <a:scene3d>
            <a:camera prst="orthographicFront">
              <a:rot lat="0" lon="0" rev="0"/>
            </a:camera>
            <a:lightRig rig="contrasting" dir="t">
              <a:rot lat="0" lon="0" rev="1500000"/>
            </a:lightRig>
          </a:scene3d>
        </p:grpSpPr>
        <p:sp>
          <p:nvSpPr>
            <p:cNvPr id="2" name="Rectangle 1">
              <a:extLst>
                <a:ext uri="{FF2B5EF4-FFF2-40B4-BE49-F238E27FC236}">
                  <a16:creationId xmlns:a16="http://schemas.microsoft.com/office/drawing/2014/main" id="{C109D804-7D44-45FA-926B-DDEEC69A4962}"/>
                </a:ext>
              </a:extLst>
            </p:cNvPr>
            <p:cNvSpPr/>
            <p:nvPr/>
          </p:nvSpPr>
          <p:spPr bwMode="auto">
            <a:xfrm>
              <a:off x="251520" y="2736310"/>
              <a:ext cx="3384376" cy="548674"/>
            </a:xfrm>
            <a:prstGeom prst="rect">
              <a:avLst/>
            </a:prstGeom>
            <a:solidFill>
              <a:schemeClr val="accent2">
                <a:lumMod val="50000"/>
              </a:schemeClr>
            </a:solidFill>
            <a:ln w="12700" cap="flat" cmpd="sng" algn="ctr">
              <a:noFill/>
              <a:prstDash val="solid"/>
              <a:round/>
              <a:headEnd type="none" w="med" len="med"/>
              <a:tailEnd type="none" w="med" len="med"/>
            </a:ln>
            <a:effectLst>
              <a:outerShdw blurRad="149987" dist="250190" dir="8460000" algn="ctr">
                <a:srgbClr val="000000">
                  <a:alpha val="28000"/>
                </a:srgbClr>
              </a:outerShdw>
            </a:effectLst>
            <a:sp3d prstMaterial="metal">
              <a:bevelT w="88900" h="88900"/>
            </a:sp3d>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bg1"/>
                  </a:solidFill>
                  <a:effectLst/>
                  <a:latin typeface="Arial" charset="0"/>
                </a:rPr>
                <a:t>Classical Techniques</a:t>
              </a:r>
              <a:endParaRPr kumimoji="0" lang="en-MY" sz="1800" b="0" i="0" u="none" strike="noStrike" cap="none" normalizeH="0" baseline="0" dirty="0">
                <a:ln>
                  <a:noFill/>
                </a:ln>
                <a:solidFill>
                  <a:schemeClr val="bg1"/>
                </a:solidFill>
                <a:effectLst/>
                <a:latin typeface="Arial" charset="0"/>
              </a:endParaRPr>
            </a:p>
          </p:txBody>
        </p:sp>
        <p:sp>
          <p:nvSpPr>
            <p:cNvPr id="7" name="Rectangle 6">
              <a:extLst>
                <a:ext uri="{FF2B5EF4-FFF2-40B4-BE49-F238E27FC236}">
                  <a16:creationId xmlns:a16="http://schemas.microsoft.com/office/drawing/2014/main" id="{D8296F4C-619D-46A6-900A-2CA30A00CE8B}"/>
                </a:ext>
              </a:extLst>
            </p:cNvPr>
            <p:cNvSpPr/>
            <p:nvPr/>
          </p:nvSpPr>
          <p:spPr bwMode="auto">
            <a:xfrm>
              <a:off x="251520" y="3284984"/>
              <a:ext cx="3384376" cy="3275304"/>
            </a:xfrm>
            <a:prstGeom prst="rect">
              <a:avLst/>
            </a:prstGeom>
            <a:solidFill>
              <a:schemeClr val="accent2">
                <a:lumMod val="40000"/>
                <a:lumOff val="60000"/>
              </a:schemeClr>
            </a:solidFill>
            <a:ln w="12700" cap="flat" cmpd="sng" algn="ctr">
              <a:noFill/>
              <a:prstDash val="solid"/>
              <a:round/>
              <a:headEnd type="none" w="med" len="med"/>
              <a:tailEnd type="none" w="med" len="med"/>
            </a:ln>
            <a:effectLst>
              <a:outerShdw blurRad="149987" dist="250190" dir="8460000" algn="ctr">
                <a:srgbClr val="000000">
                  <a:alpha val="28000"/>
                </a:srgbClr>
              </a:outerShdw>
            </a:effectLst>
            <a:sp3d prstMaterial="metal">
              <a:bevelT w="88900" h="88900"/>
            </a:sp3d>
          </p:spPr>
          <p:txBody>
            <a:bodyPr vert="horz" wrap="square" lIns="91440" tIns="45720" rIns="91440" bIns="45720" numCol="1" rtlCol="0" anchor="t" anchorCtr="0" compatLnSpc="1">
              <a:prstTxWarp prst="textNoShape">
                <a:avLst/>
              </a:prstTxWarp>
            </a:bodyPr>
            <a:lstStyle/>
            <a:p>
              <a:pPr eaLnBrk="1" hangingPunct="1">
                <a:buFontTx/>
                <a:buChar char="•"/>
              </a:pPr>
              <a:r>
                <a:rPr lang="en-US" altLang="en-US" sz="1800" dirty="0"/>
                <a:t> Substitution: </a:t>
              </a:r>
            </a:p>
            <a:p>
              <a:pPr lvl="1" eaLnBrk="1" hangingPunct="1">
                <a:buFont typeface="Wingdings" panose="05000000000000000000" pitchFamily="2" charset="2"/>
                <a:buChar char="Ø"/>
              </a:pPr>
              <a:r>
                <a:rPr lang="en-US" altLang="en-US" sz="1800" dirty="0"/>
                <a:t>Caesar Cipher</a:t>
              </a:r>
            </a:p>
            <a:p>
              <a:pPr lvl="1" eaLnBrk="1" hangingPunct="1">
                <a:buFont typeface="Wingdings" panose="05000000000000000000" pitchFamily="2" charset="2"/>
                <a:buChar char="Ø"/>
              </a:pPr>
              <a:r>
                <a:rPr lang="en-US" altLang="en-US" sz="1800" dirty="0"/>
                <a:t> </a:t>
              </a:r>
              <a:r>
                <a:rPr lang="en-US" altLang="en-US" sz="1800" dirty="0" err="1"/>
                <a:t>Monalphabatic</a:t>
              </a:r>
              <a:r>
                <a:rPr lang="en-US" altLang="en-US" sz="1800" dirty="0"/>
                <a:t> Cipher</a:t>
              </a:r>
            </a:p>
            <a:p>
              <a:pPr lvl="1" eaLnBrk="1" hangingPunct="1">
                <a:buFont typeface="Wingdings" panose="05000000000000000000" pitchFamily="2" charset="2"/>
                <a:buChar char="Ø"/>
              </a:pPr>
              <a:r>
                <a:rPr lang="en-US" altLang="en-US" sz="1800" dirty="0"/>
                <a:t> Playfair Cipher</a:t>
              </a:r>
            </a:p>
            <a:p>
              <a:pPr lvl="1" eaLnBrk="1" hangingPunct="1">
                <a:buFont typeface="Wingdings" panose="05000000000000000000" pitchFamily="2" charset="2"/>
                <a:buChar char="Ø"/>
              </a:pPr>
              <a:r>
                <a:rPr lang="en-US" altLang="en-US" sz="1800" dirty="0"/>
                <a:t> Hill Cipher</a:t>
              </a:r>
            </a:p>
            <a:p>
              <a:pPr lvl="1" eaLnBrk="1" hangingPunct="1">
                <a:buFont typeface="Wingdings" panose="05000000000000000000" pitchFamily="2" charset="2"/>
                <a:buChar char="Ø"/>
              </a:pPr>
              <a:r>
                <a:rPr lang="en-US" altLang="en-US" sz="1800" dirty="0"/>
                <a:t> Polyalphabetic Cipher</a:t>
              </a:r>
            </a:p>
            <a:p>
              <a:pPr lvl="1" eaLnBrk="1" hangingPunct="1">
                <a:buFont typeface="Wingdings" panose="05000000000000000000" pitchFamily="2" charset="2"/>
                <a:buChar char="Ø"/>
              </a:pPr>
              <a:r>
                <a:rPr lang="en-US" altLang="en-US" sz="1800" dirty="0"/>
                <a:t> One-Time Pad </a:t>
              </a:r>
            </a:p>
            <a:p>
              <a:pPr lvl="1" eaLnBrk="1" hangingPunct="1">
                <a:buFont typeface="Wingdings" panose="05000000000000000000" pitchFamily="2" charset="2"/>
                <a:buNone/>
              </a:pPr>
              <a:endParaRPr lang="en-US" altLang="en-US" sz="1800" dirty="0"/>
            </a:p>
            <a:p>
              <a:pPr eaLnBrk="1" hangingPunct="1">
                <a:buFontTx/>
                <a:buChar char="•"/>
              </a:pPr>
              <a:r>
                <a:rPr lang="en-US" altLang="en-US" sz="1800" dirty="0"/>
                <a:t> Transposition</a:t>
              </a:r>
            </a:p>
            <a:p>
              <a:pPr eaLnBrk="1" hangingPunct="1">
                <a:buFontTx/>
                <a:buChar char="•"/>
              </a:pPr>
              <a:r>
                <a:rPr lang="en-US" altLang="en-US" sz="1800" dirty="0"/>
                <a:t> Rotor Machines </a:t>
              </a:r>
            </a:p>
            <a:p>
              <a:pPr eaLnBrk="1" hangingPunct="1"/>
              <a:endParaRPr lang="en-US" altLang="en-US" sz="1800" dirty="0"/>
            </a:p>
          </p:txBody>
        </p:sp>
      </p:grpSp>
      <p:grpSp>
        <p:nvGrpSpPr>
          <p:cNvPr id="10" name="Group 9">
            <a:extLst>
              <a:ext uri="{FF2B5EF4-FFF2-40B4-BE49-F238E27FC236}">
                <a16:creationId xmlns:a16="http://schemas.microsoft.com/office/drawing/2014/main" id="{2322311E-E7A5-435E-9CB3-5776EEA0483A}"/>
              </a:ext>
            </a:extLst>
          </p:cNvPr>
          <p:cNvGrpSpPr/>
          <p:nvPr/>
        </p:nvGrpSpPr>
        <p:grpSpPr>
          <a:xfrm>
            <a:off x="4861012" y="2415959"/>
            <a:ext cx="3384376" cy="3515042"/>
            <a:chOff x="251520" y="2736310"/>
            <a:chExt cx="3384376" cy="3823979"/>
          </a:xfrm>
          <a:scene3d>
            <a:camera prst="orthographicFront">
              <a:rot lat="0" lon="0" rev="0"/>
            </a:camera>
            <a:lightRig rig="contrasting" dir="t">
              <a:rot lat="0" lon="0" rev="1500000"/>
            </a:lightRig>
          </a:scene3d>
        </p:grpSpPr>
        <p:sp>
          <p:nvSpPr>
            <p:cNvPr id="11" name="Rectangle 10">
              <a:extLst>
                <a:ext uri="{FF2B5EF4-FFF2-40B4-BE49-F238E27FC236}">
                  <a16:creationId xmlns:a16="http://schemas.microsoft.com/office/drawing/2014/main" id="{A3DE44CF-6CF4-49D2-B8B5-274D150EB8E8}"/>
                </a:ext>
              </a:extLst>
            </p:cNvPr>
            <p:cNvSpPr/>
            <p:nvPr/>
          </p:nvSpPr>
          <p:spPr bwMode="auto">
            <a:xfrm>
              <a:off x="251520" y="2736310"/>
              <a:ext cx="3384376" cy="548674"/>
            </a:xfrm>
            <a:prstGeom prst="rect">
              <a:avLst/>
            </a:prstGeom>
            <a:solidFill>
              <a:schemeClr val="accent4">
                <a:lumMod val="50000"/>
              </a:schemeClr>
            </a:solidFill>
            <a:ln w="12700" cap="flat" cmpd="sng" algn="ctr">
              <a:noFill/>
              <a:prstDash val="solid"/>
              <a:round/>
              <a:headEnd type="none" w="med" len="med"/>
              <a:tailEnd type="none" w="med" len="med"/>
            </a:ln>
            <a:effectLst>
              <a:outerShdw blurRad="149987" dist="250190" dir="8460000" algn="ctr">
                <a:srgbClr val="000000">
                  <a:alpha val="28000"/>
                </a:srgbClr>
              </a:outerShdw>
            </a:effectLst>
            <a:sp3d prstMaterial="metal">
              <a:bevelT w="88900" h="88900"/>
            </a:sp3d>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dirty="0">
                  <a:solidFill>
                    <a:schemeClr val="bg1"/>
                  </a:solidFill>
                  <a:latin typeface="Arial" charset="0"/>
                </a:rPr>
                <a:t>Modern</a:t>
              </a:r>
              <a:r>
                <a:rPr kumimoji="0" lang="en-US" sz="1800" b="0" i="0" u="none" strike="noStrike" cap="none" normalizeH="0" baseline="0" dirty="0">
                  <a:ln>
                    <a:noFill/>
                  </a:ln>
                  <a:solidFill>
                    <a:schemeClr val="bg1"/>
                  </a:solidFill>
                  <a:effectLst/>
                  <a:latin typeface="Arial" charset="0"/>
                </a:rPr>
                <a:t> Techniques</a:t>
              </a:r>
              <a:endParaRPr kumimoji="0" lang="en-MY" sz="1800" b="0" i="0" u="none" strike="noStrike" cap="none" normalizeH="0" baseline="0" dirty="0">
                <a:ln>
                  <a:noFill/>
                </a:ln>
                <a:solidFill>
                  <a:schemeClr val="bg1"/>
                </a:solidFill>
                <a:effectLst/>
                <a:latin typeface="Arial" charset="0"/>
              </a:endParaRPr>
            </a:p>
          </p:txBody>
        </p:sp>
        <p:sp>
          <p:nvSpPr>
            <p:cNvPr id="12" name="Rectangle 11">
              <a:extLst>
                <a:ext uri="{FF2B5EF4-FFF2-40B4-BE49-F238E27FC236}">
                  <a16:creationId xmlns:a16="http://schemas.microsoft.com/office/drawing/2014/main" id="{28307886-A5B7-4DEE-B300-02A8D45CDDBE}"/>
                </a:ext>
              </a:extLst>
            </p:cNvPr>
            <p:cNvSpPr/>
            <p:nvPr/>
          </p:nvSpPr>
          <p:spPr bwMode="auto">
            <a:xfrm>
              <a:off x="251520" y="3284985"/>
              <a:ext cx="3384376" cy="3275304"/>
            </a:xfrm>
            <a:prstGeom prst="rect">
              <a:avLst/>
            </a:prstGeom>
            <a:solidFill>
              <a:schemeClr val="accent4">
                <a:lumMod val="20000"/>
                <a:lumOff val="80000"/>
              </a:schemeClr>
            </a:solidFill>
            <a:ln w="12700" cap="flat" cmpd="sng" algn="ctr">
              <a:noFill/>
              <a:prstDash val="solid"/>
              <a:round/>
              <a:headEnd type="none" w="med" len="med"/>
              <a:tailEnd type="none" w="med" len="med"/>
            </a:ln>
            <a:effectLst>
              <a:outerShdw blurRad="149987" dist="250190" dir="8460000" algn="ctr">
                <a:srgbClr val="000000">
                  <a:alpha val="28000"/>
                </a:srgbClr>
              </a:outerShdw>
            </a:effectLst>
            <a:sp3d prstMaterial="metal">
              <a:bevelT w="88900" h="88900"/>
            </a:sp3d>
          </p:spPr>
          <p:txBody>
            <a:bodyPr vert="horz" wrap="square" lIns="91440" tIns="45720" rIns="91440" bIns="45720" numCol="1" rtlCol="0" anchor="t" anchorCtr="0" compatLnSpc="1">
              <a:prstTxWarp prst="textNoShape">
                <a:avLst/>
              </a:prstTxWarp>
            </a:bodyPr>
            <a:lstStyle/>
            <a:p>
              <a:pPr marL="285750" indent="-285750" eaLnBrk="1" hangingPunct="1">
                <a:buFont typeface="Arial" panose="020B0604020202020204" pitchFamily="34" charset="0"/>
                <a:buChar char="•"/>
              </a:pPr>
              <a:r>
                <a:rPr lang="en-US" altLang="en-US" sz="1800" dirty="0"/>
                <a:t> DES</a:t>
              </a:r>
            </a:p>
            <a:p>
              <a:pPr marL="285750" indent="-285750" eaLnBrk="1" hangingPunct="1">
                <a:buFont typeface="Arial" panose="020B0604020202020204" pitchFamily="34" charset="0"/>
                <a:buChar char="•"/>
              </a:pPr>
              <a:r>
                <a:rPr lang="en-US" altLang="en-US" dirty="0"/>
                <a:t> </a:t>
              </a:r>
              <a:r>
                <a:rPr lang="en-US" altLang="en-US" sz="1800" dirty="0"/>
                <a:t>3DES</a:t>
              </a:r>
            </a:p>
            <a:p>
              <a:pPr marL="285750" indent="-285750" eaLnBrk="1" hangingPunct="1">
                <a:buFont typeface="Arial" panose="020B0604020202020204" pitchFamily="34" charset="0"/>
                <a:buChar char="•"/>
              </a:pPr>
              <a:r>
                <a:rPr lang="en-US" altLang="en-US" dirty="0"/>
                <a:t> </a:t>
              </a:r>
              <a:r>
                <a:rPr lang="en-US" altLang="en-US" sz="1800" dirty="0"/>
                <a:t>AES</a:t>
              </a:r>
            </a:p>
            <a:p>
              <a:pPr marL="285750" indent="-285750" eaLnBrk="1" hangingPunct="1">
                <a:buFont typeface="Arial" panose="020B0604020202020204" pitchFamily="34" charset="0"/>
                <a:buChar char="•"/>
              </a:pPr>
              <a:r>
                <a:rPr lang="en-US" altLang="en-US" sz="1800" dirty="0"/>
                <a:t> Blowfish</a:t>
              </a:r>
            </a:p>
            <a:p>
              <a:pPr marL="285750" indent="-285750" eaLnBrk="1" hangingPunct="1">
                <a:buFont typeface="Arial" panose="020B0604020202020204" pitchFamily="34" charset="0"/>
                <a:buChar char="•"/>
              </a:pPr>
              <a:r>
                <a:rPr lang="en-US" altLang="en-US" sz="1800" dirty="0"/>
                <a:t> Serpent</a:t>
              </a:r>
            </a:p>
            <a:p>
              <a:pPr marL="285750" indent="-285750" eaLnBrk="1" hangingPunct="1">
                <a:buFont typeface="Arial" panose="020B0604020202020204" pitchFamily="34" charset="0"/>
                <a:buChar char="•"/>
              </a:pPr>
              <a:r>
                <a:rPr lang="en-US" altLang="en-US" sz="1800" dirty="0"/>
                <a:t> Twofish</a:t>
              </a:r>
            </a:p>
          </p:txBody>
        </p:sp>
      </p:grpSp>
    </p:spTree>
    <p:extLst>
      <p:ext uri="{BB962C8B-B14F-4D97-AF65-F5344CB8AC3E}">
        <p14:creationId xmlns:p14="http://schemas.microsoft.com/office/powerpoint/2010/main" val="637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33" name="Text Box 16">
            <a:extLst>
              <a:ext uri="{FF2B5EF4-FFF2-40B4-BE49-F238E27FC236}">
                <a16:creationId xmlns:a16="http://schemas.microsoft.com/office/drawing/2014/main" id="{C2E6DBBB-E82E-4EA9-9126-81480AE1F28F}"/>
              </a:ext>
            </a:extLst>
          </p:cNvPr>
          <p:cNvSpPr txBox="1">
            <a:spLocks noChangeArrowheads="1"/>
          </p:cNvSpPr>
          <p:nvPr/>
        </p:nvSpPr>
        <p:spPr bwMode="auto">
          <a:xfrm>
            <a:off x="2313302" y="214935"/>
            <a:ext cx="412324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r>
              <a:rPr lang="en-US" altLang="en-US" sz="2800" dirty="0">
                <a:solidFill>
                  <a:schemeClr val="tx1"/>
                </a:solidFill>
              </a:rPr>
              <a:t>Symmetric Cipher Model</a:t>
            </a:r>
            <a:endParaRPr lang="en-US" altLang="en-US" sz="2800" dirty="0">
              <a:latin typeface="Times New Roman" panose="02020603050405020304" pitchFamily="18" charset="0"/>
            </a:endParaRPr>
          </a:p>
        </p:txBody>
      </p:sp>
      <p:sp>
        <p:nvSpPr>
          <p:cNvPr id="188419" name="Text Box 2">
            <a:extLst>
              <a:ext uri="{FF2B5EF4-FFF2-40B4-BE49-F238E27FC236}">
                <a16:creationId xmlns:a16="http://schemas.microsoft.com/office/drawing/2014/main" id="{89690CBE-51B4-4984-890D-CFDDFFD68D4B}"/>
              </a:ext>
            </a:extLst>
          </p:cNvPr>
          <p:cNvSpPr txBox="1">
            <a:spLocks noChangeArrowheads="1"/>
          </p:cNvSpPr>
          <p:nvPr/>
        </p:nvSpPr>
        <p:spPr bwMode="auto">
          <a:xfrm>
            <a:off x="529959" y="2464379"/>
            <a:ext cx="91884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r>
              <a:rPr lang="en-US" altLang="en-US" dirty="0">
                <a:latin typeface="Calibri" panose="020F0502020204030204" pitchFamily="34" charset="0"/>
                <a:cs typeface="Calibri" panose="020F0502020204030204" pitchFamily="34" charset="0"/>
              </a:rPr>
              <a:t>Sender</a:t>
            </a:r>
          </a:p>
        </p:txBody>
      </p:sp>
      <p:sp>
        <p:nvSpPr>
          <p:cNvPr id="188420" name="Text Box 3">
            <a:extLst>
              <a:ext uri="{FF2B5EF4-FFF2-40B4-BE49-F238E27FC236}">
                <a16:creationId xmlns:a16="http://schemas.microsoft.com/office/drawing/2014/main" id="{0476B34F-A570-4D46-A403-A233BB534D87}"/>
              </a:ext>
            </a:extLst>
          </p:cNvPr>
          <p:cNvSpPr txBox="1">
            <a:spLocks noChangeArrowheads="1"/>
          </p:cNvSpPr>
          <p:nvPr/>
        </p:nvSpPr>
        <p:spPr bwMode="auto">
          <a:xfrm>
            <a:off x="7592768" y="2348450"/>
            <a:ext cx="107535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r>
              <a:rPr lang="en-US" altLang="en-US" dirty="0">
                <a:latin typeface="Calibri" panose="020F0502020204030204" pitchFamily="34" charset="0"/>
                <a:cs typeface="Calibri" panose="020F0502020204030204" pitchFamily="34" charset="0"/>
              </a:rPr>
              <a:t>Receiver</a:t>
            </a:r>
          </a:p>
        </p:txBody>
      </p:sp>
      <p:sp>
        <p:nvSpPr>
          <p:cNvPr id="188421" name="Text Box 4">
            <a:extLst>
              <a:ext uri="{FF2B5EF4-FFF2-40B4-BE49-F238E27FC236}">
                <a16:creationId xmlns:a16="http://schemas.microsoft.com/office/drawing/2014/main" id="{432825D1-7B97-459E-8C74-5BAC0F8C711F}"/>
              </a:ext>
            </a:extLst>
          </p:cNvPr>
          <p:cNvSpPr txBox="1">
            <a:spLocks noChangeArrowheads="1"/>
          </p:cNvSpPr>
          <p:nvPr/>
        </p:nvSpPr>
        <p:spPr bwMode="auto">
          <a:xfrm>
            <a:off x="424548" y="4702568"/>
            <a:ext cx="1002839"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800" dirty="0">
                <a:solidFill>
                  <a:schemeClr val="accent2">
                    <a:lumMod val="75000"/>
                  </a:schemeClr>
                </a:solidFill>
                <a:latin typeface="Calibri" panose="020F0502020204030204" pitchFamily="34" charset="0"/>
                <a:cs typeface="Calibri" panose="020F0502020204030204" pitchFamily="34" charset="0"/>
              </a:rPr>
              <a:t>Plaintext</a:t>
            </a:r>
          </a:p>
          <a:p>
            <a:pPr algn="ctr" eaLnBrk="1" hangingPunct="1"/>
            <a:r>
              <a:rPr lang="en-US" altLang="en-US" sz="1800" dirty="0">
                <a:solidFill>
                  <a:schemeClr val="accent2">
                    <a:lumMod val="75000"/>
                  </a:schemeClr>
                </a:solidFill>
                <a:latin typeface="Calibri" panose="020F0502020204030204" pitchFamily="34" charset="0"/>
                <a:cs typeface="Calibri" panose="020F0502020204030204" pitchFamily="34" charset="0"/>
              </a:rPr>
              <a:t>Input</a:t>
            </a:r>
          </a:p>
        </p:txBody>
      </p:sp>
      <p:sp>
        <p:nvSpPr>
          <p:cNvPr id="188422" name="Text Box 5">
            <a:extLst>
              <a:ext uri="{FF2B5EF4-FFF2-40B4-BE49-F238E27FC236}">
                <a16:creationId xmlns:a16="http://schemas.microsoft.com/office/drawing/2014/main" id="{BCFD4A3E-451C-448C-AD67-57315B598A70}"/>
              </a:ext>
            </a:extLst>
          </p:cNvPr>
          <p:cNvSpPr txBox="1">
            <a:spLocks noChangeArrowheads="1"/>
          </p:cNvSpPr>
          <p:nvPr/>
        </p:nvSpPr>
        <p:spPr bwMode="auto">
          <a:xfrm>
            <a:off x="369126" y="2886686"/>
            <a:ext cx="1213429" cy="1815882"/>
          </a:xfrm>
          <a:prstGeom prst="rect">
            <a:avLst/>
          </a:prstGeom>
          <a:solidFill>
            <a:schemeClr val="accent6">
              <a:lumMod val="5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400" dirty="0">
                <a:solidFill>
                  <a:schemeClr val="bg1"/>
                </a:solidFill>
                <a:latin typeface="Calibri" panose="020F0502020204030204" pitchFamily="34" charset="0"/>
                <a:cs typeface="Calibri" panose="020F0502020204030204" pitchFamily="34" charset="0"/>
              </a:rPr>
              <a:t>The secret message is:</a:t>
            </a:r>
          </a:p>
          <a:p>
            <a:pPr algn="ctr" eaLnBrk="1" hangingPunct="1"/>
            <a:r>
              <a:rPr lang="en-US" altLang="en-US" sz="1400" dirty="0">
                <a:solidFill>
                  <a:schemeClr val="bg1"/>
                </a:solidFill>
                <a:latin typeface="Calibri" panose="020F0502020204030204" pitchFamily="34" charset="0"/>
                <a:cs typeface="Calibri" panose="020F0502020204030204" pitchFamily="34" charset="0"/>
              </a:rPr>
              <a:t>You can get A-/A+ in This subject; (however, depending on you)</a:t>
            </a:r>
            <a:endParaRPr lang="en-US" altLang="en-US" sz="1600" dirty="0">
              <a:solidFill>
                <a:schemeClr val="bg1"/>
              </a:solidFill>
              <a:latin typeface="Calibri" panose="020F0502020204030204" pitchFamily="34" charset="0"/>
              <a:cs typeface="Calibri" panose="020F0502020204030204" pitchFamily="34" charset="0"/>
            </a:endParaRPr>
          </a:p>
        </p:txBody>
      </p:sp>
      <p:sp>
        <p:nvSpPr>
          <p:cNvPr id="188423" name="AutoShape 6">
            <a:extLst>
              <a:ext uri="{FF2B5EF4-FFF2-40B4-BE49-F238E27FC236}">
                <a16:creationId xmlns:a16="http://schemas.microsoft.com/office/drawing/2014/main" id="{1E7CD31C-5812-4D2D-A94D-937A0CD995A7}"/>
              </a:ext>
            </a:extLst>
          </p:cNvPr>
          <p:cNvSpPr>
            <a:spLocks noChangeArrowheads="1"/>
          </p:cNvSpPr>
          <p:nvPr/>
        </p:nvSpPr>
        <p:spPr bwMode="auto">
          <a:xfrm>
            <a:off x="2209409" y="3186605"/>
            <a:ext cx="1491803" cy="1148824"/>
          </a:xfrm>
          <a:prstGeom prst="flowChartDecision">
            <a:avLst/>
          </a:prstGeom>
          <a:solidFill>
            <a:schemeClr val="accent6"/>
          </a:solidFill>
          <a:ln w="9525">
            <a:solidFill>
              <a:schemeClr val="accent6"/>
            </a:solidFill>
            <a:miter lim="800000"/>
            <a:headEnd/>
            <a:tailEnd/>
          </a:ln>
          <a:effectLst/>
          <a:scene3d>
            <a:camera prst="orthographicFront"/>
            <a:lightRig rig="threePt" dir="t"/>
          </a:scene3d>
          <a:sp3d>
            <a:bevelT w="114300" prst="artDeco"/>
          </a:sp3d>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800">
                <a:solidFill>
                  <a:schemeClr val="accent4"/>
                </a:solidFill>
                <a:latin typeface="Calibri" panose="020F0502020204030204" pitchFamily="34" charset="0"/>
                <a:cs typeface="Calibri" panose="020F0502020204030204" pitchFamily="34" charset="0"/>
              </a:rPr>
              <a:t>Encryption</a:t>
            </a:r>
          </a:p>
        </p:txBody>
      </p:sp>
      <p:sp>
        <p:nvSpPr>
          <p:cNvPr id="188428" name="Text Box 11">
            <a:extLst>
              <a:ext uri="{FF2B5EF4-FFF2-40B4-BE49-F238E27FC236}">
                <a16:creationId xmlns:a16="http://schemas.microsoft.com/office/drawing/2014/main" id="{4DA3CA1D-8B63-4D5F-980E-B296484E1E50}"/>
              </a:ext>
            </a:extLst>
          </p:cNvPr>
          <p:cNvSpPr txBox="1">
            <a:spLocks noChangeArrowheads="1"/>
          </p:cNvSpPr>
          <p:nvPr/>
        </p:nvSpPr>
        <p:spPr bwMode="auto">
          <a:xfrm>
            <a:off x="1938385" y="1688682"/>
            <a:ext cx="227690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800" dirty="0">
                <a:solidFill>
                  <a:schemeClr val="accent2">
                    <a:lumMod val="75000"/>
                  </a:schemeClr>
                </a:solidFill>
                <a:latin typeface="Calibri" panose="020F0502020204030204" pitchFamily="34" charset="0"/>
                <a:cs typeface="Calibri" panose="020F0502020204030204" pitchFamily="34" charset="0"/>
              </a:rPr>
              <a:t>A secret key shared by</a:t>
            </a:r>
          </a:p>
          <a:p>
            <a:pPr algn="ctr" eaLnBrk="1" hangingPunct="1"/>
            <a:r>
              <a:rPr lang="en-US" altLang="en-US" sz="1800" dirty="0">
                <a:solidFill>
                  <a:schemeClr val="accent2">
                    <a:lumMod val="75000"/>
                  </a:schemeClr>
                </a:solidFill>
                <a:latin typeface="Calibri" panose="020F0502020204030204" pitchFamily="34" charset="0"/>
                <a:cs typeface="Calibri" panose="020F0502020204030204" pitchFamily="34" charset="0"/>
              </a:rPr>
              <a:t>Sender and recipient </a:t>
            </a:r>
          </a:p>
        </p:txBody>
      </p:sp>
      <p:sp>
        <p:nvSpPr>
          <p:cNvPr id="188431" name="Line 14">
            <a:extLst>
              <a:ext uri="{FF2B5EF4-FFF2-40B4-BE49-F238E27FC236}">
                <a16:creationId xmlns:a16="http://schemas.microsoft.com/office/drawing/2014/main" id="{D4EA6E8E-AC85-4E3C-85B3-642065D58898}"/>
              </a:ext>
            </a:extLst>
          </p:cNvPr>
          <p:cNvSpPr>
            <a:spLocks noChangeShapeType="1"/>
          </p:cNvSpPr>
          <p:nvPr/>
        </p:nvSpPr>
        <p:spPr bwMode="auto">
          <a:xfrm rot="5400000" flipH="1" flipV="1">
            <a:off x="4585502" y="2869086"/>
            <a:ext cx="13597" cy="1810356"/>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dirty="0">
              <a:latin typeface="Calibri" panose="020F0502020204030204" pitchFamily="34" charset="0"/>
              <a:cs typeface="Calibri" panose="020F0502020204030204" pitchFamily="34" charset="0"/>
            </a:endParaRPr>
          </a:p>
        </p:txBody>
      </p:sp>
      <p:sp>
        <p:nvSpPr>
          <p:cNvPr id="24" name="AutoShape 6">
            <a:extLst>
              <a:ext uri="{FF2B5EF4-FFF2-40B4-BE49-F238E27FC236}">
                <a16:creationId xmlns:a16="http://schemas.microsoft.com/office/drawing/2014/main" id="{746BF43C-552A-4A8E-9EB0-E497617AEE30}"/>
              </a:ext>
            </a:extLst>
          </p:cNvPr>
          <p:cNvSpPr>
            <a:spLocks noChangeArrowheads="1"/>
          </p:cNvSpPr>
          <p:nvPr/>
        </p:nvSpPr>
        <p:spPr bwMode="auto">
          <a:xfrm>
            <a:off x="5466266" y="3199130"/>
            <a:ext cx="1457969" cy="1136999"/>
          </a:xfrm>
          <a:prstGeom prst="flowChartDecision">
            <a:avLst/>
          </a:prstGeom>
          <a:solidFill>
            <a:schemeClr val="accent6"/>
          </a:solidFill>
          <a:ln w="9525">
            <a:solidFill>
              <a:schemeClr val="accent6"/>
            </a:solidFill>
            <a:miter lim="800000"/>
            <a:headEnd/>
            <a:tailEnd/>
          </a:ln>
          <a:effectLst/>
          <a:scene3d>
            <a:camera prst="orthographicFront"/>
            <a:lightRig rig="threePt" dir="t"/>
          </a:scene3d>
          <a:sp3d>
            <a:bevelT w="114300" prst="artDeco"/>
          </a:sp3d>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800" dirty="0">
                <a:solidFill>
                  <a:schemeClr val="accent4"/>
                </a:solidFill>
                <a:latin typeface="Calibri" panose="020F0502020204030204" pitchFamily="34" charset="0"/>
                <a:cs typeface="Calibri" panose="020F0502020204030204" pitchFamily="34" charset="0"/>
              </a:rPr>
              <a:t>Decryption</a:t>
            </a:r>
          </a:p>
        </p:txBody>
      </p:sp>
      <p:pic>
        <p:nvPicPr>
          <p:cNvPr id="32" name="Picture 31">
            <a:extLst>
              <a:ext uri="{FF2B5EF4-FFF2-40B4-BE49-F238E27FC236}">
                <a16:creationId xmlns:a16="http://schemas.microsoft.com/office/drawing/2014/main" id="{10541A27-1D9F-46E0-9367-EF798B558BC4}"/>
              </a:ext>
            </a:extLst>
          </p:cNvPr>
          <p:cNvPicPr>
            <a:picLocks noChangeAspect="1"/>
          </p:cNvPicPr>
          <p:nvPr/>
        </p:nvPicPr>
        <p:blipFill>
          <a:blip r:embed="rId3"/>
          <a:stretch>
            <a:fillRect/>
          </a:stretch>
        </p:blipFill>
        <p:spPr>
          <a:xfrm>
            <a:off x="7666237" y="1468804"/>
            <a:ext cx="849428" cy="865608"/>
          </a:xfrm>
          <a:prstGeom prst="rect">
            <a:avLst/>
          </a:prstGeom>
        </p:spPr>
      </p:pic>
      <p:pic>
        <p:nvPicPr>
          <p:cNvPr id="10" name="Picture 9" descr="A black rectangle with a black background&#10;&#10;Description automatically generated with low confidence">
            <a:extLst>
              <a:ext uri="{FF2B5EF4-FFF2-40B4-BE49-F238E27FC236}">
                <a16:creationId xmlns:a16="http://schemas.microsoft.com/office/drawing/2014/main" id="{D9E7E24D-630C-4171-B521-D02C43CE86B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5873" y="1408428"/>
            <a:ext cx="1125918" cy="1125918"/>
          </a:xfrm>
          <a:prstGeom prst="rect">
            <a:avLst/>
          </a:prstGeom>
        </p:spPr>
      </p:pic>
      <p:pic>
        <p:nvPicPr>
          <p:cNvPr id="8" name="Picture 7">
            <a:extLst>
              <a:ext uri="{FF2B5EF4-FFF2-40B4-BE49-F238E27FC236}">
                <a16:creationId xmlns:a16="http://schemas.microsoft.com/office/drawing/2014/main" id="{0F075E86-1B88-4F48-980A-425CB32CEDA3}"/>
              </a:ext>
            </a:extLst>
          </p:cNvPr>
          <p:cNvPicPr>
            <a:picLocks noChangeAspect="1"/>
          </p:cNvPicPr>
          <p:nvPr/>
        </p:nvPicPr>
        <p:blipFill>
          <a:blip r:embed="rId5"/>
          <a:stretch>
            <a:fillRect/>
          </a:stretch>
        </p:blipFill>
        <p:spPr>
          <a:xfrm rot="5400000">
            <a:off x="2486561" y="2515090"/>
            <a:ext cx="876300" cy="438150"/>
          </a:xfrm>
          <a:prstGeom prst="rect">
            <a:avLst/>
          </a:prstGeom>
        </p:spPr>
      </p:pic>
      <p:pic>
        <p:nvPicPr>
          <p:cNvPr id="30" name="Picture 29">
            <a:extLst>
              <a:ext uri="{FF2B5EF4-FFF2-40B4-BE49-F238E27FC236}">
                <a16:creationId xmlns:a16="http://schemas.microsoft.com/office/drawing/2014/main" id="{8C889E87-406A-4377-B69F-B9B8334660C6}"/>
              </a:ext>
            </a:extLst>
          </p:cNvPr>
          <p:cNvPicPr>
            <a:picLocks noChangeAspect="1"/>
          </p:cNvPicPr>
          <p:nvPr/>
        </p:nvPicPr>
        <p:blipFill>
          <a:blip r:embed="rId5"/>
          <a:stretch>
            <a:fillRect/>
          </a:stretch>
        </p:blipFill>
        <p:spPr>
          <a:xfrm rot="5400000">
            <a:off x="5730903" y="2511486"/>
            <a:ext cx="876300" cy="438150"/>
          </a:xfrm>
          <a:prstGeom prst="rect">
            <a:avLst/>
          </a:prstGeom>
        </p:spPr>
      </p:pic>
      <p:sp>
        <p:nvSpPr>
          <p:cNvPr id="33" name="Line 14">
            <a:extLst>
              <a:ext uri="{FF2B5EF4-FFF2-40B4-BE49-F238E27FC236}">
                <a16:creationId xmlns:a16="http://schemas.microsoft.com/office/drawing/2014/main" id="{6DE0B2E7-66E8-46E5-B433-3FE52E603309}"/>
              </a:ext>
            </a:extLst>
          </p:cNvPr>
          <p:cNvSpPr>
            <a:spLocks noChangeShapeType="1"/>
          </p:cNvSpPr>
          <p:nvPr/>
        </p:nvSpPr>
        <p:spPr bwMode="auto">
          <a:xfrm rot="5400000" flipH="1" flipV="1">
            <a:off x="1880965" y="3469055"/>
            <a:ext cx="0" cy="596820"/>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dirty="0">
              <a:latin typeface="Calibri" panose="020F0502020204030204" pitchFamily="34" charset="0"/>
              <a:cs typeface="Calibri" panose="020F0502020204030204" pitchFamily="34" charset="0"/>
            </a:endParaRPr>
          </a:p>
        </p:txBody>
      </p:sp>
      <p:sp>
        <p:nvSpPr>
          <p:cNvPr id="36" name="Text Box 4">
            <a:extLst>
              <a:ext uri="{FF2B5EF4-FFF2-40B4-BE49-F238E27FC236}">
                <a16:creationId xmlns:a16="http://schemas.microsoft.com/office/drawing/2014/main" id="{EC7BC848-229D-4242-85CA-1B4E1BE29373}"/>
              </a:ext>
            </a:extLst>
          </p:cNvPr>
          <p:cNvSpPr txBox="1">
            <a:spLocks noChangeArrowheads="1"/>
          </p:cNvSpPr>
          <p:nvPr/>
        </p:nvSpPr>
        <p:spPr bwMode="auto">
          <a:xfrm>
            <a:off x="7666237" y="4592519"/>
            <a:ext cx="110863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800" dirty="0">
                <a:solidFill>
                  <a:schemeClr val="accent2">
                    <a:lumMod val="75000"/>
                  </a:schemeClr>
                </a:solidFill>
                <a:latin typeface="Calibri" panose="020F0502020204030204" pitchFamily="34" charset="0"/>
                <a:cs typeface="Calibri" panose="020F0502020204030204" pitchFamily="34" charset="0"/>
              </a:rPr>
              <a:t>Plaintext  </a:t>
            </a:r>
          </a:p>
          <a:p>
            <a:pPr algn="ctr" eaLnBrk="1" hangingPunct="1"/>
            <a:r>
              <a:rPr lang="en-US" altLang="en-US" sz="1800" dirty="0">
                <a:solidFill>
                  <a:schemeClr val="accent2">
                    <a:lumMod val="75000"/>
                  </a:schemeClr>
                </a:solidFill>
                <a:latin typeface="Calibri" panose="020F0502020204030204" pitchFamily="34" charset="0"/>
                <a:cs typeface="Calibri" panose="020F0502020204030204" pitchFamily="34" charset="0"/>
              </a:rPr>
              <a:t>Output</a:t>
            </a:r>
          </a:p>
        </p:txBody>
      </p:sp>
      <p:sp>
        <p:nvSpPr>
          <p:cNvPr id="37" name="Text Box 5">
            <a:extLst>
              <a:ext uri="{FF2B5EF4-FFF2-40B4-BE49-F238E27FC236}">
                <a16:creationId xmlns:a16="http://schemas.microsoft.com/office/drawing/2014/main" id="{DFDCCD55-EEE2-4901-A044-347E1E6B4E63}"/>
              </a:ext>
            </a:extLst>
          </p:cNvPr>
          <p:cNvSpPr txBox="1">
            <a:spLocks noChangeArrowheads="1"/>
          </p:cNvSpPr>
          <p:nvPr/>
        </p:nvSpPr>
        <p:spPr bwMode="auto">
          <a:xfrm>
            <a:off x="7553250" y="2776637"/>
            <a:ext cx="1213429" cy="1815882"/>
          </a:xfrm>
          <a:prstGeom prst="rect">
            <a:avLst/>
          </a:prstGeom>
          <a:solidFill>
            <a:schemeClr val="accent6">
              <a:lumMod val="5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400" dirty="0">
                <a:solidFill>
                  <a:schemeClr val="bg1"/>
                </a:solidFill>
                <a:latin typeface="Calibri" panose="020F0502020204030204" pitchFamily="34" charset="0"/>
                <a:cs typeface="Calibri" panose="020F0502020204030204" pitchFamily="34" charset="0"/>
              </a:rPr>
              <a:t>The secret message is:</a:t>
            </a:r>
          </a:p>
          <a:p>
            <a:pPr algn="ctr" eaLnBrk="1" hangingPunct="1"/>
            <a:r>
              <a:rPr lang="en-US" altLang="en-US" sz="1400" dirty="0">
                <a:solidFill>
                  <a:schemeClr val="bg1"/>
                </a:solidFill>
                <a:latin typeface="Calibri" panose="020F0502020204030204" pitchFamily="34" charset="0"/>
                <a:cs typeface="Calibri" panose="020F0502020204030204" pitchFamily="34" charset="0"/>
              </a:rPr>
              <a:t>You can get A-/A+ in This subject; (however, depending on you)</a:t>
            </a:r>
            <a:endParaRPr lang="en-US" altLang="en-US" sz="1600" dirty="0">
              <a:solidFill>
                <a:schemeClr val="bg1"/>
              </a:solidFill>
              <a:latin typeface="Calibri" panose="020F0502020204030204" pitchFamily="34" charset="0"/>
              <a:cs typeface="Calibri" panose="020F0502020204030204" pitchFamily="34" charset="0"/>
            </a:endParaRPr>
          </a:p>
        </p:txBody>
      </p:sp>
      <p:sp>
        <p:nvSpPr>
          <p:cNvPr id="38" name="Line 14">
            <a:extLst>
              <a:ext uri="{FF2B5EF4-FFF2-40B4-BE49-F238E27FC236}">
                <a16:creationId xmlns:a16="http://schemas.microsoft.com/office/drawing/2014/main" id="{77367263-C8E8-4B00-897C-E05016BCF2CE}"/>
              </a:ext>
            </a:extLst>
          </p:cNvPr>
          <p:cNvSpPr>
            <a:spLocks noChangeShapeType="1"/>
          </p:cNvSpPr>
          <p:nvPr/>
        </p:nvSpPr>
        <p:spPr bwMode="auto">
          <a:xfrm rot="5400000" flipH="1" flipV="1">
            <a:off x="7222645" y="3469055"/>
            <a:ext cx="0" cy="596820"/>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dirty="0">
              <a:latin typeface="Calibri" panose="020F0502020204030204" pitchFamily="34" charset="0"/>
              <a:cs typeface="Calibri" panose="020F0502020204030204" pitchFamily="34" charset="0"/>
            </a:endParaRPr>
          </a:p>
        </p:txBody>
      </p:sp>
      <p:sp>
        <p:nvSpPr>
          <p:cNvPr id="39" name="Text Box 11">
            <a:extLst>
              <a:ext uri="{FF2B5EF4-FFF2-40B4-BE49-F238E27FC236}">
                <a16:creationId xmlns:a16="http://schemas.microsoft.com/office/drawing/2014/main" id="{4771C6B5-FB4C-4723-B296-D2A7A54467A6}"/>
              </a:ext>
            </a:extLst>
          </p:cNvPr>
          <p:cNvSpPr txBox="1">
            <a:spLocks noChangeArrowheads="1"/>
          </p:cNvSpPr>
          <p:nvPr/>
        </p:nvSpPr>
        <p:spPr bwMode="auto">
          <a:xfrm>
            <a:off x="1986572" y="4333236"/>
            <a:ext cx="218053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800" dirty="0">
                <a:solidFill>
                  <a:schemeClr val="accent2">
                    <a:lumMod val="75000"/>
                  </a:schemeClr>
                </a:solidFill>
                <a:latin typeface="Calibri" panose="020F0502020204030204" pitchFamily="34" charset="0"/>
                <a:cs typeface="Calibri" panose="020F0502020204030204" pitchFamily="34" charset="0"/>
              </a:rPr>
              <a:t>Encryption Algorithm</a:t>
            </a:r>
          </a:p>
          <a:p>
            <a:pPr algn="ctr" eaLnBrk="1" hangingPunct="1"/>
            <a:r>
              <a:rPr lang="en-US" altLang="en-US" sz="1800" dirty="0">
                <a:solidFill>
                  <a:schemeClr val="accent2">
                    <a:lumMod val="75000"/>
                  </a:schemeClr>
                </a:solidFill>
                <a:latin typeface="Calibri" panose="020F0502020204030204" pitchFamily="34" charset="0"/>
                <a:cs typeface="Calibri" panose="020F0502020204030204" pitchFamily="34" charset="0"/>
              </a:rPr>
              <a:t>(e.g., DES)</a:t>
            </a:r>
          </a:p>
        </p:txBody>
      </p:sp>
      <p:sp>
        <p:nvSpPr>
          <p:cNvPr id="40" name="Text Box 11">
            <a:extLst>
              <a:ext uri="{FF2B5EF4-FFF2-40B4-BE49-F238E27FC236}">
                <a16:creationId xmlns:a16="http://schemas.microsoft.com/office/drawing/2014/main" id="{E3DF16F0-567E-4C66-B879-03698CD98CB9}"/>
              </a:ext>
            </a:extLst>
          </p:cNvPr>
          <p:cNvSpPr txBox="1">
            <a:spLocks noChangeArrowheads="1"/>
          </p:cNvSpPr>
          <p:nvPr/>
        </p:nvSpPr>
        <p:spPr bwMode="auto">
          <a:xfrm>
            <a:off x="5054705" y="4284814"/>
            <a:ext cx="2355068"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800" dirty="0">
                <a:solidFill>
                  <a:schemeClr val="accent2">
                    <a:lumMod val="75000"/>
                  </a:schemeClr>
                </a:solidFill>
                <a:latin typeface="Calibri" panose="020F0502020204030204" pitchFamily="34" charset="0"/>
                <a:cs typeface="Calibri" panose="020F0502020204030204" pitchFamily="34" charset="0"/>
              </a:rPr>
              <a:t>Decryption Algorithm</a:t>
            </a:r>
          </a:p>
          <a:p>
            <a:pPr algn="ctr" eaLnBrk="1" hangingPunct="1"/>
            <a:r>
              <a:rPr lang="en-US" altLang="en-US" sz="1800" dirty="0">
                <a:solidFill>
                  <a:schemeClr val="accent2">
                    <a:lumMod val="75000"/>
                  </a:schemeClr>
                </a:solidFill>
                <a:latin typeface="Calibri" panose="020F0502020204030204" pitchFamily="34" charset="0"/>
                <a:cs typeface="Calibri" panose="020F0502020204030204" pitchFamily="34" charset="0"/>
              </a:rPr>
              <a:t>(Reverse of encryption </a:t>
            </a:r>
          </a:p>
          <a:p>
            <a:pPr algn="ctr" eaLnBrk="1" hangingPunct="1"/>
            <a:r>
              <a:rPr lang="en-US" altLang="en-US" sz="1800" dirty="0">
                <a:solidFill>
                  <a:schemeClr val="accent2">
                    <a:lumMod val="75000"/>
                  </a:schemeClr>
                </a:solidFill>
                <a:latin typeface="Calibri" panose="020F0502020204030204" pitchFamily="34" charset="0"/>
                <a:cs typeface="Calibri" panose="020F0502020204030204" pitchFamily="34" charset="0"/>
              </a:rPr>
              <a:t>algorithm)</a:t>
            </a:r>
          </a:p>
        </p:txBody>
      </p:sp>
      <p:sp>
        <p:nvSpPr>
          <p:cNvPr id="41" name="Text Box 11">
            <a:extLst>
              <a:ext uri="{FF2B5EF4-FFF2-40B4-BE49-F238E27FC236}">
                <a16:creationId xmlns:a16="http://schemas.microsoft.com/office/drawing/2014/main" id="{0D89A662-F275-4154-9C0F-B7081F905531}"/>
              </a:ext>
            </a:extLst>
          </p:cNvPr>
          <p:cNvSpPr txBox="1">
            <a:spLocks noChangeArrowheads="1"/>
          </p:cNvSpPr>
          <p:nvPr/>
        </p:nvSpPr>
        <p:spPr bwMode="auto">
          <a:xfrm>
            <a:off x="3895546" y="3078945"/>
            <a:ext cx="135569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800" dirty="0">
                <a:solidFill>
                  <a:schemeClr val="accent2">
                    <a:lumMod val="75000"/>
                  </a:schemeClr>
                </a:solidFill>
                <a:latin typeface="Calibri" panose="020F0502020204030204" pitchFamily="34" charset="0"/>
                <a:cs typeface="Calibri" panose="020F0502020204030204" pitchFamily="34" charset="0"/>
              </a:rPr>
              <a:t>Transmitted </a:t>
            </a:r>
          </a:p>
          <a:p>
            <a:pPr algn="ctr" eaLnBrk="1" hangingPunct="1"/>
            <a:r>
              <a:rPr lang="en-US" altLang="en-US" sz="1800" dirty="0">
                <a:solidFill>
                  <a:schemeClr val="accent2">
                    <a:lumMod val="75000"/>
                  </a:schemeClr>
                </a:solidFill>
                <a:latin typeface="Calibri" panose="020F0502020204030204" pitchFamily="34" charset="0"/>
                <a:cs typeface="Calibri" panose="020F0502020204030204" pitchFamily="34" charset="0"/>
              </a:rPr>
              <a:t>Ciphertext</a:t>
            </a:r>
          </a:p>
        </p:txBody>
      </p:sp>
      <p:sp>
        <p:nvSpPr>
          <p:cNvPr id="42" name="Text Box 11">
            <a:extLst>
              <a:ext uri="{FF2B5EF4-FFF2-40B4-BE49-F238E27FC236}">
                <a16:creationId xmlns:a16="http://schemas.microsoft.com/office/drawing/2014/main" id="{BDA166D6-0F4D-4543-B407-E82E7D18552A}"/>
              </a:ext>
            </a:extLst>
          </p:cNvPr>
          <p:cNvSpPr txBox="1">
            <a:spLocks noChangeArrowheads="1"/>
          </p:cNvSpPr>
          <p:nvPr/>
        </p:nvSpPr>
        <p:spPr bwMode="auto">
          <a:xfrm>
            <a:off x="5316624" y="1648222"/>
            <a:ext cx="227690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800" dirty="0">
                <a:solidFill>
                  <a:schemeClr val="accent2">
                    <a:lumMod val="75000"/>
                  </a:schemeClr>
                </a:solidFill>
                <a:latin typeface="Calibri" panose="020F0502020204030204" pitchFamily="34" charset="0"/>
                <a:cs typeface="Calibri" panose="020F0502020204030204" pitchFamily="34" charset="0"/>
              </a:rPr>
              <a:t>A secret key shared by</a:t>
            </a:r>
          </a:p>
          <a:p>
            <a:pPr algn="ctr" eaLnBrk="1" hangingPunct="1"/>
            <a:r>
              <a:rPr lang="en-US" altLang="en-US" sz="1800" dirty="0">
                <a:solidFill>
                  <a:schemeClr val="accent2">
                    <a:lumMod val="75000"/>
                  </a:schemeClr>
                </a:solidFill>
                <a:latin typeface="Calibri" panose="020F0502020204030204" pitchFamily="34" charset="0"/>
                <a:cs typeface="Calibri" panose="020F0502020204030204" pitchFamily="34" charset="0"/>
              </a:rPr>
              <a:t>Sender and recipient </a:t>
            </a:r>
          </a:p>
        </p:txBody>
      </p:sp>
    </p:spTree>
    <p:extLst>
      <p:ext uri="{BB962C8B-B14F-4D97-AF65-F5344CB8AC3E}">
        <p14:creationId xmlns:p14="http://schemas.microsoft.com/office/powerpoint/2010/main" val="12685501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8" name="Rectangle 3">
            <a:extLst>
              <a:ext uri="{FF2B5EF4-FFF2-40B4-BE49-F238E27FC236}">
                <a16:creationId xmlns:a16="http://schemas.microsoft.com/office/drawing/2014/main" id="{8C4F6599-DAFD-4D99-B7CD-B157E9BF69FD}"/>
              </a:ext>
            </a:extLst>
          </p:cNvPr>
          <p:cNvSpPr>
            <a:spLocks noGrp="1" noChangeArrowheads="1"/>
          </p:cNvSpPr>
          <p:nvPr>
            <p:ph idx="1"/>
          </p:nvPr>
        </p:nvSpPr>
        <p:spPr>
          <a:xfrm>
            <a:off x="190500" y="1697038"/>
            <a:ext cx="8810625" cy="4525962"/>
          </a:xfrm>
        </p:spPr>
        <p:txBody>
          <a:bodyPr/>
          <a:lstStyle/>
          <a:p>
            <a:r>
              <a:rPr lang="en-US" altLang="en-US" dirty="0"/>
              <a:t>two requirements for secure use of symmetric encryption:</a:t>
            </a:r>
          </a:p>
          <a:p>
            <a:pPr lvl="1"/>
            <a:r>
              <a:rPr lang="en-US" altLang="en-US" dirty="0"/>
              <a:t>a strong encryption algorithm</a:t>
            </a:r>
          </a:p>
          <a:p>
            <a:pPr lvl="1"/>
            <a:r>
              <a:rPr lang="en-US" altLang="en-US" dirty="0"/>
              <a:t>a secret key known only to sender/receiver, have:</a:t>
            </a:r>
          </a:p>
          <a:p>
            <a:pPr lvl="2"/>
            <a:r>
              <a:rPr lang="en-US" altLang="en-US" dirty="0"/>
              <a:t>plaintext X </a:t>
            </a:r>
          </a:p>
          <a:p>
            <a:pPr lvl="2"/>
            <a:r>
              <a:rPr lang="en-US" altLang="en-US" dirty="0"/>
              <a:t>ciphertext Y </a:t>
            </a:r>
          </a:p>
          <a:p>
            <a:pPr lvl="2"/>
            <a:r>
              <a:rPr lang="en-US" altLang="en-US" dirty="0"/>
              <a:t>key K </a:t>
            </a:r>
          </a:p>
          <a:p>
            <a:pPr lvl="2"/>
            <a:r>
              <a:rPr lang="en-US" altLang="en-US" dirty="0"/>
              <a:t>encryption algorithm </a:t>
            </a:r>
            <a:r>
              <a:rPr lang="en-US" altLang="en-US" dirty="0" err="1"/>
              <a:t>Ek</a:t>
            </a:r>
            <a:endParaRPr lang="en-US" altLang="en-US" dirty="0"/>
          </a:p>
          <a:p>
            <a:pPr lvl="2"/>
            <a:r>
              <a:rPr lang="en-US" altLang="en-US" dirty="0"/>
              <a:t>decryption algorithm Dk</a:t>
            </a:r>
          </a:p>
          <a:p>
            <a:pPr marL="342900" lvl="1" indent="0">
              <a:buNone/>
            </a:pPr>
            <a:endParaRPr lang="en-US" altLang="en-US" dirty="0"/>
          </a:p>
          <a:p>
            <a:pPr lvl="1"/>
            <a:r>
              <a:rPr lang="en-US" altLang="en-US" dirty="0"/>
              <a:t>	Ciphertext Y = EK(X)    Plaintext X = DK(Y)</a:t>
            </a:r>
          </a:p>
          <a:p>
            <a:pPr lvl="1"/>
            <a:endParaRPr lang="en-US" altLang="en-US" dirty="0"/>
          </a:p>
          <a:p>
            <a:r>
              <a:rPr lang="en-US" altLang="en-US" dirty="0"/>
              <a:t>assume encryption algorithm is known</a:t>
            </a:r>
          </a:p>
          <a:p>
            <a:r>
              <a:rPr lang="en-US" altLang="en-US" dirty="0"/>
              <a:t>implies a secure channel to distribute key</a:t>
            </a:r>
            <a:endParaRPr lang="en-AU" altLang="en-US" dirty="0"/>
          </a:p>
        </p:txBody>
      </p:sp>
      <p:sp>
        <p:nvSpPr>
          <p:cNvPr id="210947" name="Rectangle 2">
            <a:extLst>
              <a:ext uri="{FF2B5EF4-FFF2-40B4-BE49-F238E27FC236}">
                <a16:creationId xmlns:a16="http://schemas.microsoft.com/office/drawing/2014/main" id="{E0AF8585-2B59-4E79-998D-186E0B1BEDF1}"/>
              </a:ext>
            </a:extLst>
          </p:cNvPr>
          <p:cNvSpPr>
            <a:spLocks noGrp="1" noChangeArrowheads="1"/>
          </p:cNvSpPr>
          <p:nvPr>
            <p:ph type="title"/>
          </p:nvPr>
        </p:nvSpPr>
        <p:spPr>
          <a:xfrm>
            <a:off x="221514" y="274638"/>
            <a:ext cx="7843030" cy="1143000"/>
          </a:xfrm>
        </p:spPr>
        <p:txBody>
          <a:bodyPr/>
          <a:lstStyle/>
          <a:p>
            <a:r>
              <a:rPr lang="en-US" altLang="en-US"/>
              <a:t>Requirements</a:t>
            </a:r>
            <a:endParaRPr lang="en-AU"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FB02C72-F0DF-5347-5E44-4443950ADA4B}"/>
              </a:ext>
            </a:extLst>
          </p:cNvPr>
          <p:cNvPicPr>
            <a:picLocks/>
          </p:cNvPicPr>
          <p:nvPr>
            <p:custDataLst>
              <p:tags r:id="rId2"/>
            </p:custDataLst>
          </p:nvPr>
        </p:nvPicPr>
        <p:blipFill>
          <a:blip r:embed="rId7">
            <a:extLst>
              <a:ext uri="{28A0092B-C50C-407E-A947-70E740481C1C}">
                <a14:useLocalDpi xmlns:a14="http://schemas.microsoft.com/office/drawing/2010/main" val="0"/>
              </a:ext>
            </a:extLst>
          </a:blip>
          <a:stretch>
            <a:fillRect/>
          </a:stretch>
        </p:blipFill>
        <p:spPr>
          <a:xfrm>
            <a:off x="2592070" y="508000"/>
            <a:ext cx="914400" cy="382594"/>
          </a:xfrm>
          <a:prstGeom prst="rect">
            <a:avLst/>
          </a:prstGeom>
        </p:spPr>
      </p:pic>
      <p:pic>
        <p:nvPicPr>
          <p:cNvPr id="6" name="Picture 5">
            <a:extLst>
              <a:ext uri="{FF2B5EF4-FFF2-40B4-BE49-F238E27FC236}">
                <a16:creationId xmlns:a16="http://schemas.microsoft.com/office/drawing/2014/main" id="{59B1A2C0-AAA3-8740-4B0A-77A464730EC8}"/>
              </a:ext>
            </a:extLst>
          </p:cNvPr>
          <p:cNvPicPr>
            <a:picLocks/>
          </p:cNvPicPr>
          <p:nvPr>
            <p:custDataLst>
              <p:tags r:id="rId3"/>
            </p:custDataLst>
          </p:nvPr>
        </p:nvPicPr>
        <p:blipFill>
          <a:blip r:embed="rId8">
            <a:extLst>
              <a:ext uri="{28A0092B-C50C-407E-A947-70E740481C1C}">
                <a14:useLocalDpi xmlns:a14="http://schemas.microsoft.com/office/drawing/2010/main" val="0"/>
              </a:ext>
            </a:extLst>
          </a:blip>
          <a:stretch>
            <a:fillRect/>
          </a:stretch>
        </p:blipFill>
        <p:spPr>
          <a:xfrm>
            <a:off x="508000" y="2514600"/>
            <a:ext cx="1828800" cy="1828800"/>
          </a:xfrm>
          <a:prstGeom prst="rect">
            <a:avLst/>
          </a:prstGeom>
        </p:spPr>
      </p:pic>
      <p:sp>
        <p:nvSpPr>
          <p:cNvPr id="7" name="Rectangle 6">
            <a:extLst>
              <a:ext uri="{FF2B5EF4-FFF2-40B4-BE49-F238E27FC236}">
                <a16:creationId xmlns:a16="http://schemas.microsoft.com/office/drawing/2014/main" id="{2B4FC68A-6221-62CE-60B5-B99AC0AE15DD}"/>
              </a:ext>
            </a:extLst>
          </p:cNvPr>
          <p:cNvSpPr/>
          <p:nvPr>
            <p:custDataLst>
              <p:tags r:id="rId4"/>
            </p:custDataLst>
          </p:nvPr>
        </p:nvSpPr>
        <p:spPr bwMode="auto">
          <a:xfrm>
            <a:off x="2590800" y="2571750"/>
            <a:ext cx="6045200" cy="1714500"/>
          </a:xfrm>
          <a:prstGeom prst="rect">
            <a:avLst/>
          </a:prstGeom>
          <a:noFill/>
          <a:ln w="12700" cap="flat" cmpd="sng" algn="ctr">
            <a:solidFill>
              <a:srgbClr val="FFFFF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Lst>
        </p:spPr>
        <p:txBody>
          <a:bodyPr vert="horz" wrap="square" lIns="91440" tIns="45720" rIns="91440" bIns="4572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0" lang="en-US" sz="3600" b="1" i="0" u="none" strike="noStrike" cap="none" normalizeH="0" baseline="0">
                <a:ln>
                  <a:noFill/>
                </a:ln>
                <a:solidFill>
                  <a:srgbClr val="5B5B5B"/>
                </a:solidFill>
                <a:effectLst/>
                <a:latin typeface="Arial" charset="0"/>
              </a:rPr>
              <a:t>What are the essential ingredients of a symmetric cipher?</a:t>
            </a:r>
            <a:endParaRPr kumimoji="0" lang="en-MY" sz="3600" b="1" i="0" u="none" strike="noStrike" cap="none" normalizeH="0" baseline="0">
              <a:ln>
                <a:noFill/>
              </a:ln>
              <a:solidFill>
                <a:srgbClr val="5B5B5B"/>
              </a:solidFill>
              <a:effectLst/>
              <a:latin typeface="Arial" charset="0"/>
            </a:endParaRPr>
          </a:p>
        </p:txBody>
      </p:sp>
      <p:sp>
        <p:nvSpPr>
          <p:cNvPr id="8" name="Rectangle 7">
            <a:extLst>
              <a:ext uri="{FF2B5EF4-FFF2-40B4-BE49-F238E27FC236}">
                <a16:creationId xmlns:a16="http://schemas.microsoft.com/office/drawing/2014/main" id="{D6450E25-4FA6-7F73-1182-2478C24F8244}"/>
              </a:ext>
            </a:extLst>
          </p:cNvPr>
          <p:cNvSpPr/>
          <p:nvPr>
            <p:custDataLst>
              <p:tags r:id="rId5"/>
            </p:custDataLst>
          </p:nvPr>
        </p:nvSpPr>
        <p:spPr bwMode="auto">
          <a:xfrm>
            <a:off x="2590800" y="6096000"/>
            <a:ext cx="6299200" cy="382594"/>
          </a:xfrm>
          <a:prstGeom prst="rect">
            <a:avLst/>
          </a:prstGeom>
          <a:noFill/>
          <a:ln w="12700" cap="flat" cmpd="sng" algn="ctr">
            <a:no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0" lang="en-US" sz="1300" b="1" i="0" u="none" strike="noStrike" cap="none" normalizeH="0" baseline="0" dirty="0">
                <a:ln>
                  <a:noFill/>
                </a:ln>
                <a:solidFill>
                  <a:srgbClr val="5B5B5B"/>
                </a:solidFill>
                <a:effectLst/>
                <a:latin typeface="Arial" charset="0"/>
              </a:rPr>
              <a:t>ⓘ</a:t>
            </a:r>
            <a:r>
              <a:rPr kumimoji="0" lang="en-US" sz="1400" b="0" i="0" u="none" strike="noStrike" cap="none" normalizeH="0" baseline="0" dirty="0">
                <a:ln>
                  <a:noFill/>
                </a:ln>
                <a:solidFill>
                  <a:srgbClr val="5B5B5B"/>
                </a:solidFill>
                <a:effectLst/>
                <a:latin typeface="Arial" charset="0"/>
              </a:rPr>
              <a:t> Start presenting to display the poll results on this slide.</a:t>
            </a:r>
            <a:endParaRPr kumimoji="0" lang="en-MY" sz="1400" b="0" i="0" u="none" strike="noStrike" cap="none" normalizeH="0" baseline="0" dirty="0">
              <a:ln>
                <a:noFill/>
              </a:ln>
              <a:solidFill>
                <a:srgbClr val="5B5B5B"/>
              </a:solidFill>
              <a:effectLst/>
              <a:latin typeface="Arial" charset="0"/>
            </a:endParaRPr>
          </a:p>
        </p:txBody>
      </p:sp>
    </p:spTree>
    <p:custDataLst>
      <p:tags r:id="rId1"/>
    </p:custDataLst>
    <p:extLst>
      <p:ext uri="{BB962C8B-B14F-4D97-AF65-F5344CB8AC3E}">
        <p14:creationId xmlns:p14="http://schemas.microsoft.com/office/powerpoint/2010/main" val="33448423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 tmFilter="0, 0; .2, .5; .8, .5; 1, 0"/>
                                        <p:tgtEl>
                                          <p:spTgt spid="7"/>
                                        </p:tgtEl>
                                      </p:cBhvr>
                                    </p:animEffect>
                                    <p:animScale>
                                      <p:cBhvr>
                                        <p:cTn id="7" dur="25" autoRev="1" fill="hold"/>
                                        <p:tgtEl>
                                          <p:spTgt spid="7"/>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965B23C-33F8-1FFA-803D-CB76A5C4463C}"/>
              </a:ext>
            </a:extLst>
          </p:cNvPr>
          <p:cNvPicPr>
            <a:picLocks/>
          </p:cNvPicPr>
          <p:nvPr>
            <p:custDataLst>
              <p:tags r:id="rId2"/>
            </p:custDataLst>
          </p:nvPr>
        </p:nvPicPr>
        <p:blipFill>
          <a:blip r:embed="rId7">
            <a:extLst>
              <a:ext uri="{28A0092B-C50C-407E-A947-70E740481C1C}">
                <a14:useLocalDpi xmlns:a14="http://schemas.microsoft.com/office/drawing/2010/main" val="0"/>
              </a:ext>
            </a:extLst>
          </a:blip>
          <a:stretch>
            <a:fillRect/>
          </a:stretch>
        </p:blipFill>
        <p:spPr>
          <a:xfrm>
            <a:off x="2592070" y="508000"/>
            <a:ext cx="914400" cy="382594"/>
          </a:xfrm>
          <a:prstGeom prst="rect">
            <a:avLst/>
          </a:prstGeom>
        </p:spPr>
      </p:pic>
      <p:pic>
        <p:nvPicPr>
          <p:cNvPr id="6" name="Picture 5">
            <a:extLst>
              <a:ext uri="{FF2B5EF4-FFF2-40B4-BE49-F238E27FC236}">
                <a16:creationId xmlns:a16="http://schemas.microsoft.com/office/drawing/2014/main" id="{2AD5341C-C4B4-CAD7-7830-BB90B9EC7436}"/>
              </a:ext>
            </a:extLst>
          </p:cNvPr>
          <p:cNvPicPr>
            <a:picLocks/>
          </p:cNvPicPr>
          <p:nvPr>
            <p:custDataLst>
              <p:tags r:id="rId3"/>
            </p:custDataLst>
          </p:nvPr>
        </p:nvPicPr>
        <p:blipFill>
          <a:blip r:embed="rId8">
            <a:extLst>
              <a:ext uri="{28A0092B-C50C-407E-A947-70E740481C1C}">
                <a14:useLocalDpi xmlns:a14="http://schemas.microsoft.com/office/drawing/2010/main" val="0"/>
              </a:ext>
            </a:extLst>
          </a:blip>
          <a:stretch>
            <a:fillRect/>
          </a:stretch>
        </p:blipFill>
        <p:spPr>
          <a:xfrm>
            <a:off x="508000" y="2514600"/>
            <a:ext cx="1828800" cy="1828800"/>
          </a:xfrm>
          <a:prstGeom prst="rect">
            <a:avLst/>
          </a:prstGeom>
        </p:spPr>
      </p:pic>
      <p:sp>
        <p:nvSpPr>
          <p:cNvPr id="7" name="Rectangle 6">
            <a:extLst>
              <a:ext uri="{FF2B5EF4-FFF2-40B4-BE49-F238E27FC236}">
                <a16:creationId xmlns:a16="http://schemas.microsoft.com/office/drawing/2014/main" id="{34CA3DB5-9438-1D97-089A-564284E7085A}"/>
              </a:ext>
            </a:extLst>
          </p:cNvPr>
          <p:cNvSpPr/>
          <p:nvPr>
            <p:custDataLst>
              <p:tags r:id="rId4"/>
            </p:custDataLst>
          </p:nvPr>
        </p:nvSpPr>
        <p:spPr bwMode="auto">
          <a:xfrm>
            <a:off x="2590800" y="2571750"/>
            <a:ext cx="6045200" cy="1714500"/>
          </a:xfrm>
          <a:prstGeom prst="rect">
            <a:avLst/>
          </a:prstGeom>
          <a:noFill/>
          <a:ln w="12700" cap="flat" cmpd="sng" algn="ctr">
            <a:solidFill>
              <a:srgbClr val="FFFFF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Lst>
        </p:spPr>
        <p:txBody>
          <a:bodyPr vert="horz" wrap="square" lIns="91440" tIns="45720" rIns="91440" bIns="4572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0" lang="en-US" sz="3600" b="1" i="0" u="none" strike="noStrike" cap="none" normalizeH="0" baseline="0">
                <a:ln>
                  <a:noFill/>
                </a:ln>
                <a:solidFill>
                  <a:srgbClr val="5B5B5B"/>
                </a:solidFill>
                <a:effectLst/>
                <a:latin typeface="Arial" charset="0"/>
              </a:rPr>
              <a:t>How many keys are required for two people to communicate via a cipher?</a:t>
            </a:r>
            <a:endParaRPr kumimoji="0" lang="en-MY" sz="3600" b="1" i="0" u="none" strike="noStrike" cap="none" normalizeH="0" baseline="0">
              <a:ln>
                <a:noFill/>
              </a:ln>
              <a:solidFill>
                <a:srgbClr val="5B5B5B"/>
              </a:solidFill>
              <a:effectLst/>
              <a:latin typeface="Arial" charset="0"/>
            </a:endParaRPr>
          </a:p>
        </p:txBody>
      </p:sp>
      <p:sp>
        <p:nvSpPr>
          <p:cNvPr id="8" name="Rectangle 7">
            <a:extLst>
              <a:ext uri="{FF2B5EF4-FFF2-40B4-BE49-F238E27FC236}">
                <a16:creationId xmlns:a16="http://schemas.microsoft.com/office/drawing/2014/main" id="{51C20652-7D7A-A799-4D4F-1586C762DAA8}"/>
              </a:ext>
            </a:extLst>
          </p:cNvPr>
          <p:cNvSpPr/>
          <p:nvPr>
            <p:custDataLst>
              <p:tags r:id="rId5"/>
            </p:custDataLst>
          </p:nvPr>
        </p:nvSpPr>
        <p:spPr bwMode="auto">
          <a:xfrm>
            <a:off x="2590800" y="6096000"/>
            <a:ext cx="6299200" cy="382594"/>
          </a:xfrm>
          <a:prstGeom prst="rect">
            <a:avLst/>
          </a:prstGeom>
          <a:noFill/>
          <a:ln w="12700" cap="flat" cmpd="sng" algn="ctr">
            <a:no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0" lang="en-US" sz="1300" b="1" i="0" u="none" strike="noStrike" cap="none" normalizeH="0" baseline="0">
                <a:ln>
                  <a:noFill/>
                </a:ln>
                <a:solidFill>
                  <a:srgbClr val="5B5B5B"/>
                </a:solidFill>
                <a:effectLst/>
                <a:latin typeface="Arial" charset="0"/>
              </a:rPr>
              <a:t>ⓘ</a:t>
            </a:r>
            <a:r>
              <a:rPr kumimoji="0" lang="en-US" sz="1400" b="0" i="0" u="none" strike="noStrike" cap="none" normalizeH="0" baseline="0">
                <a:ln>
                  <a:noFill/>
                </a:ln>
                <a:solidFill>
                  <a:srgbClr val="5B5B5B"/>
                </a:solidFill>
                <a:effectLst/>
                <a:latin typeface="Arial" charset="0"/>
              </a:rPr>
              <a:t> Start presenting to display the poll results on this slide.</a:t>
            </a:r>
            <a:endParaRPr kumimoji="0" lang="en-MY" sz="1400" b="0" i="0" u="none" strike="noStrike" cap="none" normalizeH="0" baseline="0">
              <a:ln>
                <a:noFill/>
              </a:ln>
              <a:solidFill>
                <a:srgbClr val="5B5B5B"/>
              </a:solidFill>
              <a:effectLst/>
              <a:latin typeface="Arial" charset="0"/>
            </a:endParaRPr>
          </a:p>
        </p:txBody>
      </p:sp>
    </p:spTree>
    <p:custDataLst>
      <p:tags r:id="rId1"/>
    </p:custDataLst>
    <p:extLst>
      <p:ext uri="{BB962C8B-B14F-4D97-AF65-F5344CB8AC3E}">
        <p14:creationId xmlns:p14="http://schemas.microsoft.com/office/powerpoint/2010/main" val="9610319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 tmFilter="0, 0; .2, .5; .8, .5; 1, 0"/>
                                        <p:tgtEl>
                                          <p:spTgt spid="7"/>
                                        </p:tgtEl>
                                      </p:cBhvr>
                                    </p:animEffect>
                                    <p:animScale>
                                      <p:cBhvr>
                                        <p:cTn id="7" dur="25" autoRev="1" fill="hold"/>
                                        <p:tgtEl>
                                          <p:spTgt spid="7"/>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9140" name="Rectangle 3">
            <a:extLst>
              <a:ext uri="{FF2B5EF4-FFF2-40B4-BE49-F238E27FC236}">
                <a16:creationId xmlns:a16="http://schemas.microsoft.com/office/drawing/2014/main" id="{746ABBBB-62D6-4945-81AB-ED7F7C6669F7}"/>
              </a:ext>
            </a:extLst>
          </p:cNvPr>
          <p:cNvSpPr>
            <a:spLocks noGrp="1" noChangeArrowheads="1"/>
          </p:cNvSpPr>
          <p:nvPr>
            <p:ph idx="1"/>
          </p:nvPr>
        </p:nvSpPr>
        <p:spPr>
          <a:xfrm>
            <a:off x="190500" y="1697038"/>
            <a:ext cx="8810625" cy="4525962"/>
          </a:xfrm>
        </p:spPr>
        <p:txBody>
          <a:bodyPr/>
          <a:lstStyle/>
          <a:p>
            <a:r>
              <a:rPr lang="en-US" altLang="en-US" dirty="0"/>
              <a:t>What are the essential ingredients of a symmetric cipher?</a:t>
            </a:r>
          </a:p>
          <a:p>
            <a:endParaRPr lang="en-US" altLang="en-US" dirty="0"/>
          </a:p>
          <a:p>
            <a:r>
              <a:rPr lang="en-US" altLang="en-US" dirty="0"/>
              <a:t>Plaintext, encryption algorithm, secret key, ciphertext, decryption algorithm.</a:t>
            </a:r>
          </a:p>
          <a:p>
            <a:endParaRPr lang="en-US" altLang="en-US" dirty="0"/>
          </a:p>
          <a:p>
            <a:r>
              <a:rPr lang="en-US" altLang="en-US" dirty="0"/>
              <a:t>How many keys are required for two people to communicate via a cipher?</a:t>
            </a:r>
          </a:p>
          <a:p>
            <a:endParaRPr lang="en-US" altLang="en-US" dirty="0"/>
          </a:p>
          <a:p>
            <a:r>
              <a:rPr lang="en-US" altLang="en-US"/>
              <a:t>One </a:t>
            </a:r>
            <a:r>
              <a:rPr lang="en-US" altLang="en-US" dirty="0"/>
              <a:t>secret key.</a:t>
            </a:r>
            <a:endParaRPr lang="en-AU" altLang="en-US" dirty="0"/>
          </a:p>
        </p:txBody>
      </p:sp>
      <p:sp>
        <p:nvSpPr>
          <p:cNvPr id="219139" name="Rectangle 2">
            <a:extLst>
              <a:ext uri="{FF2B5EF4-FFF2-40B4-BE49-F238E27FC236}">
                <a16:creationId xmlns:a16="http://schemas.microsoft.com/office/drawing/2014/main" id="{4D35E373-78B3-493E-A6BC-B85CC4144DA7}"/>
              </a:ext>
            </a:extLst>
          </p:cNvPr>
          <p:cNvSpPr>
            <a:spLocks noGrp="1" noChangeArrowheads="1"/>
          </p:cNvSpPr>
          <p:nvPr>
            <p:ph type="title"/>
          </p:nvPr>
        </p:nvSpPr>
        <p:spPr>
          <a:xfrm>
            <a:off x="221514" y="274638"/>
            <a:ext cx="7843030" cy="1143000"/>
          </a:xfrm>
        </p:spPr>
        <p:txBody>
          <a:bodyPr/>
          <a:lstStyle/>
          <a:p>
            <a:r>
              <a:rPr lang="en-US" altLang="en-US" dirty="0"/>
              <a:t>Questions</a:t>
            </a:r>
            <a:endParaRPr lang="en-AU" alt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a:extLst>
              <a:ext uri="{FF2B5EF4-FFF2-40B4-BE49-F238E27FC236}">
                <a16:creationId xmlns:a16="http://schemas.microsoft.com/office/drawing/2014/main" id="{60534EA6-93FF-45CB-B144-72D83366D859}"/>
              </a:ext>
            </a:extLst>
          </p:cNvPr>
          <p:cNvSpPr txBox="1">
            <a:spLocks noChangeArrowheads="1"/>
          </p:cNvSpPr>
          <p:nvPr/>
        </p:nvSpPr>
        <p:spPr>
          <a:xfrm>
            <a:off x="971600" y="260648"/>
            <a:ext cx="6995120" cy="715962"/>
          </a:xfrm>
          <a:prstGeom prst="rect">
            <a:avLst/>
          </a:prstGeom>
        </p:spPr>
        <p:txBody>
          <a:bodyPr anchor="ctr"/>
          <a:lstStyle>
            <a:lvl1pPr algn="ctr" rtl="0" eaLnBrk="1" fontAlgn="base" hangingPunct="1">
              <a:spcBef>
                <a:spcPct val="0"/>
              </a:spcBef>
              <a:spcAft>
                <a:spcPct val="0"/>
              </a:spcAft>
              <a:defRPr sz="3600">
                <a:solidFill>
                  <a:schemeClr val="tx2"/>
                </a:solidFill>
                <a:latin typeface="+mj-lt"/>
                <a:ea typeface="+mj-ea"/>
                <a:cs typeface="+mj-cs"/>
              </a:defRPr>
            </a:lvl1pPr>
            <a:lvl2pPr algn="ctr" rtl="0" eaLnBrk="1" fontAlgn="base" hangingPunct="1">
              <a:spcBef>
                <a:spcPct val="0"/>
              </a:spcBef>
              <a:spcAft>
                <a:spcPct val="0"/>
              </a:spcAft>
              <a:defRPr sz="3600">
                <a:solidFill>
                  <a:schemeClr val="tx2"/>
                </a:solidFill>
                <a:latin typeface="Arial" charset="0"/>
              </a:defRPr>
            </a:lvl2pPr>
            <a:lvl3pPr algn="ctr" rtl="0" eaLnBrk="1" fontAlgn="base" hangingPunct="1">
              <a:spcBef>
                <a:spcPct val="0"/>
              </a:spcBef>
              <a:spcAft>
                <a:spcPct val="0"/>
              </a:spcAft>
              <a:defRPr sz="3600">
                <a:solidFill>
                  <a:schemeClr val="tx2"/>
                </a:solidFill>
                <a:latin typeface="Arial" charset="0"/>
              </a:defRPr>
            </a:lvl3pPr>
            <a:lvl4pPr algn="ctr" rtl="0" eaLnBrk="1" fontAlgn="base" hangingPunct="1">
              <a:spcBef>
                <a:spcPct val="0"/>
              </a:spcBef>
              <a:spcAft>
                <a:spcPct val="0"/>
              </a:spcAft>
              <a:defRPr sz="3600">
                <a:solidFill>
                  <a:schemeClr val="tx2"/>
                </a:solidFill>
                <a:latin typeface="Arial" charset="0"/>
              </a:defRPr>
            </a:lvl4pPr>
            <a:lvl5pPr algn="ctr" rtl="0" eaLnBrk="1" fontAlgn="base" hangingPunct="1">
              <a:spcBef>
                <a:spcPct val="0"/>
              </a:spcBef>
              <a:spcAft>
                <a:spcPct val="0"/>
              </a:spcAft>
              <a:defRPr sz="3600">
                <a:solidFill>
                  <a:schemeClr val="tx2"/>
                </a:solidFill>
                <a:latin typeface="Arial" charset="0"/>
              </a:defRPr>
            </a:lvl5pPr>
            <a:lvl6pPr marL="457200" algn="ctr" rtl="0" eaLnBrk="1" fontAlgn="base" hangingPunct="1">
              <a:spcBef>
                <a:spcPct val="0"/>
              </a:spcBef>
              <a:spcAft>
                <a:spcPct val="0"/>
              </a:spcAft>
              <a:defRPr sz="3600">
                <a:solidFill>
                  <a:schemeClr val="tx2"/>
                </a:solidFill>
                <a:latin typeface="Arial" charset="0"/>
              </a:defRPr>
            </a:lvl6pPr>
            <a:lvl7pPr marL="914400" algn="ctr" rtl="0" eaLnBrk="1" fontAlgn="base" hangingPunct="1">
              <a:spcBef>
                <a:spcPct val="0"/>
              </a:spcBef>
              <a:spcAft>
                <a:spcPct val="0"/>
              </a:spcAft>
              <a:defRPr sz="3600">
                <a:solidFill>
                  <a:schemeClr val="tx2"/>
                </a:solidFill>
                <a:latin typeface="Arial" charset="0"/>
              </a:defRPr>
            </a:lvl7pPr>
            <a:lvl8pPr marL="1371600" algn="ctr" rtl="0" eaLnBrk="1" fontAlgn="base" hangingPunct="1">
              <a:spcBef>
                <a:spcPct val="0"/>
              </a:spcBef>
              <a:spcAft>
                <a:spcPct val="0"/>
              </a:spcAft>
              <a:defRPr sz="3600">
                <a:solidFill>
                  <a:schemeClr val="tx2"/>
                </a:solidFill>
                <a:latin typeface="Arial" charset="0"/>
              </a:defRPr>
            </a:lvl8pPr>
            <a:lvl9pPr marL="1828800" algn="ctr" rtl="0" eaLnBrk="1" fontAlgn="base" hangingPunct="1">
              <a:spcBef>
                <a:spcPct val="0"/>
              </a:spcBef>
              <a:spcAft>
                <a:spcPct val="0"/>
              </a:spcAft>
              <a:defRPr sz="3600">
                <a:solidFill>
                  <a:schemeClr val="tx2"/>
                </a:solidFill>
                <a:latin typeface="Arial" charset="0"/>
              </a:defRPr>
            </a:lvl9pPr>
          </a:lstStyle>
          <a:p>
            <a:r>
              <a:rPr lang="en-US" altLang="en-US" sz="2800" kern="0" dirty="0">
                <a:solidFill>
                  <a:schemeClr val="tx1"/>
                </a:solidFill>
                <a:latin typeface="Calibri" panose="020F0502020204030204" pitchFamily="34" charset="0"/>
                <a:cs typeface="Calibri" panose="020F0502020204030204" pitchFamily="34" charset="0"/>
              </a:rPr>
              <a:t>Explanation of Symmetric Encryption Techniques </a:t>
            </a:r>
            <a:endParaRPr lang="en-AU" altLang="en-US" sz="2800" kern="0" dirty="0">
              <a:solidFill>
                <a:schemeClr val="tx1"/>
              </a:solidFill>
              <a:latin typeface="Calibri" panose="020F0502020204030204" pitchFamily="34" charset="0"/>
              <a:cs typeface="Calibri" panose="020F0502020204030204" pitchFamily="34" charset="0"/>
            </a:endParaRPr>
          </a:p>
        </p:txBody>
      </p:sp>
      <p:sp>
        <p:nvSpPr>
          <p:cNvPr id="10" name="Rectangle 2">
            <a:extLst>
              <a:ext uri="{FF2B5EF4-FFF2-40B4-BE49-F238E27FC236}">
                <a16:creationId xmlns:a16="http://schemas.microsoft.com/office/drawing/2014/main" id="{5473B4A7-E9C0-48CC-809E-27874E25D6E3}"/>
              </a:ext>
            </a:extLst>
          </p:cNvPr>
          <p:cNvSpPr>
            <a:spLocks noChangeArrowheads="1"/>
          </p:cNvSpPr>
          <p:nvPr/>
        </p:nvSpPr>
        <p:spPr bwMode="auto">
          <a:xfrm>
            <a:off x="2627784" y="1385094"/>
            <a:ext cx="3240360" cy="759618"/>
          </a:xfrm>
          <a:prstGeom prst="rect">
            <a:avLst/>
          </a:prstGeom>
          <a:solidFill>
            <a:schemeClr val="accent5">
              <a:lumMod val="75000"/>
            </a:schemeClr>
          </a:solidFill>
          <a:ln w="9525">
            <a:noFill/>
            <a:miter lim="800000"/>
            <a:headEnd/>
            <a:tailEn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a:solidFill>
                  <a:schemeClr val="bg1"/>
                </a:solidFill>
              </a:rPr>
              <a:t>Symmetric Encryption</a:t>
            </a:r>
          </a:p>
        </p:txBody>
      </p:sp>
      <p:sp>
        <p:nvSpPr>
          <p:cNvPr id="11" name="Rectangle 3">
            <a:extLst>
              <a:ext uri="{FF2B5EF4-FFF2-40B4-BE49-F238E27FC236}">
                <a16:creationId xmlns:a16="http://schemas.microsoft.com/office/drawing/2014/main" id="{D52D1309-470D-4119-B8B4-F5D7ED258FA2}"/>
              </a:ext>
            </a:extLst>
          </p:cNvPr>
          <p:cNvSpPr>
            <a:spLocks noChangeArrowheads="1"/>
          </p:cNvSpPr>
          <p:nvPr/>
        </p:nvSpPr>
        <p:spPr bwMode="auto">
          <a:xfrm>
            <a:off x="354586" y="3078162"/>
            <a:ext cx="2608686" cy="533400"/>
          </a:xfrm>
          <a:prstGeom prst="rect">
            <a:avLst/>
          </a:prstGeom>
          <a:solidFill>
            <a:schemeClr val="accent1"/>
          </a:solidFill>
          <a:ln w="9525">
            <a:noFill/>
            <a:miter lim="800000"/>
            <a:headEnd/>
            <a:tailEn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dirty="0">
                <a:solidFill>
                  <a:schemeClr val="bg1"/>
                </a:solidFill>
              </a:rPr>
              <a:t>Classical Technique</a:t>
            </a:r>
          </a:p>
        </p:txBody>
      </p:sp>
      <p:sp>
        <p:nvSpPr>
          <p:cNvPr id="12" name="Rectangle 4">
            <a:extLst>
              <a:ext uri="{FF2B5EF4-FFF2-40B4-BE49-F238E27FC236}">
                <a16:creationId xmlns:a16="http://schemas.microsoft.com/office/drawing/2014/main" id="{307D33C6-5C9F-4847-9988-1CF108F6AB07}"/>
              </a:ext>
            </a:extLst>
          </p:cNvPr>
          <p:cNvSpPr>
            <a:spLocks noChangeArrowheads="1"/>
          </p:cNvSpPr>
          <p:nvPr/>
        </p:nvSpPr>
        <p:spPr bwMode="auto">
          <a:xfrm>
            <a:off x="6010856" y="3078162"/>
            <a:ext cx="2608686" cy="533400"/>
          </a:xfrm>
          <a:prstGeom prst="rect">
            <a:avLst/>
          </a:prstGeom>
          <a:solidFill>
            <a:schemeClr val="accent5"/>
          </a:solidFill>
          <a:ln w="9525">
            <a:noFill/>
            <a:miter lim="800000"/>
            <a:headEnd/>
            <a:tailEn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dirty="0">
                <a:solidFill>
                  <a:schemeClr val="bg1"/>
                </a:solidFill>
              </a:rPr>
              <a:t>Modern Technique</a:t>
            </a:r>
          </a:p>
        </p:txBody>
      </p:sp>
      <p:sp>
        <p:nvSpPr>
          <p:cNvPr id="13" name="Line 5">
            <a:extLst>
              <a:ext uri="{FF2B5EF4-FFF2-40B4-BE49-F238E27FC236}">
                <a16:creationId xmlns:a16="http://schemas.microsoft.com/office/drawing/2014/main" id="{0D6387B0-45C4-4EF8-8D78-D7A413F6445D}"/>
              </a:ext>
            </a:extLst>
          </p:cNvPr>
          <p:cNvSpPr>
            <a:spLocks noChangeShapeType="1"/>
          </p:cNvSpPr>
          <p:nvPr/>
        </p:nvSpPr>
        <p:spPr bwMode="auto">
          <a:xfrm flipH="1">
            <a:off x="1410915" y="2646114"/>
            <a:ext cx="0" cy="432048"/>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14" name="Line 6">
            <a:extLst>
              <a:ext uri="{FF2B5EF4-FFF2-40B4-BE49-F238E27FC236}">
                <a16:creationId xmlns:a16="http://schemas.microsoft.com/office/drawing/2014/main" id="{D25C9893-7539-4BBA-AB17-AB592872143B}"/>
              </a:ext>
            </a:extLst>
          </p:cNvPr>
          <p:cNvSpPr>
            <a:spLocks noChangeShapeType="1"/>
          </p:cNvSpPr>
          <p:nvPr/>
        </p:nvSpPr>
        <p:spPr bwMode="auto">
          <a:xfrm flipH="1">
            <a:off x="4247964" y="2144713"/>
            <a:ext cx="0" cy="533400"/>
          </a:xfrm>
          <a:prstGeom prst="line">
            <a:avLst/>
          </a:prstGeom>
          <a:noFill/>
          <a:ln w="38100">
            <a:solidFill>
              <a:schemeClr val="tx1"/>
            </a:solidFill>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17" name="Text Box 9">
            <a:extLst>
              <a:ext uri="{FF2B5EF4-FFF2-40B4-BE49-F238E27FC236}">
                <a16:creationId xmlns:a16="http://schemas.microsoft.com/office/drawing/2014/main" id="{3289F8B4-5EC0-4DFE-9FAA-91EFBB1A97A9}"/>
              </a:ext>
            </a:extLst>
          </p:cNvPr>
          <p:cNvSpPr txBox="1">
            <a:spLocks noChangeArrowheads="1"/>
          </p:cNvSpPr>
          <p:nvPr/>
        </p:nvSpPr>
        <p:spPr bwMode="auto">
          <a:xfrm>
            <a:off x="521790" y="4047404"/>
            <a:ext cx="17637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r>
              <a:rPr lang="en-US" altLang="en-US"/>
              <a:t>Stream cipher</a:t>
            </a:r>
          </a:p>
        </p:txBody>
      </p:sp>
      <p:sp>
        <p:nvSpPr>
          <p:cNvPr id="18" name="Text Box 10">
            <a:extLst>
              <a:ext uri="{FF2B5EF4-FFF2-40B4-BE49-F238E27FC236}">
                <a16:creationId xmlns:a16="http://schemas.microsoft.com/office/drawing/2014/main" id="{CC6BD751-4474-4DB5-8180-724972A790DC}"/>
              </a:ext>
            </a:extLst>
          </p:cNvPr>
          <p:cNvSpPr txBox="1">
            <a:spLocks noChangeArrowheads="1"/>
          </p:cNvSpPr>
          <p:nvPr/>
        </p:nvSpPr>
        <p:spPr bwMode="auto">
          <a:xfrm>
            <a:off x="6614170" y="4110036"/>
            <a:ext cx="15684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r>
              <a:rPr lang="en-US" altLang="en-US"/>
              <a:t>Block cipher</a:t>
            </a:r>
          </a:p>
        </p:txBody>
      </p:sp>
      <p:grpSp>
        <p:nvGrpSpPr>
          <p:cNvPr id="2" name="Group 1">
            <a:extLst>
              <a:ext uri="{FF2B5EF4-FFF2-40B4-BE49-F238E27FC236}">
                <a16:creationId xmlns:a16="http://schemas.microsoft.com/office/drawing/2014/main" id="{2750B6BE-22B4-4EC3-966D-D28DA4247D68}"/>
              </a:ext>
            </a:extLst>
          </p:cNvPr>
          <p:cNvGrpSpPr/>
          <p:nvPr/>
        </p:nvGrpSpPr>
        <p:grpSpPr>
          <a:xfrm>
            <a:off x="1433437" y="3584575"/>
            <a:ext cx="5881762" cy="551654"/>
            <a:chOff x="1433437" y="3584575"/>
            <a:chExt cx="5881762" cy="1046956"/>
          </a:xfrm>
        </p:grpSpPr>
        <p:sp>
          <p:nvSpPr>
            <p:cNvPr id="16" name="Line 8">
              <a:extLst>
                <a:ext uri="{FF2B5EF4-FFF2-40B4-BE49-F238E27FC236}">
                  <a16:creationId xmlns:a16="http://schemas.microsoft.com/office/drawing/2014/main" id="{E5AE1E5D-639C-4066-977D-4580513823C4}"/>
                </a:ext>
              </a:extLst>
            </p:cNvPr>
            <p:cNvSpPr>
              <a:spLocks noChangeShapeType="1"/>
            </p:cNvSpPr>
            <p:nvPr/>
          </p:nvSpPr>
          <p:spPr bwMode="auto">
            <a:xfrm>
              <a:off x="1433437" y="3584575"/>
              <a:ext cx="0" cy="9906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19" name="Line 11">
              <a:extLst>
                <a:ext uri="{FF2B5EF4-FFF2-40B4-BE49-F238E27FC236}">
                  <a16:creationId xmlns:a16="http://schemas.microsoft.com/office/drawing/2014/main" id="{072FDFE9-9F03-4981-991E-F4A9DA58F8B7}"/>
                </a:ext>
              </a:extLst>
            </p:cNvPr>
            <p:cNvSpPr>
              <a:spLocks noChangeShapeType="1"/>
            </p:cNvSpPr>
            <p:nvPr/>
          </p:nvSpPr>
          <p:spPr bwMode="auto">
            <a:xfrm>
              <a:off x="7315199" y="3640931"/>
              <a:ext cx="0" cy="9906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grpSp>
      <p:sp>
        <p:nvSpPr>
          <p:cNvPr id="20" name="Line 12">
            <a:extLst>
              <a:ext uri="{FF2B5EF4-FFF2-40B4-BE49-F238E27FC236}">
                <a16:creationId xmlns:a16="http://schemas.microsoft.com/office/drawing/2014/main" id="{3F138F3D-15A2-4A0D-9DF9-2F472F5DF86A}"/>
              </a:ext>
            </a:extLst>
          </p:cNvPr>
          <p:cNvSpPr>
            <a:spLocks noChangeShapeType="1"/>
          </p:cNvSpPr>
          <p:nvPr/>
        </p:nvSpPr>
        <p:spPr bwMode="auto">
          <a:xfrm flipV="1">
            <a:off x="2767386" y="4367514"/>
            <a:ext cx="3846784" cy="645662"/>
          </a:xfrm>
          <a:prstGeom prst="line">
            <a:avLst/>
          </a:prstGeom>
          <a:noFill/>
          <a:ln w="38100">
            <a:solidFill>
              <a:srgbClr val="FF0000"/>
            </a:solidFill>
            <a:prstDash val="sys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2" name="Line 6">
            <a:extLst>
              <a:ext uri="{FF2B5EF4-FFF2-40B4-BE49-F238E27FC236}">
                <a16:creationId xmlns:a16="http://schemas.microsoft.com/office/drawing/2014/main" id="{B0CC5E7F-073D-40FF-BF10-DEAE778EED40}"/>
              </a:ext>
            </a:extLst>
          </p:cNvPr>
          <p:cNvSpPr>
            <a:spLocks noChangeShapeType="1"/>
          </p:cNvSpPr>
          <p:nvPr/>
        </p:nvSpPr>
        <p:spPr bwMode="auto">
          <a:xfrm rot="5400000" flipH="1">
            <a:off x="4359423" y="-277663"/>
            <a:ext cx="0" cy="5911551"/>
          </a:xfrm>
          <a:prstGeom prst="line">
            <a:avLst/>
          </a:prstGeom>
          <a:noFill/>
          <a:ln w="38100">
            <a:solidFill>
              <a:schemeClr val="tx1"/>
            </a:solidFill>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3" name="Line 5">
            <a:extLst>
              <a:ext uri="{FF2B5EF4-FFF2-40B4-BE49-F238E27FC236}">
                <a16:creationId xmlns:a16="http://schemas.microsoft.com/office/drawing/2014/main" id="{67EDD149-3E13-4472-85C8-D1429D7D0B39}"/>
              </a:ext>
            </a:extLst>
          </p:cNvPr>
          <p:cNvSpPr>
            <a:spLocks noChangeShapeType="1"/>
          </p:cNvSpPr>
          <p:nvPr/>
        </p:nvSpPr>
        <p:spPr bwMode="auto">
          <a:xfrm flipH="1">
            <a:off x="7315199" y="2646114"/>
            <a:ext cx="0" cy="432048"/>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7" name="Rectangle 26">
            <a:extLst>
              <a:ext uri="{FF2B5EF4-FFF2-40B4-BE49-F238E27FC236}">
                <a16:creationId xmlns:a16="http://schemas.microsoft.com/office/drawing/2014/main" id="{AC264303-F559-4574-AA93-282048D7E5A4}"/>
              </a:ext>
            </a:extLst>
          </p:cNvPr>
          <p:cNvSpPr/>
          <p:nvPr/>
        </p:nvSpPr>
        <p:spPr bwMode="auto">
          <a:xfrm>
            <a:off x="451147" y="4562795"/>
            <a:ext cx="2096837" cy="1682429"/>
          </a:xfrm>
          <a:prstGeom prst="rect">
            <a:avLst/>
          </a:prstGeom>
          <a:solidFill>
            <a:schemeClr val="accent2">
              <a:lumMod val="40000"/>
              <a:lumOff val="60000"/>
            </a:schemeClr>
          </a:solidFill>
          <a:ln w="12700" cap="flat" cmpd="sng" algn="ctr">
            <a:noFill/>
            <a:prstDash val="solid"/>
            <a:round/>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vert="horz" wrap="square" lIns="91440" tIns="45720" rIns="91440" bIns="45720" numCol="1" rtlCol="0" anchor="t" anchorCtr="0" compatLnSpc="1">
            <a:prstTxWarp prst="textNoShape">
              <a:avLst/>
            </a:prstTxWarp>
          </a:bodyPr>
          <a:lstStyle/>
          <a:p>
            <a:pPr eaLnBrk="1" hangingPunct="1">
              <a:buFontTx/>
              <a:buChar char="•"/>
            </a:pPr>
            <a:r>
              <a:rPr lang="en-US" altLang="en-US" sz="1800" dirty="0"/>
              <a:t> Substitution</a:t>
            </a:r>
          </a:p>
          <a:p>
            <a:pPr eaLnBrk="1" hangingPunct="1">
              <a:buFontTx/>
              <a:buChar char="•"/>
            </a:pPr>
            <a:r>
              <a:rPr lang="en-US" altLang="en-US" sz="1800" dirty="0"/>
              <a:t> Transposition</a:t>
            </a:r>
          </a:p>
          <a:p>
            <a:pPr eaLnBrk="1" hangingPunct="1">
              <a:buFontTx/>
              <a:buChar char="•"/>
            </a:pPr>
            <a:r>
              <a:rPr lang="en-US" altLang="en-US" sz="1800" dirty="0"/>
              <a:t> Rotor Machines </a:t>
            </a:r>
          </a:p>
          <a:p>
            <a:pPr eaLnBrk="1" hangingPunct="1">
              <a:buFontTx/>
              <a:buChar char="•"/>
            </a:pPr>
            <a:r>
              <a:rPr lang="en-US" altLang="en-US" sz="1800" dirty="0"/>
              <a:t> Steganography</a:t>
            </a:r>
          </a:p>
        </p:txBody>
      </p:sp>
      <p:sp>
        <p:nvSpPr>
          <p:cNvPr id="30" name="Rectangle 29">
            <a:extLst>
              <a:ext uri="{FF2B5EF4-FFF2-40B4-BE49-F238E27FC236}">
                <a16:creationId xmlns:a16="http://schemas.microsoft.com/office/drawing/2014/main" id="{FFB3D7B4-51B1-4723-9B78-EEB8CF22B4DE}"/>
              </a:ext>
            </a:extLst>
          </p:cNvPr>
          <p:cNvSpPr/>
          <p:nvPr/>
        </p:nvSpPr>
        <p:spPr bwMode="auto">
          <a:xfrm>
            <a:off x="6376615" y="4555824"/>
            <a:ext cx="2096837" cy="1689401"/>
          </a:xfrm>
          <a:prstGeom prst="rect">
            <a:avLst/>
          </a:prstGeom>
          <a:solidFill>
            <a:schemeClr val="accent4">
              <a:lumMod val="20000"/>
              <a:lumOff val="80000"/>
            </a:schemeClr>
          </a:solidFill>
          <a:ln w="12700" cap="flat" cmpd="sng" algn="ctr">
            <a:noFill/>
            <a:prstDash val="solid"/>
            <a:round/>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vert="horz" wrap="square" lIns="91440" tIns="45720" rIns="91440" bIns="45720" numCol="1" rtlCol="0" anchor="t" anchorCtr="0" compatLnSpc="1">
            <a:prstTxWarp prst="textNoShape">
              <a:avLst/>
            </a:prstTxWarp>
          </a:bodyPr>
          <a:lstStyle/>
          <a:p>
            <a:pPr marL="285750" indent="-285750" eaLnBrk="1" hangingPunct="1">
              <a:buFont typeface="Arial" panose="020B0604020202020204" pitchFamily="34" charset="0"/>
              <a:buChar char="•"/>
            </a:pPr>
            <a:r>
              <a:rPr lang="en-US" altLang="en-US" sz="1800" dirty="0"/>
              <a:t> DES</a:t>
            </a:r>
          </a:p>
          <a:p>
            <a:pPr marL="285750" indent="-285750" eaLnBrk="1" hangingPunct="1">
              <a:buFont typeface="Arial" panose="020B0604020202020204" pitchFamily="34" charset="0"/>
              <a:buChar char="•"/>
            </a:pPr>
            <a:r>
              <a:rPr lang="en-US" altLang="en-US" dirty="0"/>
              <a:t> </a:t>
            </a:r>
            <a:r>
              <a:rPr lang="en-US" altLang="en-US" sz="1800" dirty="0"/>
              <a:t>3DES</a:t>
            </a:r>
          </a:p>
          <a:p>
            <a:pPr marL="285750" indent="-285750" eaLnBrk="1" hangingPunct="1">
              <a:buFont typeface="Arial" panose="020B0604020202020204" pitchFamily="34" charset="0"/>
              <a:buChar char="•"/>
            </a:pPr>
            <a:r>
              <a:rPr lang="en-US" altLang="en-US" dirty="0"/>
              <a:t> </a:t>
            </a:r>
            <a:r>
              <a:rPr lang="en-US" altLang="en-US" sz="1800" dirty="0"/>
              <a:t>AES</a:t>
            </a:r>
          </a:p>
          <a:p>
            <a:pPr marL="285750" indent="-285750" eaLnBrk="1" hangingPunct="1">
              <a:buFont typeface="Arial" panose="020B0604020202020204" pitchFamily="34" charset="0"/>
              <a:buChar char="•"/>
            </a:pPr>
            <a:r>
              <a:rPr lang="en-US" altLang="en-US" sz="1800" dirty="0"/>
              <a:t> Blowfish</a:t>
            </a:r>
          </a:p>
          <a:p>
            <a:pPr marL="285750" indent="-285750" eaLnBrk="1" hangingPunct="1">
              <a:buFont typeface="Arial" panose="020B0604020202020204" pitchFamily="34" charset="0"/>
              <a:buChar char="•"/>
            </a:pPr>
            <a:r>
              <a:rPr lang="en-US" altLang="en-US" sz="1800" dirty="0"/>
              <a:t> Serpent</a:t>
            </a:r>
          </a:p>
          <a:p>
            <a:pPr marL="285750" indent="-285750" eaLnBrk="1" hangingPunct="1">
              <a:buFont typeface="Arial" panose="020B0604020202020204" pitchFamily="34" charset="0"/>
              <a:buChar char="•"/>
            </a:pPr>
            <a:r>
              <a:rPr lang="en-US" altLang="en-US" sz="1800" dirty="0"/>
              <a:t> Twofish</a:t>
            </a:r>
          </a:p>
        </p:txBody>
      </p:sp>
      <p:sp>
        <p:nvSpPr>
          <p:cNvPr id="15" name="Arc 7">
            <a:extLst>
              <a:ext uri="{FF2B5EF4-FFF2-40B4-BE49-F238E27FC236}">
                <a16:creationId xmlns:a16="http://schemas.microsoft.com/office/drawing/2014/main" id="{CDA3D531-58D6-48CF-A771-ECD96F59DFB7}"/>
              </a:ext>
            </a:extLst>
          </p:cNvPr>
          <p:cNvSpPr>
            <a:spLocks/>
          </p:cNvSpPr>
          <p:nvPr/>
        </p:nvSpPr>
        <p:spPr bwMode="auto">
          <a:xfrm>
            <a:off x="220109" y="4468017"/>
            <a:ext cx="2547277" cy="1031779"/>
          </a:xfrm>
          <a:custGeom>
            <a:avLst/>
            <a:gdLst>
              <a:gd name="T0" fmla="*/ 952500 w 43200"/>
              <a:gd name="T1" fmla="*/ 0 h 43200"/>
              <a:gd name="T2" fmla="*/ 943328 w 43200"/>
              <a:gd name="T3" fmla="*/ 74 h 43200"/>
              <a:gd name="T4" fmla="*/ 952500 w 43200"/>
              <a:gd name="T5" fmla="*/ 1600200 h 43200"/>
              <a:gd name="T6" fmla="*/ 0 60000 65536"/>
              <a:gd name="T7" fmla="*/ 0 60000 65536"/>
              <a:gd name="T8" fmla="*/ 0 60000 65536"/>
            </a:gdLst>
            <a:ahLst/>
            <a:cxnLst>
              <a:cxn ang="T6">
                <a:pos x="T0" y="T1"/>
              </a:cxn>
              <a:cxn ang="T7">
                <a:pos x="T2" y="T3"/>
              </a:cxn>
              <a:cxn ang="T8">
                <a:pos x="T4" y="T5"/>
              </a:cxn>
            </a:cxnLst>
            <a:rect l="0" t="0" r="r" b="b"/>
            <a:pathLst>
              <a:path w="43200" h="43200" fill="none" extrusionOk="0">
                <a:moveTo>
                  <a:pt x="21600" y="0"/>
                </a:moveTo>
                <a:cubicBezTo>
                  <a:pt x="33529" y="0"/>
                  <a:pt x="43200" y="9670"/>
                  <a:pt x="43200" y="21600"/>
                </a:cubicBezTo>
                <a:cubicBezTo>
                  <a:pt x="43200" y="33529"/>
                  <a:pt x="33529" y="43200"/>
                  <a:pt x="21600" y="43200"/>
                </a:cubicBezTo>
                <a:cubicBezTo>
                  <a:pt x="9670" y="43200"/>
                  <a:pt x="0" y="33529"/>
                  <a:pt x="0" y="21600"/>
                </a:cubicBezTo>
                <a:cubicBezTo>
                  <a:pt x="0" y="9751"/>
                  <a:pt x="9544" y="115"/>
                  <a:pt x="21392" y="1"/>
                </a:cubicBezTo>
              </a:path>
              <a:path w="43200" h="43200" stroke="0" extrusionOk="0">
                <a:moveTo>
                  <a:pt x="21600" y="0"/>
                </a:moveTo>
                <a:cubicBezTo>
                  <a:pt x="33529" y="0"/>
                  <a:pt x="43200" y="9670"/>
                  <a:pt x="43200" y="21600"/>
                </a:cubicBezTo>
                <a:cubicBezTo>
                  <a:pt x="43200" y="33529"/>
                  <a:pt x="33529" y="43200"/>
                  <a:pt x="21600" y="43200"/>
                </a:cubicBezTo>
                <a:cubicBezTo>
                  <a:pt x="9670" y="43200"/>
                  <a:pt x="0" y="33529"/>
                  <a:pt x="0" y="21600"/>
                </a:cubicBezTo>
                <a:cubicBezTo>
                  <a:pt x="0" y="9751"/>
                  <a:pt x="9544" y="115"/>
                  <a:pt x="21392" y="1"/>
                </a:cubicBezTo>
                <a:lnTo>
                  <a:pt x="21600" y="21600"/>
                </a:lnTo>
                <a:lnTo>
                  <a:pt x="21600" y="0"/>
                </a:lnTo>
                <a:close/>
              </a:path>
            </a:pathLst>
          </a:custGeom>
          <a:noFill/>
          <a:ln w="38100">
            <a:solidFill>
              <a:srgbClr val="D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3"/>
          <p:cNvSpPr>
            <a:spLocks noGrp="1"/>
          </p:cNvSpPr>
          <p:nvPr>
            <p:ph type="ctrTitle"/>
          </p:nvPr>
        </p:nvSpPr>
        <p:spPr>
          <a:xfrm>
            <a:off x="2172456" y="2200277"/>
            <a:ext cx="6754812" cy="1470025"/>
          </a:xfrm>
        </p:spPr>
        <p:txBody>
          <a:bodyPr/>
          <a:lstStyle/>
          <a:p>
            <a:r>
              <a:rPr lang="en-US" dirty="0"/>
              <a:t>Stream Cipher</a:t>
            </a:r>
            <a:endParaRPr lang="en-GB" dirty="0"/>
          </a:p>
        </p:txBody>
      </p:sp>
      <p:sp>
        <p:nvSpPr>
          <p:cNvPr id="3" name="Subtitle 2">
            <a:extLst>
              <a:ext uri="{FF2B5EF4-FFF2-40B4-BE49-F238E27FC236}">
                <a16:creationId xmlns:a16="http://schemas.microsoft.com/office/drawing/2014/main" id="{902E5E8E-85BE-B479-ED52-A93939227E81}"/>
              </a:ext>
            </a:extLst>
          </p:cNvPr>
          <p:cNvSpPr>
            <a:spLocks noGrp="1"/>
          </p:cNvSpPr>
          <p:nvPr>
            <p:ph type="subTitle" idx="1"/>
          </p:nvPr>
        </p:nvSpPr>
        <p:spPr/>
        <p:txBody>
          <a:bodyPr/>
          <a:lstStyle/>
          <a:p>
            <a:endParaRPr lang="en-MY"/>
          </a:p>
        </p:txBody>
      </p:sp>
    </p:spTree>
    <p:extLst>
      <p:ext uri="{BB962C8B-B14F-4D97-AF65-F5344CB8AC3E}">
        <p14:creationId xmlns:p14="http://schemas.microsoft.com/office/powerpoint/2010/main" val="41203090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3" name="Text Box 2">
            <a:extLst>
              <a:ext uri="{FF2B5EF4-FFF2-40B4-BE49-F238E27FC236}">
                <a16:creationId xmlns:a16="http://schemas.microsoft.com/office/drawing/2014/main" id="{1B90AA55-018B-491A-A043-23FE94BFA466}"/>
              </a:ext>
            </a:extLst>
          </p:cNvPr>
          <p:cNvSpPr txBox="1">
            <a:spLocks noChangeArrowheads="1"/>
          </p:cNvSpPr>
          <p:nvPr/>
        </p:nvSpPr>
        <p:spPr bwMode="auto">
          <a:xfrm>
            <a:off x="152400" y="1146175"/>
            <a:ext cx="8596064"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marL="285750" indent="-285750" algn="just" eaLnBrk="1" hangingPunct="1">
              <a:buFont typeface="Arial" panose="020B0604020202020204" pitchFamily="34" charset="0"/>
              <a:buChar char="•"/>
            </a:pPr>
            <a:r>
              <a:rPr lang="en-US" altLang="en-US" dirty="0">
                <a:latin typeface="PT Sans (Headings)"/>
              </a:rPr>
              <a:t>A typical stream cipher encrypts plaintext one byte at a time.</a:t>
            </a:r>
          </a:p>
          <a:p>
            <a:pPr marL="285750" indent="-285750" algn="just" eaLnBrk="1" hangingPunct="1">
              <a:buFont typeface="Arial" panose="020B0604020202020204" pitchFamily="34" charset="0"/>
              <a:buChar char="•"/>
            </a:pPr>
            <a:r>
              <a:rPr lang="en-US" altLang="en-US" dirty="0">
                <a:latin typeface="PT Sans (Headings)"/>
              </a:rPr>
              <a:t>Use a key as input to a pseudorandom bit generator that  produces a stream of 8-bit numbers that are apparently random.</a:t>
            </a:r>
          </a:p>
          <a:p>
            <a:pPr marL="285750" indent="-285750" algn="just" eaLnBrk="1" hangingPunct="1">
              <a:buFont typeface="Arial" panose="020B0604020202020204" pitchFamily="34" charset="0"/>
              <a:buChar char="•"/>
            </a:pPr>
            <a:r>
              <a:rPr lang="en-US" altLang="en-US" dirty="0">
                <a:latin typeface="PT Sans (Headings)"/>
              </a:rPr>
              <a:t>Pseudorandom stream is one that is unpredictable without knowledge of the  input key. </a:t>
            </a:r>
          </a:p>
        </p:txBody>
      </p:sp>
      <p:sp>
        <p:nvSpPr>
          <p:cNvPr id="266244" name="Text Box 3">
            <a:extLst>
              <a:ext uri="{FF2B5EF4-FFF2-40B4-BE49-F238E27FC236}">
                <a16:creationId xmlns:a16="http://schemas.microsoft.com/office/drawing/2014/main" id="{CE86FDF6-1070-4F91-A8AC-B36E4E7BA325}"/>
              </a:ext>
            </a:extLst>
          </p:cNvPr>
          <p:cNvSpPr txBox="1">
            <a:spLocks noChangeArrowheads="1"/>
          </p:cNvSpPr>
          <p:nvPr/>
        </p:nvSpPr>
        <p:spPr bwMode="auto">
          <a:xfrm>
            <a:off x="2193925" y="344488"/>
            <a:ext cx="3708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r>
              <a:rPr lang="en-US" altLang="en-US" sz="2400" b="1"/>
              <a:t>Stream Cipher Structure</a:t>
            </a:r>
            <a:endParaRPr lang="en-US" altLang="en-US" sz="3200" b="1"/>
          </a:p>
        </p:txBody>
      </p:sp>
      <p:sp>
        <p:nvSpPr>
          <p:cNvPr id="266245" name="Rectangle 4">
            <a:extLst>
              <a:ext uri="{FF2B5EF4-FFF2-40B4-BE49-F238E27FC236}">
                <a16:creationId xmlns:a16="http://schemas.microsoft.com/office/drawing/2014/main" id="{58FDB258-D6D8-4603-ADC8-9C01EB3D4B23}"/>
              </a:ext>
            </a:extLst>
          </p:cNvPr>
          <p:cNvSpPr>
            <a:spLocks noChangeArrowheads="1"/>
          </p:cNvSpPr>
          <p:nvPr/>
        </p:nvSpPr>
        <p:spPr bwMode="auto">
          <a:xfrm>
            <a:off x="1712913" y="3638128"/>
            <a:ext cx="1981200" cy="2743200"/>
          </a:xfrm>
          <a:prstGeom prst="rect">
            <a:avLst/>
          </a:prstGeom>
          <a:solidFill>
            <a:srgbClr val="B36D9F"/>
          </a:solidFill>
          <a:ln w="9525">
            <a:solidFill>
              <a:srgbClr val="B36D9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endParaRPr lang="en-US" altLang="en-US" sz="1200"/>
          </a:p>
        </p:txBody>
      </p:sp>
      <p:sp>
        <p:nvSpPr>
          <p:cNvPr id="266246" name="Rectangle 5">
            <a:extLst>
              <a:ext uri="{FF2B5EF4-FFF2-40B4-BE49-F238E27FC236}">
                <a16:creationId xmlns:a16="http://schemas.microsoft.com/office/drawing/2014/main" id="{C3F88D21-B19D-48F8-B6F7-3640974D5282}"/>
              </a:ext>
            </a:extLst>
          </p:cNvPr>
          <p:cNvSpPr>
            <a:spLocks noChangeArrowheads="1"/>
          </p:cNvSpPr>
          <p:nvPr/>
        </p:nvSpPr>
        <p:spPr bwMode="auto">
          <a:xfrm>
            <a:off x="1865313" y="3962400"/>
            <a:ext cx="1676400" cy="1066800"/>
          </a:xfrm>
          <a:prstGeom prst="rect">
            <a:avLst/>
          </a:prstGeom>
          <a:solidFill>
            <a:srgbClr val="CEA2C1"/>
          </a:solidFill>
          <a:ln w="9525">
            <a:solidFill>
              <a:srgbClr val="CEA2C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200">
                <a:solidFill>
                  <a:schemeClr val="bg1"/>
                </a:solidFill>
              </a:rPr>
              <a:t>Pseudorandom byte </a:t>
            </a:r>
          </a:p>
          <a:p>
            <a:pPr algn="ctr" eaLnBrk="1" hangingPunct="1"/>
            <a:r>
              <a:rPr lang="en-US" altLang="en-US" sz="1200">
                <a:solidFill>
                  <a:schemeClr val="bg1"/>
                </a:solidFill>
              </a:rPr>
              <a:t>Generator</a:t>
            </a:r>
          </a:p>
          <a:p>
            <a:pPr algn="ctr" eaLnBrk="1" hangingPunct="1"/>
            <a:r>
              <a:rPr lang="en-US" altLang="en-US" sz="1200">
                <a:solidFill>
                  <a:schemeClr val="bg1"/>
                </a:solidFill>
              </a:rPr>
              <a:t>(key stream generator)</a:t>
            </a:r>
          </a:p>
        </p:txBody>
      </p:sp>
      <p:sp>
        <p:nvSpPr>
          <p:cNvPr id="266247" name="Line 6">
            <a:extLst>
              <a:ext uri="{FF2B5EF4-FFF2-40B4-BE49-F238E27FC236}">
                <a16:creationId xmlns:a16="http://schemas.microsoft.com/office/drawing/2014/main" id="{E348753D-9436-433C-8479-8DC8BBD38EDA}"/>
              </a:ext>
            </a:extLst>
          </p:cNvPr>
          <p:cNvSpPr>
            <a:spLocks noChangeShapeType="1"/>
          </p:cNvSpPr>
          <p:nvPr/>
        </p:nvSpPr>
        <p:spPr bwMode="auto">
          <a:xfrm>
            <a:off x="2703513" y="3352800"/>
            <a:ext cx="0" cy="5334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66248" name="Line 7">
            <a:extLst>
              <a:ext uri="{FF2B5EF4-FFF2-40B4-BE49-F238E27FC236}">
                <a16:creationId xmlns:a16="http://schemas.microsoft.com/office/drawing/2014/main" id="{C63B3400-4095-44D2-9BC5-1026D7639213}"/>
              </a:ext>
            </a:extLst>
          </p:cNvPr>
          <p:cNvSpPr>
            <a:spLocks noChangeShapeType="1"/>
          </p:cNvSpPr>
          <p:nvPr/>
        </p:nvSpPr>
        <p:spPr bwMode="auto">
          <a:xfrm>
            <a:off x="2703513" y="5029200"/>
            <a:ext cx="0" cy="6096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66249" name="Oval 8">
            <a:extLst>
              <a:ext uri="{FF2B5EF4-FFF2-40B4-BE49-F238E27FC236}">
                <a16:creationId xmlns:a16="http://schemas.microsoft.com/office/drawing/2014/main" id="{0A6F7600-944D-4EB6-A55F-6FDD049E800F}"/>
              </a:ext>
            </a:extLst>
          </p:cNvPr>
          <p:cNvSpPr>
            <a:spLocks noChangeArrowheads="1"/>
          </p:cNvSpPr>
          <p:nvPr/>
        </p:nvSpPr>
        <p:spPr bwMode="auto">
          <a:xfrm>
            <a:off x="2474913" y="5638800"/>
            <a:ext cx="457200" cy="3810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3600"/>
              <a:t>+</a:t>
            </a:r>
          </a:p>
        </p:txBody>
      </p:sp>
      <p:sp>
        <p:nvSpPr>
          <p:cNvPr id="266250" name="Line 9">
            <a:extLst>
              <a:ext uri="{FF2B5EF4-FFF2-40B4-BE49-F238E27FC236}">
                <a16:creationId xmlns:a16="http://schemas.microsoft.com/office/drawing/2014/main" id="{7B45FD6F-90BF-4A7F-BF68-4C7726F721D0}"/>
              </a:ext>
            </a:extLst>
          </p:cNvPr>
          <p:cNvSpPr>
            <a:spLocks noChangeShapeType="1"/>
          </p:cNvSpPr>
          <p:nvPr/>
        </p:nvSpPr>
        <p:spPr bwMode="auto">
          <a:xfrm>
            <a:off x="1255713" y="5791200"/>
            <a:ext cx="121920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66251" name="Line 10">
            <a:extLst>
              <a:ext uri="{FF2B5EF4-FFF2-40B4-BE49-F238E27FC236}">
                <a16:creationId xmlns:a16="http://schemas.microsoft.com/office/drawing/2014/main" id="{21EAB03A-B03F-46D1-A982-C8893389D9AE}"/>
              </a:ext>
            </a:extLst>
          </p:cNvPr>
          <p:cNvSpPr>
            <a:spLocks noChangeShapeType="1"/>
          </p:cNvSpPr>
          <p:nvPr/>
        </p:nvSpPr>
        <p:spPr bwMode="auto">
          <a:xfrm>
            <a:off x="2932113" y="5791200"/>
            <a:ext cx="121920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66252" name="Text Box 11">
            <a:extLst>
              <a:ext uri="{FF2B5EF4-FFF2-40B4-BE49-F238E27FC236}">
                <a16:creationId xmlns:a16="http://schemas.microsoft.com/office/drawing/2014/main" id="{B686EFF6-19FB-4466-9F64-5F6F91227964}"/>
              </a:ext>
            </a:extLst>
          </p:cNvPr>
          <p:cNvSpPr txBox="1">
            <a:spLocks noChangeArrowheads="1"/>
          </p:cNvSpPr>
          <p:nvPr/>
        </p:nvSpPr>
        <p:spPr bwMode="auto">
          <a:xfrm>
            <a:off x="381000" y="5595938"/>
            <a:ext cx="996950"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200"/>
              <a:t>Plaintext </a:t>
            </a:r>
          </a:p>
          <a:p>
            <a:pPr algn="ctr" eaLnBrk="1" hangingPunct="1"/>
            <a:r>
              <a:rPr lang="en-US" altLang="en-US" sz="1200"/>
              <a:t>Byte stream</a:t>
            </a:r>
          </a:p>
          <a:p>
            <a:pPr algn="ctr" eaLnBrk="1" hangingPunct="1"/>
            <a:r>
              <a:rPr lang="en-US" altLang="en-US" sz="1200"/>
              <a:t>M</a:t>
            </a:r>
          </a:p>
        </p:txBody>
      </p:sp>
      <p:sp>
        <p:nvSpPr>
          <p:cNvPr id="266253" name="Text Box 12">
            <a:extLst>
              <a:ext uri="{FF2B5EF4-FFF2-40B4-BE49-F238E27FC236}">
                <a16:creationId xmlns:a16="http://schemas.microsoft.com/office/drawing/2014/main" id="{F044EBBC-600F-4CA6-B543-D7C24F4E994F}"/>
              </a:ext>
            </a:extLst>
          </p:cNvPr>
          <p:cNvSpPr txBox="1">
            <a:spLocks noChangeArrowheads="1"/>
          </p:cNvSpPr>
          <p:nvPr/>
        </p:nvSpPr>
        <p:spPr bwMode="auto">
          <a:xfrm>
            <a:off x="4130675" y="5562600"/>
            <a:ext cx="996950" cy="639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200"/>
              <a:t>Ciphertext </a:t>
            </a:r>
          </a:p>
          <a:p>
            <a:pPr algn="ctr" eaLnBrk="1" hangingPunct="1"/>
            <a:r>
              <a:rPr lang="en-US" altLang="en-US" sz="1200"/>
              <a:t>Byte stream</a:t>
            </a:r>
          </a:p>
          <a:p>
            <a:pPr algn="ctr" eaLnBrk="1" hangingPunct="1"/>
            <a:r>
              <a:rPr lang="en-US" altLang="en-US" sz="1200"/>
              <a:t>C</a:t>
            </a:r>
          </a:p>
        </p:txBody>
      </p:sp>
      <p:sp>
        <p:nvSpPr>
          <p:cNvPr id="266254" name="Text Box 13">
            <a:extLst>
              <a:ext uri="{FF2B5EF4-FFF2-40B4-BE49-F238E27FC236}">
                <a16:creationId xmlns:a16="http://schemas.microsoft.com/office/drawing/2014/main" id="{0092A3FE-EDF4-413E-8363-2C2078D755BA}"/>
              </a:ext>
            </a:extLst>
          </p:cNvPr>
          <p:cNvSpPr txBox="1">
            <a:spLocks noChangeArrowheads="1"/>
          </p:cNvSpPr>
          <p:nvPr/>
        </p:nvSpPr>
        <p:spPr bwMode="auto">
          <a:xfrm>
            <a:off x="2398713" y="3048000"/>
            <a:ext cx="633412"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r>
              <a:rPr lang="en-US" altLang="en-US" sz="1200"/>
              <a:t>Key K </a:t>
            </a:r>
          </a:p>
        </p:txBody>
      </p:sp>
      <p:sp>
        <p:nvSpPr>
          <p:cNvPr id="266255" name="Text Box 14">
            <a:extLst>
              <a:ext uri="{FF2B5EF4-FFF2-40B4-BE49-F238E27FC236}">
                <a16:creationId xmlns:a16="http://schemas.microsoft.com/office/drawing/2014/main" id="{FDD414E7-EA0D-4538-A4FC-7D4E6CA40359}"/>
              </a:ext>
            </a:extLst>
          </p:cNvPr>
          <p:cNvSpPr txBox="1">
            <a:spLocks noChangeArrowheads="1"/>
          </p:cNvSpPr>
          <p:nvPr/>
        </p:nvSpPr>
        <p:spPr bwMode="auto">
          <a:xfrm>
            <a:off x="2779713" y="5410200"/>
            <a:ext cx="28575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r>
              <a:rPr lang="en-US" altLang="en-US" sz="1200">
                <a:solidFill>
                  <a:schemeClr val="bg1"/>
                </a:solidFill>
              </a:rPr>
              <a:t>K</a:t>
            </a:r>
          </a:p>
        </p:txBody>
      </p:sp>
      <p:sp>
        <p:nvSpPr>
          <p:cNvPr id="266256" name="Rectangle 15">
            <a:extLst>
              <a:ext uri="{FF2B5EF4-FFF2-40B4-BE49-F238E27FC236}">
                <a16:creationId xmlns:a16="http://schemas.microsoft.com/office/drawing/2014/main" id="{50AC28F4-DE18-4F88-A019-8E27664C629B}"/>
              </a:ext>
            </a:extLst>
          </p:cNvPr>
          <p:cNvSpPr>
            <a:spLocks noChangeArrowheads="1"/>
          </p:cNvSpPr>
          <p:nvPr/>
        </p:nvSpPr>
        <p:spPr bwMode="auto">
          <a:xfrm>
            <a:off x="5218113" y="3645024"/>
            <a:ext cx="1981200" cy="2743200"/>
          </a:xfrm>
          <a:prstGeom prst="rect">
            <a:avLst/>
          </a:prstGeom>
          <a:solidFill>
            <a:srgbClr val="B36D9F"/>
          </a:solidFill>
          <a:ln w="9525">
            <a:solidFill>
              <a:srgbClr val="B36D9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endParaRPr lang="en-US" altLang="en-US" sz="1200"/>
          </a:p>
        </p:txBody>
      </p:sp>
      <p:sp>
        <p:nvSpPr>
          <p:cNvPr id="266257" name="Rectangle 16">
            <a:extLst>
              <a:ext uri="{FF2B5EF4-FFF2-40B4-BE49-F238E27FC236}">
                <a16:creationId xmlns:a16="http://schemas.microsoft.com/office/drawing/2014/main" id="{217288AD-DCC1-4250-B3CE-3CEB1C165F46}"/>
              </a:ext>
            </a:extLst>
          </p:cNvPr>
          <p:cNvSpPr>
            <a:spLocks noChangeArrowheads="1"/>
          </p:cNvSpPr>
          <p:nvPr/>
        </p:nvSpPr>
        <p:spPr bwMode="auto">
          <a:xfrm>
            <a:off x="5370513" y="3962400"/>
            <a:ext cx="1676400" cy="1066800"/>
          </a:xfrm>
          <a:prstGeom prst="rect">
            <a:avLst/>
          </a:prstGeom>
          <a:solidFill>
            <a:srgbClr val="CEA2C1"/>
          </a:solidFill>
          <a:ln w="9525">
            <a:solidFill>
              <a:srgbClr val="CEA2C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200">
                <a:solidFill>
                  <a:schemeClr val="bg1"/>
                </a:solidFill>
              </a:rPr>
              <a:t>Pseudorandom byte </a:t>
            </a:r>
          </a:p>
          <a:p>
            <a:pPr algn="ctr" eaLnBrk="1" hangingPunct="1"/>
            <a:r>
              <a:rPr lang="en-US" altLang="en-US" sz="1200">
                <a:solidFill>
                  <a:schemeClr val="bg1"/>
                </a:solidFill>
              </a:rPr>
              <a:t>Generator</a:t>
            </a:r>
          </a:p>
          <a:p>
            <a:pPr algn="ctr" eaLnBrk="1" hangingPunct="1"/>
            <a:r>
              <a:rPr lang="en-US" altLang="en-US" sz="1200">
                <a:solidFill>
                  <a:schemeClr val="bg1"/>
                </a:solidFill>
              </a:rPr>
              <a:t>(key stream generator)</a:t>
            </a:r>
          </a:p>
        </p:txBody>
      </p:sp>
      <p:sp>
        <p:nvSpPr>
          <p:cNvPr id="266258" name="Line 17">
            <a:extLst>
              <a:ext uri="{FF2B5EF4-FFF2-40B4-BE49-F238E27FC236}">
                <a16:creationId xmlns:a16="http://schemas.microsoft.com/office/drawing/2014/main" id="{140FEAC0-89AA-495A-8462-FF364F42FE42}"/>
              </a:ext>
            </a:extLst>
          </p:cNvPr>
          <p:cNvSpPr>
            <a:spLocks noChangeShapeType="1"/>
          </p:cNvSpPr>
          <p:nvPr/>
        </p:nvSpPr>
        <p:spPr bwMode="auto">
          <a:xfrm>
            <a:off x="6208713" y="3352800"/>
            <a:ext cx="0" cy="5334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66259" name="Line 18">
            <a:extLst>
              <a:ext uri="{FF2B5EF4-FFF2-40B4-BE49-F238E27FC236}">
                <a16:creationId xmlns:a16="http://schemas.microsoft.com/office/drawing/2014/main" id="{5EAF76CA-A850-48C1-B1D6-4D24A689B6A4}"/>
              </a:ext>
            </a:extLst>
          </p:cNvPr>
          <p:cNvSpPr>
            <a:spLocks noChangeShapeType="1"/>
          </p:cNvSpPr>
          <p:nvPr/>
        </p:nvSpPr>
        <p:spPr bwMode="auto">
          <a:xfrm>
            <a:off x="6208713" y="5029200"/>
            <a:ext cx="0" cy="6096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66260" name="Oval 19">
            <a:extLst>
              <a:ext uri="{FF2B5EF4-FFF2-40B4-BE49-F238E27FC236}">
                <a16:creationId xmlns:a16="http://schemas.microsoft.com/office/drawing/2014/main" id="{AEC3906B-F3CB-45B2-A122-8349DD7C7C59}"/>
              </a:ext>
            </a:extLst>
          </p:cNvPr>
          <p:cNvSpPr>
            <a:spLocks noChangeArrowheads="1"/>
          </p:cNvSpPr>
          <p:nvPr/>
        </p:nvSpPr>
        <p:spPr bwMode="auto">
          <a:xfrm>
            <a:off x="5980113" y="5638800"/>
            <a:ext cx="457200" cy="3810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3600"/>
              <a:t>+</a:t>
            </a:r>
          </a:p>
        </p:txBody>
      </p:sp>
      <p:sp>
        <p:nvSpPr>
          <p:cNvPr id="266261" name="Line 20">
            <a:extLst>
              <a:ext uri="{FF2B5EF4-FFF2-40B4-BE49-F238E27FC236}">
                <a16:creationId xmlns:a16="http://schemas.microsoft.com/office/drawing/2014/main" id="{EA477A47-1453-4D57-AEC8-89B9266BBF9C}"/>
              </a:ext>
            </a:extLst>
          </p:cNvPr>
          <p:cNvSpPr>
            <a:spLocks noChangeShapeType="1"/>
          </p:cNvSpPr>
          <p:nvPr/>
        </p:nvSpPr>
        <p:spPr bwMode="auto">
          <a:xfrm>
            <a:off x="6437313" y="5791200"/>
            <a:ext cx="121920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66262" name="Text Box 21">
            <a:extLst>
              <a:ext uri="{FF2B5EF4-FFF2-40B4-BE49-F238E27FC236}">
                <a16:creationId xmlns:a16="http://schemas.microsoft.com/office/drawing/2014/main" id="{0052FE12-3FD7-423D-A28D-03EA6AC84575}"/>
              </a:ext>
            </a:extLst>
          </p:cNvPr>
          <p:cNvSpPr txBox="1">
            <a:spLocks noChangeArrowheads="1"/>
          </p:cNvSpPr>
          <p:nvPr/>
        </p:nvSpPr>
        <p:spPr bwMode="auto">
          <a:xfrm>
            <a:off x="7635875" y="5562600"/>
            <a:ext cx="996950" cy="639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200"/>
              <a:t>Plaintext</a:t>
            </a:r>
          </a:p>
          <a:p>
            <a:pPr algn="ctr" eaLnBrk="1" hangingPunct="1"/>
            <a:r>
              <a:rPr lang="en-US" altLang="en-US" sz="1200"/>
              <a:t>Byte stream</a:t>
            </a:r>
          </a:p>
          <a:p>
            <a:pPr algn="ctr" eaLnBrk="1" hangingPunct="1"/>
            <a:r>
              <a:rPr lang="en-US" altLang="en-US" sz="1200"/>
              <a:t>M</a:t>
            </a:r>
          </a:p>
        </p:txBody>
      </p:sp>
      <p:sp>
        <p:nvSpPr>
          <p:cNvPr id="266263" name="Text Box 22">
            <a:extLst>
              <a:ext uri="{FF2B5EF4-FFF2-40B4-BE49-F238E27FC236}">
                <a16:creationId xmlns:a16="http://schemas.microsoft.com/office/drawing/2014/main" id="{69EC1E78-E243-4774-A237-2A099E249712}"/>
              </a:ext>
            </a:extLst>
          </p:cNvPr>
          <p:cNvSpPr txBox="1">
            <a:spLocks noChangeArrowheads="1"/>
          </p:cNvSpPr>
          <p:nvPr/>
        </p:nvSpPr>
        <p:spPr bwMode="auto">
          <a:xfrm>
            <a:off x="5903913" y="3048000"/>
            <a:ext cx="633412"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r>
              <a:rPr lang="en-US" altLang="en-US" sz="1200"/>
              <a:t>Key K </a:t>
            </a:r>
          </a:p>
        </p:txBody>
      </p:sp>
      <p:sp>
        <p:nvSpPr>
          <p:cNvPr id="266264" name="Text Box 23">
            <a:extLst>
              <a:ext uri="{FF2B5EF4-FFF2-40B4-BE49-F238E27FC236}">
                <a16:creationId xmlns:a16="http://schemas.microsoft.com/office/drawing/2014/main" id="{926EFB9A-BA99-46FB-8EEF-7E3A0AF9D2C1}"/>
              </a:ext>
            </a:extLst>
          </p:cNvPr>
          <p:cNvSpPr txBox="1">
            <a:spLocks noChangeArrowheads="1"/>
          </p:cNvSpPr>
          <p:nvPr/>
        </p:nvSpPr>
        <p:spPr bwMode="auto">
          <a:xfrm>
            <a:off x="6284913" y="5410200"/>
            <a:ext cx="28575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r>
              <a:rPr lang="en-US" altLang="en-US" sz="1200">
                <a:solidFill>
                  <a:schemeClr val="bg1"/>
                </a:solidFill>
              </a:rPr>
              <a:t>K</a:t>
            </a:r>
          </a:p>
        </p:txBody>
      </p:sp>
      <p:sp>
        <p:nvSpPr>
          <p:cNvPr id="266265" name="Text Box 24">
            <a:extLst>
              <a:ext uri="{FF2B5EF4-FFF2-40B4-BE49-F238E27FC236}">
                <a16:creationId xmlns:a16="http://schemas.microsoft.com/office/drawing/2014/main" id="{067E86F9-898A-4F66-BDFA-E30608E60176}"/>
              </a:ext>
            </a:extLst>
          </p:cNvPr>
          <p:cNvSpPr txBox="1">
            <a:spLocks noChangeArrowheads="1"/>
          </p:cNvSpPr>
          <p:nvPr/>
        </p:nvSpPr>
        <p:spPr bwMode="auto">
          <a:xfrm>
            <a:off x="2001838" y="6053138"/>
            <a:ext cx="9017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r>
              <a:rPr lang="en-US" altLang="en-US" sz="1200">
                <a:solidFill>
                  <a:schemeClr val="bg1"/>
                </a:solidFill>
              </a:rPr>
              <a:t>Encryption</a:t>
            </a:r>
          </a:p>
        </p:txBody>
      </p:sp>
      <p:sp>
        <p:nvSpPr>
          <p:cNvPr id="266266" name="Text Box 25">
            <a:extLst>
              <a:ext uri="{FF2B5EF4-FFF2-40B4-BE49-F238E27FC236}">
                <a16:creationId xmlns:a16="http://schemas.microsoft.com/office/drawing/2014/main" id="{85A0C74F-816C-4882-A220-1B32CC761EC0}"/>
              </a:ext>
            </a:extLst>
          </p:cNvPr>
          <p:cNvSpPr txBox="1">
            <a:spLocks noChangeArrowheads="1"/>
          </p:cNvSpPr>
          <p:nvPr/>
        </p:nvSpPr>
        <p:spPr bwMode="auto">
          <a:xfrm>
            <a:off x="5675313" y="6096000"/>
            <a:ext cx="909637"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r>
              <a:rPr lang="en-US" altLang="en-US" sz="1200">
                <a:solidFill>
                  <a:schemeClr val="bg1"/>
                </a:solidFill>
              </a:rPr>
              <a:t>Decryption</a:t>
            </a:r>
          </a:p>
        </p:txBody>
      </p:sp>
    </p:spTree>
    <p:extLst>
      <p:ext uri="{BB962C8B-B14F-4D97-AF65-F5344CB8AC3E}">
        <p14:creationId xmlns:p14="http://schemas.microsoft.com/office/powerpoint/2010/main" val="25396733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91" name="Text Box 2">
            <a:extLst>
              <a:ext uri="{FF2B5EF4-FFF2-40B4-BE49-F238E27FC236}">
                <a16:creationId xmlns:a16="http://schemas.microsoft.com/office/drawing/2014/main" id="{8523ECD3-F219-4106-A116-8E7DE8841629}"/>
              </a:ext>
            </a:extLst>
          </p:cNvPr>
          <p:cNvSpPr txBox="1">
            <a:spLocks noChangeArrowheads="1"/>
          </p:cNvSpPr>
          <p:nvPr/>
        </p:nvSpPr>
        <p:spPr bwMode="auto">
          <a:xfrm>
            <a:off x="152401" y="1146174"/>
            <a:ext cx="8812088" cy="7017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just" eaLnBrk="1" hangingPunct="1"/>
            <a:r>
              <a:rPr lang="en-US" altLang="en-US" dirty="0">
                <a:latin typeface="PT Sans (Headings)"/>
              </a:rPr>
              <a:t>The output of the generator, called a keystream, is combined one byte at a time with the plaintext stream using the bitwise exclusive-OR (XOR) operation. </a:t>
            </a:r>
          </a:p>
        </p:txBody>
      </p:sp>
      <p:sp>
        <p:nvSpPr>
          <p:cNvPr id="268292" name="Text Box 3">
            <a:extLst>
              <a:ext uri="{FF2B5EF4-FFF2-40B4-BE49-F238E27FC236}">
                <a16:creationId xmlns:a16="http://schemas.microsoft.com/office/drawing/2014/main" id="{53BAEC2D-BFEF-4B00-9C1E-1C25483BD6E5}"/>
              </a:ext>
            </a:extLst>
          </p:cNvPr>
          <p:cNvSpPr txBox="1">
            <a:spLocks noChangeArrowheads="1"/>
          </p:cNvSpPr>
          <p:nvPr/>
        </p:nvSpPr>
        <p:spPr bwMode="auto">
          <a:xfrm>
            <a:off x="2667000" y="2057400"/>
            <a:ext cx="3200400" cy="366713"/>
          </a:xfrm>
          <a:prstGeom prst="rect">
            <a:avLst/>
          </a:prstGeom>
          <a:solidFill>
            <a:srgbClr val="BDD98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r>
              <a:rPr lang="en-US" altLang="en-US" sz="1800" b="1"/>
              <a:t>11001100	Plaintext</a:t>
            </a:r>
          </a:p>
        </p:txBody>
      </p:sp>
      <p:sp>
        <p:nvSpPr>
          <p:cNvPr id="268293" name="Text Box 4">
            <a:extLst>
              <a:ext uri="{FF2B5EF4-FFF2-40B4-BE49-F238E27FC236}">
                <a16:creationId xmlns:a16="http://schemas.microsoft.com/office/drawing/2014/main" id="{9187BD77-68B9-4AD1-BC4E-EA1C89FAAE26}"/>
              </a:ext>
            </a:extLst>
          </p:cNvPr>
          <p:cNvSpPr txBox="1">
            <a:spLocks noChangeArrowheads="1"/>
          </p:cNvSpPr>
          <p:nvPr/>
        </p:nvSpPr>
        <p:spPr bwMode="auto">
          <a:xfrm>
            <a:off x="609600" y="3429000"/>
            <a:ext cx="746249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r>
              <a:rPr lang="en-US" altLang="en-US" dirty="0">
                <a:latin typeface="PT Sans (Headings)"/>
              </a:rPr>
              <a:t>Decryption requires the use of the same pseudorandom sequence: </a:t>
            </a:r>
          </a:p>
        </p:txBody>
      </p:sp>
      <p:sp>
        <p:nvSpPr>
          <p:cNvPr id="268294" name="Text Box 5">
            <a:extLst>
              <a:ext uri="{FF2B5EF4-FFF2-40B4-BE49-F238E27FC236}">
                <a16:creationId xmlns:a16="http://schemas.microsoft.com/office/drawing/2014/main" id="{D1985B93-C728-4484-AFAE-D66A334F40E8}"/>
              </a:ext>
            </a:extLst>
          </p:cNvPr>
          <p:cNvSpPr txBox="1">
            <a:spLocks noChangeArrowheads="1"/>
          </p:cNvSpPr>
          <p:nvPr/>
        </p:nvSpPr>
        <p:spPr bwMode="auto">
          <a:xfrm>
            <a:off x="2193925" y="344488"/>
            <a:ext cx="3708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r>
              <a:rPr lang="en-US" altLang="en-US" sz="2400" b="1"/>
              <a:t>Stream Cipher Structure</a:t>
            </a:r>
            <a:endParaRPr lang="en-US" altLang="en-US" sz="3200" b="1"/>
          </a:p>
        </p:txBody>
      </p:sp>
      <p:sp>
        <p:nvSpPr>
          <p:cNvPr id="268295" name="Text Box 6">
            <a:extLst>
              <a:ext uri="{FF2B5EF4-FFF2-40B4-BE49-F238E27FC236}">
                <a16:creationId xmlns:a16="http://schemas.microsoft.com/office/drawing/2014/main" id="{210A23CD-01F2-45E7-833B-E9637F3F97CC}"/>
              </a:ext>
            </a:extLst>
          </p:cNvPr>
          <p:cNvSpPr txBox="1">
            <a:spLocks noChangeArrowheads="1"/>
          </p:cNvSpPr>
          <p:nvPr/>
        </p:nvSpPr>
        <p:spPr bwMode="auto">
          <a:xfrm>
            <a:off x="2667000" y="2438400"/>
            <a:ext cx="3206750" cy="366713"/>
          </a:xfrm>
          <a:prstGeom prst="rect">
            <a:avLst/>
          </a:prstGeom>
          <a:solidFill>
            <a:srgbClr val="8DB93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r>
              <a:rPr lang="en-US" altLang="en-US" sz="1800" b="1"/>
              <a:t>01101100	key stream</a:t>
            </a:r>
          </a:p>
        </p:txBody>
      </p:sp>
      <p:sp>
        <p:nvSpPr>
          <p:cNvPr id="268296" name="Text Box 7">
            <a:extLst>
              <a:ext uri="{FF2B5EF4-FFF2-40B4-BE49-F238E27FC236}">
                <a16:creationId xmlns:a16="http://schemas.microsoft.com/office/drawing/2014/main" id="{436D7498-C289-4663-ADBA-1B463790CE61}"/>
              </a:ext>
            </a:extLst>
          </p:cNvPr>
          <p:cNvSpPr txBox="1">
            <a:spLocks noChangeArrowheads="1"/>
          </p:cNvSpPr>
          <p:nvPr/>
        </p:nvSpPr>
        <p:spPr bwMode="auto">
          <a:xfrm>
            <a:off x="2667000" y="2819400"/>
            <a:ext cx="3200400" cy="366713"/>
          </a:xfrm>
          <a:prstGeom prst="rect">
            <a:avLst/>
          </a:prstGeom>
          <a:solidFill>
            <a:srgbClr val="6B8D2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r>
              <a:rPr lang="en-US" altLang="en-US" sz="1800" b="1">
                <a:solidFill>
                  <a:schemeClr val="bg1"/>
                </a:solidFill>
              </a:rPr>
              <a:t>10100000	Ciphertext</a:t>
            </a:r>
          </a:p>
        </p:txBody>
      </p:sp>
      <p:sp>
        <p:nvSpPr>
          <p:cNvPr id="268297" name="Oval 8">
            <a:extLst>
              <a:ext uri="{FF2B5EF4-FFF2-40B4-BE49-F238E27FC236}">
                <a16:creationId xmlns:a16="http://schemas.microsoft.com/office/drawing/2014/main" id="{A7DEB26D-D370-4E35-A4B8-2FF8216CE6AC}"/>
              </a:ext>
            </a:extLst>
          </p:cNvPr>
          <p:cNvSpPr>
            <a:spLocks noChangeArrowheads="1"/>
          </p:cNvSpPr>
          <p:nvPr/>
        </p:nvSpPr>
        <p:spPr bwMode="auto">
          <a:xfrm>
            <a:off x="2133600" y="2438400"/>
            <a:ext cx="381000" cy="3810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3600"/>
              <a:t>+</a:t>
            </a:r>
          </a:p>
        </p:txBody>
      </p:sp>
      <p:sp>
        <p:nvSpPr>
          <p:cNvPr id="268298" name="Text Box 9">
            <a:extLst>
              <a:ext uri="{FF2B5EF4-FFF2-40B4-BE49-F238E27FC236}">
                <a16:creationId xmlns:a16="http://schemas.microsoft.com/office/drawing/2014/main" id="{949B5BD9-0885-4628-8756-BDC3EE5CD165}"/>
              </a:ext>
            </a:extLst>
          </p:cNvPr>
          <p:cNvSpPr txBox="1">
            <a:spLocks noChangeArrowheads="1"/>
          </p:cNvSpPr>
          <p:nvPr/>
        </p:nvSpPr>
        <p:spPr bwMode="auto">
          <a:xfrm>
            <a:off x="2667000" y="4038600"/>
            <a:ext cx="3200400" cy="366713"/>
          </a:xfrm>
          <a:prstGeom prst="rect">
            <a:avLst/>
          </a:prstGeom>
          <a:solidFill>
            <a:srgbClr val="6B8D2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r>
              <a:rPr lang="en-US" altLang="en-US" sz="1800" b="1">
                <a:solidFill>
                  <a:schemeClr val="bg1"/>
                </a:solidFill>
              </a:rPr>
              <a:t>10100000	Ciphertext</a:t>
            </a:r>
          </a:p>
        </p:txBody>
      </p:sp>
      <p:sp>
        <p:nvSpPr>
          <p:cNvPr id="268299" name="Text Box 10">
            <a:extLst>
              <a:ext uri="{FF2B5EF4-FFF2-40B4-BE49-F238E27FC236}">
                <a16:creationId xmlns:a16="http://schemas.microsoft.com/office/drawing/2014/main" id="{F3680AC6-40E2-463C-A0FF-503B08DFA049}"/>
              </a:ext>
            </a:extLst>
          </p:cNvPr>
          <p:cNvSpPr txBox="1">
            <a:spLocks noChangeArrowheads="1"/>
          </p:cNvSpPr>
          <p:nvPr/>
        </p:nvSpPr>
        <p:spPr bwMode="auto">
          <a:xfrm>
            <a:off x="2667000" y="4419600"/>
            <a:ext cx="3206750" cy="366713"/>
          </a:xfrm>
          <a:prstGeom prst="rect">
            <a:avLst/>
          </a:prstGeom>
          <a:solidFill>
            <a:srgbClr val="8DB93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r>
              <a:rPr lang="en-US" altLang="en-US" sz="1800" b="1"/>
              <a:t>01101100	key stream</a:t>
            </a:r>
          </a:p>
        </p:txBody>
      </p:sp>
      <p:sp>
        <p:nvSpPr>
          <p:cNvPr id="268300" name="Text Box 11">
            <a:extLst>
              <a:ext uri="{FF2B5EF4-FFF2-40B4-BE49-F238E27FC236}">
                <a16:creationId xmlns:a16="http://schemas.microsoft.com/office/drawing/2014/main" id="{967B30BB-0E51-4E89-8CE0-4E6870617434}"/>
              </a:ext>
            </a:extLst>
          </p:cNvPr>
          <p:cNvSpPr txBox="1">
            <a:spLocks noChangeArrowheads="1"/>
          </p:cNvSpPr>
          <p:nvPr/>
        </p:nvSpPr>
        <p:spPr bwMode="auto">
          <a:xfrm>
            <a:off x="2667000" y="4800600"/>
            <a:ext cx="3200400" cy="366713"/>
          </a:xfrm>
          <a:prstGeom prst="rect">
            <a:avLst/>
          </a:prstGeom>
          <a:solidFill>
            <a:srgbClr val="BDD98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r>
              <a:rPr lang="en-US" altLang="en-US" sz="1800" b="1"/>
              <a:t>11001100	Plaintext</a:t>
            </a:r>
          </a:p>
        </p:txBody>
      </p:sp>
      <p:sp>
        <p:nvSpPr>
          <p:cNvPr id="268301" name="Oval 12">
            <a:extLst>
              <a:ext uri="{FF2B5EF4-FFF2-40B4-BE49-F238E27FC236}">
                <a16:creationId xmlns:a16="http://schemas.microsoft.com/office/drawing/2014/main" id="{EB57F8D5-FCC0-464D-899E-77C3A42C8335}"/>
              </a:ext>
            </a:extLst>
          </p:cNvPr>
          <p:cNvSpPr>
            <a:spLocks noChangeArrowheads="1"/>
          </p:cNvSpPr>
          <p:nvPr/>
        </p:nvSpPr>
        <p:spPr bwMode="auto">
          <a:xfrm>
            <a:off x="2133600" y="4419600"/>
            <a:ext cx="381000" cy="3810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3600"/>
              <a:t>+</a:t>
            </a:r>
          </a:p>
        </p:txBody>
      </p:sp>
    </p:spTree>
    <p:extLst>
      <p:ext uri="{BB962C8B-B14F-4D97-AF65-F5344CB8AC3E}">
        <p14:creationId xmlns:p14="http://schemas.microsoft.com/office/powerpoint/2010/main" val="29151800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1CC5E0A6-33A5-9334-3AAB-5E5589757B38}"/>
              </a:ext>
            </a:extLst>
          </p:cNvPr>
          <p:cNvSpPr>
            <a:spLocks noGrp="1"/>
          </p:cNvSpPr>
          <p:nvPr>
            <p:ph idx="1"/>
          </p:nvPr>
        </p:nvSpPr>
        <p:spPr/>
        <p:txBody>
          <a:bodyPr/>
          <a:lstStyle/>
          <a:p>
            <a:endParaRPr lang="en-MY"/>
          </a:p>
        </p:txBody>
      </p:sp>
      <p:sp>
        <p:nvSpPr>
          <p:cNvPr id="223235" name="Rectangle 2">
            <a:extLst>
              <a:ext uri="{FF2B5EF4-FFF2-40B4-BE49-F238E27FC236}">
                <a16:creationId xmlns:a16="http://schemas.microsoft.com/office/drawing/2014/main" id="{6C217C12-3FF0-425E-8F11-9DBD8BADF9B0}"/>
              </a:ext>
            </a:extLst>
          </p:cNvPr>
          <p:cNvSpPr>
            <a:spLocks noGrp="1" noChangeArrowheads="1"/>
          </p:cNvSpPr>
          <p:nvPr>
            <p:ph type="title"/>
          </p:nvPr>
        </p:nvSpPr>
        <p:spPr>
          <a:xfrm>
            <a:off x="221514" y="274638"/>
            <a:ext cx="7843030" cy="1143000"/>
          </a:xfrm>
        </p:spPr>
        <p:txBody>
          <a:bodyPr/>
          <a:lstStyle/>
          <a:p>
            <a:r>
              <a:rPr lang="en-US" altLang="en-US" dirty="0"/>
              <a:t>Examples of Classical Technique</a:t>
            </a:r>
            <a:endParaRPr lang="en-AU" altLang="en-US" dirty="0"/>
          </a:p>
        </p:txBody>
      </p:sp>
      <p:sp>
        <p:nvSpPr>
          <p:cNvPr id="5" name="Rectangle 4">
            <a:extLst>
              <a:ext uri="{FF2B5EF4-FFF2-40B4-BE49-F238E27FC236}">
                <a16:creationId xmlns:a16="http://schemas.microsoft.com/office/drawing/2014/main" id="{1339E94D-2443-4D87-A54F-854E6652FAD0}"/>
              </a:ext>
            </a:extLst>
          </p:cNvPr>
          <p:cNvSpPr/>
          <p:nvPr/>
        </p:nvSpPr>
        <p:spPr bwMode="auto">
          <a:xfrm>
            <a:off x="191072" y="1578700"/>
            <a:ext cx="2364705" cy="1092742"/>
          </a:xfrm>
          <a:prstGeom prst="rect">
            <a:avLst/>
          </a:prstGeom>
          <a:solidFill>
            <a:schemeClr val="accent2">
              <a:lumMod val="75000"/>
            </a:schemeClr>
          </a:solidFill>
          <a:ln w="12700" cap="flat" cmpd="sng" algn="ctr">
            <a:solidFill>
              <a:schemeClr val="accent2">
                <a:lumMod val="40000"/>
                <a:lumOff val="60000"/>
              </a:schemeClr>
            </a:solidFill>
            <a:prstDash val="solid"/>
            <a:round/>
            <a:headEnd type="none" w="med" len="med"/>
            <a:tailEnd type="none" w="med" len="med"/>
          </a:ln>
          <a:effectLst/>
          <a:scene3d>
            <a:camera prst="orthographicFront"/>
            <a:lightRig rig="threePt" dir="t"/>
          </a:scene3d>
          <a:sp3d>
            <a:bevelT w="114300" prst="artDeco"/>
          </a:sp3d>
        </p:spPr>
        <p:txBody>
          <a:bodyPr vert="horz" wrap="square" lIns="91440" tIns="45720" rIns="91440" bIns="45720" numCol="1" rtlCol="0" anchor="ctr" anchorCtr="0" compatLnSpc="1">
            <a:prstTxWarp prst="textNoShape">
              <a:avLst/>
            </a:prstTxWarp>
          </a:bodyPr>
          <a:lstStyle/>
          <a:p>
            <a:pPr algn="ctr" eaLnBrk="1" hangingPunct="1"/>
            <a:r>
              <a:rPr lang="en-US" altLang="en-US" sz="1800" dirty="0">
                <a:solidFill>
                  <a:schemeClr val="bg1"/>
                </a:solidFill>
                <a:latin typeface="Calibri" panose="020F0502020204030204" pitchFamily="34" charset="0"/>
                <a:cs typeface="Calibri" panose="020F0502020204030204" pitchFamily="34" charset="0"/>
              </a:rPr>
              <a:t> Substitution</a:t>
            </a:r>
          </a:p>
        </p:txBody>
      </p:sp>
      <p:sp>
        <p:nvSpPr>
          <p:cNvPr id="8" name="Rectangle 7">
            <a:extLst>
              <a:ext uri="{FF2B5EF4-FFF2-40B4-BE49-F238E27FC236}">
                <a16:creationId xmlns:a16="http://schemas.microsoft.com/office/drawing/2014/main" id="{BBFFCE94-2B8B-4E26-B4B4-A2905616A767}"/>
              </a:ext>
            </a:extLst>
          </p:cNvPr>
          <p:cNvSpPr/>
          <p:nvPr/>
        </p:nvSpPr>
        <p:spPr bwMode="auto">
          <a:xfrm>
            <a:off x="191071" y="4364783"/>
            <a:ext cx="2364705" cy="1092742"/>
          </a:xfrm>
          <a:prstGeom prst="rect">
            <a:avLst/>
          </a:prstGeom>
          <a:solidFill>
            <a:schemeClr val="accent4">
              <a:lumMod val="75000"/>
            </a:schemeClr>
          </a:solidFill>
          <a:ln w="12700" cap="flat" cmpd="sng" algn="ctr">
            <a:solidFill>
              <a:schemeClr val="accent2">
                <a:lumMod val="40000"/>
                <a:lumOff val="60000"/>
              </a:schemeClr>
            </a:solidFill>
            <a:prstDash val="solid"/>
            <a:round/>
            <a:headEnd type="none" w="med" len="med"/>
            <a:tailEnd type="none" w="med" len="med"/>
          </a:ln>
          <a:effectLst/>
          <a:scene3d>
            <a:camera prst="orthographicFront"/>
            <a:lightRig rig="threePt" dir="t"/>
          </a:scene3d>
          <a:sp3d>
            <a:bevelT w="114300" prst="artDeco"/>
          </a:sp3d>
        </p:spPr>
        <p:txBody>
          <a:bodyPr vert="horz" wrap="square" lIns="91440" tIns="45720" rIns="91440" bIns="45720" numCol="1" rtlCol="0" anchor="ctr" anchorCtr="0" compatLnSpc="1">
            <a:prstTxWarp prst="textNoShape">
              <a:avLst/>
            </a:prstTxWarp>
          </a:bodyPr>
          <a:lstStyle/>
          <a:p>
            <a:pPr algn="ctr" eaLnBrk="1" hangingPunct="1"/>
            <a:r>
              <a:rPr lang="en-US" altLang="en-US" dirty="0">
                <a:solidFill>
                  <a:schemeClr val="bg1"/>
                </a:solidFill>
                <a:latin typeface="Calibri" panose="020F0502020204030204" pitchFamily="34" charset="0"/>
                <a:cs typeface="Calibri" panose="020F0502020204030204" pitchFamily="34" charset="0"/>
              </a:rPr>
              <a:t>Transposition</a:t>
            </a:r>
          </a:p>
        </p:txBody>
      </p:sp>
      <p:sp>
        <p:nvSpPr>
          <p:cNvPr id="9" name="Text Box 3">
            <a:extLst>
              <a:ext uri="{FF2B5EF4-FFF2-40B4-BE49-F238E27FC236}">
                <a16:creationId xmlns:a16="http://schemas.microsoft.com/office/drawing/2014/main" id="{EE69BF59-638A-4C71-8EF1-BF8B206F4340}"/>
              </a:ext>
            </a:extLst>
          </p:cNvPr>
          <p:cNvSpPr txBox="1">
            <a:spLocks noChangeArrowheads="1"/>
          </p:cNvSpPr>
          <p:nvPr/>
        </p:nvSpPr>
        <p:spPr bwMode="auto">
          <a:xfrm>
            <a:off x="2745664" y="1268760"/>
            <a:ext cx="6207264" cy="2585323"/>
          </a:xfrm>
          <a:prstGeom prst="rect">
            <a:avLst/>
          </a:prstGeom>
          <a:solidFill>
            <a:schemeClr val="accent2">
              <a:lumMod val="20000"/>
              <a:lumOff val="80000"/>
            </a:schemeClr>
          </a:solidFill>
          <a:ln>
            <a:noFill/>
          </a:ln>
          <a:effectLst/>
        </p:spPr>
        <p:txBody>
          <a:bodyPr wrap="square">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just" eaLnBrk="1" hangingPunct="1"/>
            <a:r>
              <a:rPr lang="en-US" altLang="en-US" sz="1800" dirty="0">
                <a:latin typeface="Calibri" panose="020F0502020204030204" pitchFamily="34" charset="0"/>
                <a:cs typeface="Calibri" panose="020F0502020204030204" pitchFamily="34" charset="0"/>
              </a:rPr>
              <a:t>Substitutions are effective cryptographic devices. In fact, they were the basis of many cryptographic algorithms used for diplomatic communication through the first half of the century.</a:t>
            </a:r>
          </a:p>
          <a:p>
            <a:pPr algn="just" eaLnBrk="1" hangingPunct="1"/>
            <a:endParaRPr lang="en-US" altLang="en-US" sz="1800" dirty="0">
              <a:latin typeface="Calibri" panose="020F0502020204030204" pitchFamily="34" charset="0"/>
              <a:cs typeface="Calibri" panose="020F0502020204030204" pitchFamily="34" charset="0"/>
            </a:endParaRPr>
          </a:p>
          <a:p>
            <a:pPr algn="just" eaLnBrk="1" hangingPunct="1"/>
            <a:r>
              <a:rPr lang="en-US" altLang="en-US" sz="1800" dirty="0">
                <a:latin typeface="Calibri" panose="020F0502020204030204" pitchFamily="34" charset="0"/>
                <a:cs typeface="Calibri" panose="020F0502020204030204" pitchFamily="34" charset="0"/>
              </a:rPr>
              <a:t>But substitution is not the only kind of encryption technique. The goal of substitution is </a:t>
            </a:r>
            <a:r>
              <a:rPr lang="en-US" altLang="en-US" sz="1800" b="1" dirty="0">
                <a:solidFill>
                  <a:srgbClr val="D00000"/>
                </a:solidFill>
                <a:latin typeface="Calibri" panose="020F0502020204030204" pitchFamily="34" charset="0"/>
                <a:cs typeface="Calibri" panose="020F0502020204030204" pitchFamily="34" charset="0"/>
              </a:rPr>
              <a:t>confusion</a:t>
            </a:r>
            <a:r>
              <a:rPr lang="en-US" altLang="en-US" sz="1800" dirty="0">
                <a:latin typeface="Calibri" panose="020F0502020204030204" pitchFamily="34" charset="0"/>
                <a:cs typeface="Calibri" panose="020F0502020204030204" pitchFamily="34" charset="0"/>
              </a:rPr>
              <a:t>; the encryption method is an attempt to make it difficult for a cryptanalyst or intruder to determine how a message and key were transformed into ciphertext.</a:t>
            </a:r>
          </a:p>
        </p:txBody>
      </p:sp>
      <p:sp>
        <p:nvSpPr>
          <p:cNvPr id="15" name="TextBox 14">
            <a:extLst>
              <a:ext uri="{FF2B5EF4-FFF2-40B4-BE49-F238E27FC236}">
                <a16:creationId xmlns:a16="http://schemas.microsoft.com/office/drawing/2014/main" id="{53854FF7-28CB-4169-BA55-A79C45A1AFBA}"/>
              </a:ext>
            </a:extLst>
          </p:cNvPr>
          <p:cNvSpPr txBox="1"/>
          <p:nvPr/>
        </p:nvSpPr>
        <p:spPr>
          <a:xfrm>
            <a:off x="2745664" y="4238840"/>
            <a:ext cx="6240056" cy="1754326"/>
          </a:xfrm>
          <a:prstGeom prst="rect">
            <a:avLst/>
          </a:prstGeom>
          <a:solidFill>
            <a:schemeClr val="accent4">
              <a:lumMod val="20000"/>
              <a:lumOff val="80000"/>
            </a:schemeClr>
          </a:solidFill>
        </p:spPr>
        <p:txBody>
          <a:bodyPr wrap="square">
            <a:spAutoFit/>
          </a:bodyPr>
          <a:lstStyle/>
          <a:p>
            <a:pPr algn="just"/>
            <a:r>
              <a:rPr lang="en-US" dirty="0">
                <a:latin typeface="Calibri" panose="020F0502020204030204" pitchFamily="34" charset="0"/>
                <a:cs typeface="Calibri" panose="020F0502020204030204" pitchFamily="34" charset="0"/>
              </a:rPr>
              <a:t>A transposition</a:t>
            </a:r>
            <a:r>
              <a:rPr lang="en-US" dirty="0">
                <a:solidFill>
                  <a:schemeClr val="accent4">
                    <a:lumMod val="50000"/>
                  </a:schemeClr>
                </a:solidFill>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is an encryption in which the letters of the message are rearranged. With transposition, cryptography aims for </a:t>
            </a:r>
            <a:r>
              <a:rPr lang="en-US" b="1" dirty="0">
                <a:solidFill>
                  <a:srgbClr val="FF0000"/>
                </a:solidFill>
                <a:latin typeface="Calibri" panose="020F0502020204030204" pitchFamily="34" charset="0"/>
                <a:cs typeface="Calibri" panose="020F0502020204030204" pitchFamily="34" charset="0"/>
              </a:rPr>
              <a:t>diffusion</a:t>
            </a:r>
            <a:r>
              <a:rPr lang="en-US" dirty="0">
                <a:latin typeface="Calibri" panose="020F0502020204030204" pitchFamily="34" charset="0"/>
                <a:cs typeface="Calibri" panose="020F0502020204030204" pitchFamily="34" charset="0"/>
              </a:rPr>
              <a:t>, widely spreading the information from the message or key across the ciphertext. Transpositions try to break established patterns. Because a transposition is rearranged of the symbols of a message, it is also known as a permutation.   </a:t>
            </a:r>
          </a:p>
        </p:txBody>
      </p:sp>
      <p:sp>
        <p:nvSpPr>
          <p:cNvPr id="2" name="Oval 1">
            <a:extLst>
              <a:ext uri="{FF2B5EF4-FFF2-40B4-BE49-F238E27FC236}">
                <a16:creationId xmlns:a16="http://schemas.microsoft.com/office/drawing/2014/main" id="{11B2DD8B-D276-4221-94F8-F9F09BD219D1}"/>
              </a:ext>
            </a:extLst>
          </p:cNvPr>
          <p:cNvSpPr/>
          <p:nvPr/>
        </p:nvSpPr>
        <p:spPr bwMode="auto">
          <a:xfrm>
            <a:off x="241176" y="1939181"/>
            <a:ext cx="417700" cy="409699"/>
          </a:xfrm>
          <a:prstGeom prst="ellipse">
            <a:avLst/>
          </a:prstGeom>
          <a:solidFill>
            <a:schemeClr val="accent2">
              <a:lumMod val="75000"/>
            </a:schemeClr>
          </a:solidFill>
          <a:ln w="12700" cap="flat" cmpd="sng" algn="ctr">
            <a:solidFill>
              <a:schemeClr val="bg1"/>
            </a:solidFill>
            <a:prstDash val="solid"/>
            <a:round/>
            <a:headEnd type="none" w="med" len="med"/>
            <a:tailEnd type="none" w="med" len="med"/>
          </a:ln>
          <a:effectLst/>
          <a:scene3d>
            <a:camera prst="orthographicFront"/>
            <a:lightRig rig="threePt" dir="t"/>
          </a:scene3d>
          <a:sp3d>
            <a:bevelT prst="slope"/>
          </a:sp3d>
        </p:spPr>
        <p:txBody>
          <a:bodyPr vert="horz" wrap="squar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1</a:t>
            </a:r>
            <a:endParaRPr kumimoji="0" lang="en-MY" sz="1800" b="0" i="0" u="none" strike="noStrike" cap="none" normalizeH="0" baseline="0" dirty="0">
              <a:ln>
                <a:noFill/>
              </a:ln>
              <a:solidFill>
                <a:schemeClr val="bg1"/>
              </a:solidFill>
              <a:effectLst/>
              <a:latin typeface="Calibri" panose="020F0502020204030204" pitchFamily="34" charset="0"/>
              <a:cs typeface="Calibri" panose="020F0502020204030204" pitchFamily="34" charset="0"/>
            </a:endParaRPr>
          </a:p>
        </p:txBody>
      </p:sp>
      <p:sp>
        <p:nvSpPr>
          <p:cNvPr id="10" name="Oval 9">
            <a:extLst>
              <a:ext uri="{FF2B5EF4-FFF2-40B4-BE49-F238E27FC236}">
                <a16:creationId xmlns:a16="http://schemas.microsoft.com/office/drawing/2014/main" id="{B93763A3-2FC2-4D01-A5B1-75C12C039C47}"/>
              </a:ext>
            </a:extLst>
          </p:cNvPr>
          <p:cNvSpPr/>
          <p:nvPr/>
        </p:nvSpPr>
        <p:spPr bwMode="auto">
          <a:xfrm>
            <a:off x="241176" y="4706304"/>
            <a:ext cx="417700" cy="409699"/>
          </a:xfrm>
          <a:prstGeom prst="ellipse">
            <a:avLst/>
          </a:prstGeom>
          <a:solidFill>
            <a:schemeClr val="accent4">
              <a:lumMod val="75000"/>
            </a:schemeClr>
          </a:solidFill>
          <a:ln w="12700" cap="flat" cmpd="sng" algn="ctr">
            <a:solidFill>
              <a:schemeClr val="bg1"/>
            </a:solidFill>
            <a:prstDash val="solid"/>
            <a:round/>
            <a:headEnd type="none" w="med" len="med"/>
            <a:tailEnd type="none" w="med" len="med"/>
          </a:ln>
          <a:effectLst/>
          <a:scene3d>
            <a:camera prst="orthographicFront"/>
            <a:lightRig rig="threePt" dir="t"/>
          </a:scene3d>
          <a:sp3d>
            <a:bevelT prst="slope"/>
          </a:sp3d>
        </p:spPr>
        <p:txBody>
          <a:bodyPr vert="horz" wrap="squar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2</a:t>
            </a:r>
            <a:endParaRPr kumimoji="0" lang="en-MY" sz="1800" b="0" i="0" u="none" strike="noStrike" cap="none" normalizeH="0" baseline="0" dirty="0">
              <a:ln>
                <a:noFill/>
              </a:ln>
              <a:solidFill>
                <a:schemeClr val="bg1"/>
              </a:solidFill>
              <a:effectLst/>
              <a:latin typeface="Calibri" panose="020F0502020204030204" pitchFamily="34" charset="0"/>
              <a:cs typeface="Calibri" panose="020F0502020204030204" pitchFamily="3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4" name="Rectangle 3">
            <a:extLst>
              <a:ext uri="{FF2B5EF4-FFF2-40B4-BE49-F238E27FC236}">
                <a16:creationId xmlns:a16="http://schemas.microsoft.com/office/drawing/2014/main" id="{7B0A519C-6F69-4A1F-A5EE-8D692CA184F4}"/>
              </a:ext>
            </a:extLst>
          </p:cNvPr>
          <p:cNvSpPr>
            <a:spLocks noGrp="1" noChangeArrowheads="1"/>
          </p:cNvSpPr>
          <p:nvPr>
            <p:ph idx="1"/>
          </p:nvPr>
        </p:nvSpPr>
        <p:spPr>
          <a:xfrm>
            <a:off x="190500" y="1697038"/>
            <a:ext cx="8810625" cy="4525962"/>
          </a:xfrm>
        </p:spPr>
        <p:txBody>
          <a:bodyPr/>
          <a:lstStyle/>
          <a:p>
            <a:r>
              <a:rPr lang="en-US" altLang="en-US" dirty="0"/>
              <a:t>where </a:t>
            </a:r>
            <a:r>
              <a:rPr lang="en-AU" altLang="en-US" dirty="0"/>
              <a:t>letters of plaintext are replaced by other letters or by numbers or symbols.</a:t>
            </a:r>
          </a:p>
          <a:p>
            <a:endParaRPr lang="en-AU" altLang="en-US" dirty="0"/>
          </a:p>
          <a:p>
            <a:r>
              <a:rPr lang="en-US" altLang="en-US" dirty="0"/>
              <a:t>or if plaintext is </a:t>
            </a:r>
            <a:r>
              <a:rPr lang="en-AU" altLang="en-US" dirty="0"/>
              <a:t>viewed as a sequence of bits, then substitution involves replacing plaintext bit patterns with ciphertext bit patterns.</a:t>
            </a:r>
          </a:p>
          <a:p>
            <a:endParaRPr lang="en-AU" altLang="en-US" dirty="0"/>
          </a:p>
          <a:p>
            <a:r>
              <a:rPr lang="en-AU" altLang="en-US" dirty="0"/>
              <a:t>earliest known substitution cipher by Julius Caesar </a:t>
            </a:r>
          </a:p>
          <a:p>
            <a:endParaRPr lang="en-AU" altLang="en-US" dirty="0"/>
          </a:p>
          <a:p>
            <a:r>
              <a:rPr lang="en-AU" altLang="en-US" dirty="0"/>
              <a:t>first attested use in military affairs</a:t>
            </a:r>
          </a:p>
          <a:p>
            <a:endParaRPr lang="en-AU" altLang="en-US" dirty="0"/>
          </a:p>
        </p:txBody>
      </p:sp>
      <p:sp>
        <p:nvSpPr>
          <p:cNvPr id="225283" name="Rectangle 2">
            <a:extLst>
              <a:ext uri="{FF2B5EF4-FFF2-40B4-BE49-F238E27FC236}">
                <a16:creationId xmlns:a16="http://schemas.microsoft.com/office/drawing/2014/main" id="{6AE88896-F1C7-46F2-9356-AF225B935111}"/>
              </a:ext>
            </a:extLst>
          </p:cNvPr>
          <p:cNvSpPr>
            <a:spLocks noGrp="1" noChangeArrowheads="1"/>
          </p:cNvSpPr>
          <p:nvPr>
            <p:ph type="title"/>
          </p:nvPr>
        </p:nvSpPr>
        <p:spPr>
          <a:xfrm>
            <a:off x="221514" y="274638"/>
            <a:ext cx="7843030" cy="1143000"/>
          </a:xfrm>
        </p:spPr>
        <p:txBody>
          <a:bodyPr/>
          <a:lstStyle/>
          <a:p>
            <a:r>
              <a:rPr lang="en-AU" altLang="en-US" dirty="0"/>
              <a:t>1. Substitution (Caesar Cipher)</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1" name="Rectangle 2">
            <a:extLst>
              <a:ext uri="{FF2B5EF4-FFF2-40B4-BE49-F238E27FC236}">
                <a16:creationId xmlns:a16="http://schemas.microsoft.com/office/drawing/2014/main" id="{23748192-A2FD-433F-B824-135EA61D8FA4}"/>
              </a:ext>
            </a:extLst>
          </p:cNvPr>
          <p:cNvSpPr>
            <a:spLocks noGrp="1" noChangeArrowheads="1"/>
          </p:cNvSpPr>
          <p:nvPr>
            <p:ph type="title"/>
          </p:nvPr>
        </p:nvSpPr>
        <p:spPr>
          <a:xfrm>
            <a:off x="221514" y="274638"/>
            <a:ext cx="7843030" cy="526978"/>
          </a:xfrm>
        </p:spPr>
        <p:txBody>
          <a:bodyPr/>
          <a:lstStyle/>
          <a:p>
            <a:r>
              <a:rPr lang="en-AU" altLang="en-US" dirty="0"/>
              <a:t>Caesar Cipher</a:t>
            </a:r>
          </a:p>
        </p:txBody>
      </p:sp>
      <p:pic>
        <p:nvPicPr>
          <p:cNvPr id="21" name="Picture 20">
            <a:extLst>
              <a:ext uri="{FF2B5EF4-FFF2-40B4-BE49-F238E27FC236}">
                <a16:creationId xmlns:a16="http://schemas.microsoft.com/office/drawing/2014/main" id="{8090131D-02CC-7540-B388-2F9088D378CE}"/>
              </a:ext>
            </a:extLst>
          </p:cNvPr>
          <p:cNvPicPr>
            <a:picLocks noChangeAspect="1"/>
          </p:cNvPicPr>
          <p:nvPr/>
        </p:nvPicPr>
        <p:blipFill>
          <a:blip r:embed="rId3"/>
          <a:stretch>
            <a:fillRect/>
          </a:stretch>
        </p:blipFill>
        <p:spPr>
          <a:xfrm>
            <a:off x="107504" y="801616"/>
            <a:ext cx="8730571" cy="5539881"/>
          </a:xfrm>
          <a:prstGeom prst="rect">
            <a:avLst/>
          </a:prstGeom>
        </p:spPr>
      </p:pic>
    </p:spTree>
    <p:extLst>
      <p:ext uri="{BB962C8B-B14F-4D97-AF65-F5344CB8AC3E}">
        <p14:creationId xmlns:p14="http://schemas.microsoft.com/office/powerpoint/2010/main" val="40115559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3" name="Text Box 2">
            <a:extLst>
              <a:ext uri="{FF2B5EF4-FFF2-40B4-BE49-F238E27FC236}">
                <a16:creationId xmlns:a16="http://schemas.microsoft.com/office/drawing/2014/main" id="{66EC5187-2DB9-44BA-8E1A-B9EE6E61EDB8}"/>
              </a:ext>
            </a:extLst>
          </p:cNvPr>
          <p:cNvSpPr txBox="1">
            <a:spLocks noChangeArrowheads="1"/>
          </p:cNvSpPr>
          <p:nvPr/>
        </p:nvSpPr>
        <p:spPr bwMode="auto">
          <a:xfrm>
            <a:off x="2209800" y="228600"/>
            <a:ext cx="432593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r>
              <a:rPr lang="en-US" altLang="en-US" sz="2800" b="1" dirty="0">
                <a:latin typeface="Times New Roman" panose="02020603050405020304" pitchFamily="18" charset="0"/>
              </a:rPr>
              <a:t>To test your understanding</a:t>
            </a:r>
          </a:p>
        </p:txBody>
      </p:sp>
      <p:sp>
        <p:nvSpPr>
          <p:cNvPr id="235524" name="Text Box 3">
            <a:extLst>
              <a:ext uri="{FF2B5EF4-FFF2-40B4-BE49-F238E27FC236}">
                <a16:creationId xmlns:a16="http://schemas.microsoft.com/office/drawing/2014/main" id="{072B21CA-0CCF-4FB6-BC64-30B8B01795E2}"/>
              </a:ext>
            </a:extLst>
          </p:cNvPr>
          <p:cNvSpPr txBox="1">
            <a:spLocks noChangeArrowheads="1"/>
          </p:cNvSpPr>
          <p:nvPr/>
        </p:nvSpPr>
        <p:spPr bwMode="auto">
          <a:xfrm>
            <a:off x="251520" y="1196752"/>
            <a:ext cx="8640960" cy="4789488"/>
          </a:xfrm>
          <a:prstGeom prst="rect">
            <a:avLst/>
          </a:prstGeom>
          <a:solidFill>
            <a:schemeClr val="accent1">
              <a:lumMod val="20000"/>
              <a:lumOff val="80000"/>
            </a:schemeClr>
          </a:solidFill>
          <a:ln>
            <a:solidFill>
              <a:schemeClr val="bg1"/>
            </a:solidFill>
          </a:ln>
          <a:effectLst/>
        </p:spPr>
        <p:txBody>
          <a:bodyPr wrap="square">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just" eaLnBrk="1" hangingPunct="1"/>
            <a:r>
              <a:rPr lang="en-US" altLang="en-US" sz="2800" dirty="0">
                <a:latin typeface="Times New Roman" panose="02020603050405020304" pitchFamily="18" charset="0"/>
              </a:rPr>
              <a:t>Caesar wants to arrange a secret meeting with Marc Anthony, either at the Tiber (the river) or at the Coliseum (the arena). He sends the ciphertext EVIRE. However, Anthony does not know the key, so he tries all possibilities. Where will he meet Caesar?</a:t>
            </a:r>
          </a:p>
          <a:p>
            <a:pPr algn="just" eaLnBrk="1" hangingPunct="1"/>
            <a:endParaRPr lang="en-US" altLang="en-US" sz="2800" dirty="0">
              <a:latin typeface="Times New Roman" panose="02020603050405020304" pitchFamily="18" charset="0"/>
            </a:endParaRPr>
          </a:p>
          <a:p>
            <a:pPr algn="just" eaLnBrk="1" hangingPunct="1"/>
            <a:r>
              <a:rPr lang="en-US" altLang="en-US" sz="2800" dirty="0">
                <a:latin typeface="Times New Roman" panose="02020603050405020304" pitchFamily="18" charset="0"/>
              </a:rPr>
              <a:t>Among the shifts of EVIRE, there are two words: arena and river. Therefore, Anthony cannot determine where to meet Caesar.</a:t>
            </a:r>
          </a:p>
          <a:p>
            <a:pPr algn="just" eaLnBrk="1" hangingPunct="1"/>
            <a:endParaRPr lang="en-US" altLang="en-US" sz="2800" dirty="0">
              <a:latin typeface="Times New Roman" panose="02020603050405020304" pitchFamily="18" charset="0"/>
            </a:endParaRPr>
          </a:p>
          <a:p>
            <a:pPr algn="just" eaLnBrk="1" hangingPunct="1"/>
            <a:endParaRPr lang="en-US" altLang="en-US" sz="2800" dirty="0">
              <a:latin typeface="Times New Roman" panose="02020603050405020304"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2" name="Rectangle 3">
            <a:extLst>
              <a:ext uri="{FF2B5EF4-FFF2-40B4-BE49-F238E27FC236}">
                <a16:creationId xmlns:a16="http://schemas.microsoft.com/office/drawing/2014/main" id="{56B818B5-9BAE-4A57-A807-15F1CFF5DE3B}"/>
              </a:ext>
            </a:extLst>
          </p:cNvPr>
          <p:cNvSpPr>
            <a:spLocks noGrp="1" noChangeArrowheads="1"/>
          </p:cNvSpPr>
          <p:nvPr>
            <p:ph idx="1"/>
          </p:nvPr>
        </p:nvSpPr>
        <p:spPr>
          <a:xfrm>
            <a:off x="190500" y="1697038"/>
            <a:ext cx="8810625" cy="4525962"/>
          </a:xfrm>
          <a:solidFill>
            <a:schemeClr val="accent1">
              <a:lumMod val="20000"/>
              <a:lumOff val="80000"/>
            </a:schemeClr>
          </a:solidFill>
          <a:ln>
            <a:solidFill>
              <a:schemeClr val="bg1"/>
            </a:solidFill>
          </a:ln>
        </p:spPr>
        <p:txBody>
          <a:bodyPr/>
          <a:lstStyle/>
          <a:p>
            <a:r>
              <a:rPr lang="en-AU" altLang="en-US" dirty="0"/>
              <a:t>only have 26 possible ciphers </a:t>
            </a:r>
          </a:p>
          <a:p>
            <a:pPr lvl="1"/>
            <a:r>
              <a:rPr lang="en-AU" altLang="en-US" dirty="0"/>
              <a:t>A maps to A, B,..Z </a:t>
            </a:r>
          </a:p>
          <a:p>
            <a:r>
              <a:rPr lang="en-AU" altLang="en-US" dirty="0"/>
              <a:t>could simply try each in turn </a:t>
            </a:r>
          </a:p>
          <a:p>
            <a:r>
              <a:rPr lang="en-AU" altLang="en-US" dirty="0"/>
              <a:t>a brute force search </a:t>
            </a:r>
          </a:p>
          <a:p>
            <a:r>
              <a:rPr lang="en-AU" altLang="en-US" dirty="0"/>
              <a:t>given ciphertext, just try all shifts of letters</a:t>
            </a:r>
          </a:p>
          <a:p>
            <a:r>
              <a:rPr lang="en-US" altLang="en-US" dirty="0"/>
              <a:t>do need to recognize when to have plaintext</a:t>
            </a:r>
            <a:endParaRPr lang="en-AU" altLang="en-US" dirty="0"/>
          </a:p>
        </p:txBody>
      </p:sp>
      <p:sp>
        <p:nvSpPr>
          <p:cNvPr id="237571" name="Rectangle 2">
            <a:extLst>
              <a:ext uri="{FF2B5EF4-FFF2-40B4-BE49-F238E27FC236}">
                <a16:creationId xmlns:a16="http://schemas.microsoft.com/office/drawing/2014/main" id="{BE1ECC33-629E-4A79-A08D-97E5F4BEE34B}"/>
              </a:ext>
            </a:extLst>
          </p:cNvPr>
          <p:cNvSpPr>
            <a:spLocks noGrp="1" noChangeArrowheads="1"/>
          </p:cNvSpPr>
          <p:nvPr>
            <p:ph type="title"/>
          </p:nvPr>
        </p:nvSpPr>
        <p:spPr>
          <a:xfrm>
            <a:off x="221514" y="274638"/>
            <a:ext cx="7843030" cy="1143000"/>
          </a:xfrm>
        </p:spPr>
        <p:txBody>
          <a:bodyPr/>
          <a:lstStyle/>
          <a:p>
            <a:r>
              <a:rPr lang="en-AU" altLang="en-US" dirty="0"/>
              <a:t>Cryptanalysis of Caesar Cipher </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4" name="Rectangle 3">
            <a:extLst>
              <a:ext uri="{FF2B5EF4-FFF2-40B4-BE49-F238E27FC236}">
                <a16:creationId xmlns:a16="http://schemas.microsoft.com/office/drawing/2014/main" id="{C860CBF5-20B6-4339-BB42-061A176504C6}"/>
              </a:ext>
            </a:extLst>
          </p:cNvPr>
          <p:cNvSpPr>
            <a:spLocks noGrp="1" noChangeArrowheads="1"/>
          </p:cNvSpPr>
          <p:nvPr>
            <p:ph idx="1"/>
          </p:nvPr>
        </p:nvSpPr>
        <p:spPr>
          <a:xfrm>
            <a:off x="190500" y="1697038"/>
            <a:ext cx="8810625" cy="4525962"/>
          </a:xfrm>
        </p:spPr>
        <p:txBody>
          <a:bodyPr/>
          <a:lstStyle/>
          <a:p>
            <a:r>
              <a:rPr lang="en-AU" altLang="en-US" dirty="0"/>
              <a:t>now consider classical transposition or permutation ciphers </a:t>
            </a:r>
          </a:p>
          <a:p>
            <a:r>
              <a:rPr lang="en-AU" altLang="en-US" dirty="0"/>
              <a:t>these hide the message by rearranging the letter order </a:t>
            </a:r>
          </a:p>
          <a:p>
            <a:r>
              <a:rPr lang="en-AU" altLang="en-US" dirty="0"/>
              <a:t>without altering the actual letters used</a:t>
            </a:r>
          </a:p>
          <a:p>
            <a:r>
              <a:rPr lang="en-AU" altLang="en-US" dirty="0"/>
              <a:t>can recognise these since have the same frequency distribution as the original text </a:t>
            </a:r>
          </a:p>
        </p:txBody>
      </p:sp>
      <p:sp>
        <p:nvSpPr>
          <p:cNvPr id="245763" name="Rectangle 2">
            <a:extLst>
              <a:ext uri="{FF2B5EF4-FFF2-40B4-BE49-F238E27FC236}">
                <a16:creationId xmlns:a16="http://schemas.microsoft.com/office/drawing/2014/main" id="{FB0752B8-0838-4B2E-AF8A-8AAD801317B1}"/>
              </a:ext>
            </a:extLst>
          </p:cNvPr>
          <p:cNvSpPr>
            <a:spLocks noGrp="1" noChangeArrowheads="1"/>
          </p:cNvSpPr>
          <p:nvPr>
            <p:ph type="title"/>
          </p:nvPr>
        </p:nvSpPr>
        <p:spPr>
          <a:xfrm>
            <a:off x="221514" y="274638"/>
            <a:ext cx="7843030" cy="1143000"/>
          </a:xfrm>
        </p:spPr>
        <p:txBody>
          <a:bodyPr/>
          <a:lstStyle/>
          <a:p>
            <a:r>
              <a:rPr lang="en-AU" altLang="en-US" dirty="0"/>
              <a:t>2. Transposition Ciphers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1" name="Rectangle 2">
            <a:extLst>
              <a:ext uri="{FF2B5EF4-FFF2-40B4-BE49-F238E27FC236}">
                <a16:creationId xmlns:a16="http://schemas.microsoft.com/office/drawing/2014/main" id="{F0281002-4401-43C7-8555-3756FCCB5C16}"/>
              </a:ext>
            </a:extLst>
          </p:cNvPr>
          <p:cNvSpPr>
            <a:spLocks noGrp="1" noChangeArrowheads="1"/>
          </p:cNvSpPr>
          <p:nvPr>
            <p:ph type="title"/>
          </p:nvPr>
        </p:nvSpPr>
        <p:spPr>
          <a:xfrm>
            <a:off x="221514" y="274638"/>
            <a:ext cx="7843030" cy="1143000"/>
          </a:xfrm>
        </p:spPr>
        <p:txBody>
          <a:bodyPr/>
          <a:lstStyle/>
          <a:p>
            <a:r>
              <a:rPr lang="en-AU" altLang="en-US" dirty="0"/>
              <a:t>Rail Fence cipher</a:t>
            </a:r>
          </a:p>
        </p:txBody>
      </p:sp>
      <p:sp>
        <p:nvSpPr>
          <p:cNvPr id="54" name="Rectangle 3">
            <a:extLst>
              <a:ext uri="{FF2B5EF4-FFF2-40B4-BE49-F238E27FC236}">
                <a16:creationId xmlns:a16="http://schemas.microsoft.com/office/drawing/2014/main" id="{3E16A544-C259-4912-9F8D-E4DDDB890A97}"/>
              </a:ext>
            </a:extLst>
          </p:cNvPr>
          <p:cNvSpPr txBox="1">
            <a:spLocks noChangeArrowheads="1"/>
          </p:cNvSpPr>
          <p:nvPr/>
        </p:nvSpPr>
        <p:spPr bwMode="auto">
          <a:xfrm>
            <a:off x="457200" y="1219200"/>
            <a:ext cx="8229600" cy="1520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Blip>
                <a:blip r:embed="rId3"/>
              </a:buBlip>
              <a:defRPr sz="2000" kern="1200">
                <a:solidFill>
                  <a:schemeClr val="tx1"/>
                </a:solidFill>
                <a:latin typeface="+mn-lt"/>
                <a:ea typeface="+mn-ea"/>
                <a:cs typeface="+mn-cs"/>
              </a:defRPr>
            </a:lvl1pPr>
            <a:lvl2pPr marL="742950" indent="-285750" algn="l" rtl="0" eaLnBrk="0" fontAlgn="base" hangingPunct="0">
              <a:spcBef>
                <a:spcPct val="20000"/>
              </a:spcBef>
              <a:spcAft>
                <a:spcPct val="0"/>
              </a:spcAft>
              <a:buBlip>
                <a:blip r:embed="rId4"/>
              </a:buBlip>
              <a:defRPr sz="2000" kern="1200">
                <a:solidFill>
                  <a:schemeClr val="tx1"/>
                </a:solidFill>
                <a:latin typeface="+mn-lt"/>
                <a:ea typeface="+mn-ea"/>
                <a:cs typeface="+mn-cs"/>
              </a:defRPr>
            </a:lvl2pPr>
            <a:lvl3pPr marL="1143000" indent="-228600" algn="l" rtl="0" eaLnBrk="0" fontAlgn="base" hangingPunct="0">
              <a:spcBef>
                <a:spcPct val="20000"/>
              </a:spcBef>
              <a:spcAft>
                <a:spcPct val="0"/>
              </a:spcAft>
              <a:buBlip>
                <a:blip r:embed="rId5"/>
              </a:buBlip>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base" latinLnBrk="0" hangingPunct="1">
              <a:lnSpc>
                <a:spcPct val="100000"/>
              </a:lnSpc>
              <a:spcBef>
                <a:spcPct val="20000"/>
              </a:spcBef>
              <a:spcAft>
                <a:spcPct val="0"/>
              </a:spcAft>
              <a:buClrTx/>
              <a:buSzTx/>
              <a:buFontTx/>
              <a:buBlip>
                <a:blip r:embed="rId3"/>
              </a:buBlip>
              <a:tabLst/>
              <a:defRPr/>
            </a:pPr>
            <a:r>
              <a:rPr kumimoji="0" lang="en-AU" altLang="en-US" sz="1800" b="0" i="0" u="none" strike="noStrike" kern="1200" cap="none" spc="0" normalizeH="0" baseline="0" noProof="0" dirty="0">
                <a:ln>
                  <a:noFill/>
                </a:ln>
                <a:solidFill>
                  <a:srgbClr val="000000"/>
                </a:solidFill>
                <a:effectLst/>
                <a:uLnTx/>
                <a:uFillTx/>
                <a:latin typeface="Palatino Linotype"/>
                <a:ea typeface="+mn-ea"/>
                <a:cs typeface="+mn-cs"/>
              </a:rPr>
              <a:t>write message letters out diagonally over a few rows </a:t>
            </a:r>
          </a:p>
          <a:p>
            <a:pPr marL="342900" marR="0" lvl="0" indent="-342900" algn="l" defTabSz="914400" rtl="0" eaLnBrk="1" fontAlgn="base" latinLnBrk="0" hangingPunct="1">
              <a:lnSpc>
                <a:spcPct val="100000"/>
              </a:lnSpc>
              <a:spcBef>
                <a:spcPct val="20000"/>
              </a:spcBef>
              <a:spcAft>
                <a:spcPct val="0"/>
              </a:spcAft>
              <a:buClrTx/>
              <a:buSzTx/>
              <a:buFontTx/>
              <a:buBlip>
                <a:blip r:embed="rId3"/>
              </a:buBlip>
              <a:tabLst/>
              <a:defRPr/>
            </a:pPr>
            <a:r>
              <a:rPr kumimoji="0" lang="en-AU" altLang="en-US" sz="1800" b="0" i="0" u="none" strike="noStrike" kern="1200" cap="none" spc="0" normalizeH="0" baseline="0" noProof="0" dirty="0">
                <a:ln>
                  <a:noFill/>
                </a:ln>
                <a:solidFill>
                  <a:srgbClr val="000000"/>
                </a:solidFill>
                <a:effectLst/>
                <a:uLnTx/>
                <a:uFillTx/>
                <a:latin typeface="Palatino Linotype"/>
                <a:ea typeface="+mn-ea"/>
                <a:cs typeface="+mn-cs"/>
              </a:rPr>
              <a:t>then read off cipher row by row</a:t>
            </a:r>
          </a:p>
          <a:p>
            <a:pPr marL="342900" marR="0" lvl="0" indent="-342900" algn="l" defTabSz="914400" rtl="0" eaLnBrk="1" fontAlgn="base" latinLnBrk="0" hangingPunct="1">
              <a:lnSpc>
                <a:spcPct val="100000"/>
              </a:lnSpc>
              <a:spcBef>
                <a:spcPct val="20000"/>
              </a:spcBef>
              <a:spcAft>
                <a:spcPct val="0"/>
              </a:spcAft>
              <a:buClrTx/>
              <a:buSzTx/>
              <a:buFontTx/>
              <a:buBlip>
                <a:blip r:embed="rId3"/>
              </a:buBlip>
              <a:tabLst/>
              <a:defRPr/>
            </a:pPr>
            <a:r>
              <a:rPr kumimoji="0" lang="en-US" altLang="en-US" sz="1800" b="0" i="0" u="none" strike="noStrike" kern="1200" cap="none" spc="0" normalizeH="0" baseline="0" noProof="0" dirty="0">
                <a:ln>
                  <a:noFill/>
                </a:ln>
                <a:solidFill>
                  <a:srgbClr val="000000"/>
                </a:solidFill>
                <a:effectLst/>
                <a:uLnTx/>
                <a:uFillTx/>
                <a:latin typeface="Palatino Linotype"/>
                <a:ea typeface="+mn-ea"/>
                <a:cs typeface="+mn-cs"/>
              </a:rPr>
              <a:t>e.g., write the message out as: </a:t>
            </a:r>
            <a:r>
              <a:rPr kumimoji="0" lang="en-AU" altLang="en-US" sz="1800" b="0" i="0" u="none" strike="noStrike" kern="1200" cap="none" spc="0" normalizeH="0" baseline="0" noProof="0" dirty="0">
                <a:ln>
                  <a:noFill/>
                </a:ln>
                <a:solidFill>
                  <a:srgbClr val="000000"/>
                </a:solidFill>
                <a:effectLst/>
                <a:uLnTx/>
                <a:uFillTx/>
                <a:latin typeface="Palatino Linotype"/>
                <a:ea typeface="+mn-ea"/>
                <a:cs typeface="+mn-cs"/>
              </a:rPr>
              <a:t>“</a:t>
            </a:r>
            <a:r>
              <a:rPr kumimoji="0" lang="en-AU" altLang="en-US" sz="1800" b="1" i="0" u="none" strike="noStrike" kern="1200" cap="none" spc="0" normalizeH="0" baseline="0" noProof="0" dirty="0">
                <a:ln>
                  <a:noFill/>
                </a:ln>
                <a:solidFill>
                  <a:srgbClr val="000000"/>
                </a:solidFill>
                <a:effectLst/>
                <a:uLnTx/>
                <a:uFillTx/>
                <a:latin typeface="Palatino Linotype"/>
                <a:ea typeface="+mn-ea"/>
                <a:cs typeface="+mn-cs"/>
              </a:rPr>
              <a:t>meet me after the toga party</a:t>
            </a:r>
            <a:r>
              <a:rPr kumimoji="0" lang="en-AU" altLang="en-US" sz="1800" b="0" i="0" u="none" strike="noStrike" kern="1200" cap="none" spc="0" normalizeH="0" baseline="0" noProof="0" dirty="0">
                <a:ln>
                  <a:noFill/>
                </a:ln>
                <a:solidFill>
                  <a:srgbClr val="000000"/>
                </a:solidFill>
                <a:effectLst/>
                <a:uLnTx/>
                <a:uFillTx/>
                <a:latin typeface="Palatino Linotype"/>
                <a:ea typeface="+mn-ea"/>
                <a:cs typeface="+mn-cs"/>
              </a:rPr>
              <a:t>”</a:t>
            </a:r>
          </a:p>
          <a:p>
            <a:pPr marL="742950" marR="0" lvl="1" indent="-285750" algn="l" defTabSz="914400" rtl="0" eaLnBrk="1" fontAlgn="base" latinLnBrk="0" hangingPunct="1">
              <a:lnSpc>
                <a:spcPct val="100000"/>
              </a:lnSpc>
              <a:spcBef>
                <a:spcPct val="20000"/>
              </a:spcBef>
              <a:spcAft>
                <a:spcPct val="0"/>
              </a:spcAft>
              <a:buClrTx/>
              <a:buSzTx/>
              <a:buFontTx/>
              <a:buNone/>
              <a:tabLst/>
              <a:defRPr/>
            </a:pPr>
            <a:endParaRPr kumimoji="0" lang="en-AU" altLang="en-US" sz="1800" b="0" i="0" u="none" strike="noStrike" kern="1200" cap="none" spc="0" normalizeH="0" baseline="0" noProof="0" dirty="0">
              <a:ln>
                <a:noFill/>
              </a:ln>
              <a:solidFill>
                <a:srgbClr val="000000"/>
              </a:solidFill>
              <a:effectLst/>
              <a:uLnTx/>
              <a:uFillTx/>
              <a:latin typeface="Palatino Linotype"/>
              <a:ea typeface="+mn-ea"/>
              <a:cs typeface="+mn-cs"/>
            </a:endParaRPr>
          </a:p>
          <a:p>
            <a:pPr marL="742950" marR="0" lvl="1" indent="-285750" algn="l" defTabSz="914400" rtl="0" eaLnBrk="1" fontAlgn="base" latinLnBrk="0" hangingPunct="1">
              <a:lnSpc>
                <a:spcPct val="100000"/>
              </a:lnSpc>
              <a:spcBef>
                <a:spcPct val="20000"/>
              </a:spcBef>
              <a:spcAft>
                <a:spcPct val="0"/>
              </a:spcAft>
              <a:buClrTx/>
              <a:buSzTx/>
              <a:buFontTx/>
              <a:buBlip>
                <a:blip r:embed="rId4"/>
              </a:buBlip>
              <a:tabLst/>
              <a:defRPr/>
            </a:pPr>
            <a:endParaRPr kumimoji="0" lang="en-AU" altLang="en-US" sz="1800" b="0" i="0" u="none" strike="noStrike" kern="1200" cap="none" spc="0" normalizeH="0" baseline="0" noProof="0" dirty="0">
              <a:ln>
                <a:noFill/>
              </a:ln>
              <a:solidFill>
                <a:srgbClr val="000000"/>
              </a:solidFill>
              <a:effectLst/>
              <a:uLnTx/>
              <a:uFillTx/>
              <a:latin typeface="Palatino Linotype"/>
              <a:ea typeface="+mn-ea"/>
              <a:cs typeface="+mn-cs"/>
            </a:endParaRPr>
          </a:p>
        </p:txBody>
      </p:sp>
      <p:sp>
        <p:nvSpPr>
          <p:cNvPr id="55" name="Rectangle 3">
            <a:extLst>
              <a:ext uri="{FF2B5EF4-FFF2-40B4-BE49-F238E27FC236}">
                <a16:creationId xmlns:a16="http://schemas.microsoft.com/office/drawing/2014/main" id="{CC7A2B77-C462-49DE-B929-488D94ADA947}"/>
              </a:ext>
            </a:extLst>
          </p:cNvPr>
          <p:cNvSpPr txBox="1">
            <a:spLocks noChangeArrowheads="1"/>
          </p:cNvSpPr>
          <p:nvPr/>
        </p:nvSpPr>
        <p:spPr bwMode="auto">
          <a:xfrm>
            <a:off x="423409" y="3429000"/>
            <a:ext cx="8229600" cy="8726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Blip>
                <a:blip r:embed="rId3"/>
              </a:buBlip>
              <a:defRPr sz="2000" kern="1200">
                <a:solidFill>
                  <a:schemeClr val="tx1"/>
                </a:solidFill>
                <a:latin typeface="+mn-lt"/>
                <a:ea typeface="+mn-ea"/>
                <a:cs typeface="+mn-cs"/>
              </a:defRPr>
            </a:lvl1pPr>
            <a:lvl2pPr marL="742950" indent="-285750" algn="l" rtl="0" eaLnBrk="0" fontAlgn="base" hangingPunct="0">
              <a:spcBef>
                <a:spcPct val="20000"/>
              </a:spcBef>
              <a:spcAft>
                <a:spcPct val="0"/>
              </a:spcAft>
              <a:buBlip>
                <a:blip r:embed="rId4"/>
              </a:buBlip>
              <a:defRPr sz="2000" kern="1200">
                <a:solidFill>
                  <a:schemeClr val="tx1"/>
                </a:solidFill>
                <a:latin typeface="+mn-lt"/>
                <a:ea typeface="+mn-ea"/>
                <a:cs typeface="+mn-cs"/>
              </a:defRPr>
            </a:lvl2pPr>
            <a:lvl3pPr marL="1143000" indent="-228600" algn="l" rtl="0" eaLnBrk="0" fontAlgn="base" hangingPunct="0">
              <a:spcBef>
                <a:spcPct val="20000"/>
              </a:spcBef>
              <a:spcAft>
                <a:spcPct val="0"/>
              </a:spcAft>
              <a:buBlip>
                <a:blip r:embed="rId5"/>
              </a:buBlip>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42950" marR="0" lvl="1" indent="-285750" algn="l" defTabSz="914400" rtl="0" eaLnBrk="1" fontAlgn="base" latinLnBrk="0" hangingPunct="1">
              <a:lnSpc>
                <a:spcPct val="100000"/>
              </a:lnSpc>
              <a:spcBef>
                <a:spcPct val="20000"/>
              </a:spcBef>
              <a:spcAft>
                <a:spcPct val="0"/>
              </a:spcAft>
              <a:buClrTx/>
              <a:buSzTx/>
              <a:buFontTx/>
              <a:buNone/>
              <a:tabLst/>
              <a:defRPr/>
            </a:pPr>
            <a:endParaRPr kumimoji="0" lang="en-AU" altLang="en-US" sz="20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Blip>
                <a:blip r:embed="rId3"/>
              </a:buBlip>
              <a:tabLst/>
              <a:defRPr/>
            </a:pPr>
            <a:r>
              <a:rPr kumimoji="0" lang="en-US" altLang="en-US" sz="1800" b="0" i="0" u="none" strike="noStrike" kern="1200" cap="none" spc="0" normalizeH="0" baseline="0" noProof="0" dirty="0">
                <a:ln>
                  <a:noFill/>
                </a:ln>
                <a:solidFill>
                  <a:srgbClr val="000000"/>
                </a:solidFill>
                <a:effectLst/>
                <a:uLnTx/>
                <a:uFillTx/>
                <a:latin typeface="Palatino Linotype"/>
                <a:ea typeface="+mn-ea"/>
                <a:cs typeface="+mn-cs"/>
              </a:rPr>
              <a:t>giving ciphertext: </a:t>
            </a:r>
            <a:r>
              <a:rPr kumimoji="0" lang="en-AU" altLang="en-US" sz="20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MEMATRHTGPRYETEFETEOAAT</a:t>
            </a:r>
            <a:endParaRPr kumimoji="0" lang="en-AU" altLang="en-US" sz="1800" b="0" i="0" u="none" strike="noStrike" kern="1200" cap="none" spc="0" normalizeH="0" baseline="0" noProof="0" dirty="0">
              <a:ln>
                <a:noFill/>
              </a:ln>
              <a:solidFill>
                <a:srgbClr val="000000"/>
              </a:solidFill>
              <a:effectLst/>
              <a:uLnTx/>
              <a:uFillTx/>
              <a:latin typeface="Palatino Linotype"/>
              <a:ea typeface="+mn-ea"/>
              <a:cs typeface="+mn-cs"/>
            </a:endParaRPr>
          </a:p>
        </p:txBody>
      </p:sp>
      <p:sp>
        <p:nvSpPr>
          <p:cNvPr id="57" name="Rectangle 5">
            <a:extLst>
              <a:ext uri="{FF2B5EF4-FFF2-40B4-BE49-F238E27FC236}">
                <a16:creationId xmlns:a16="http://schemas.microsoft.com/office/drawing/2014/main" id="{C76FC863-D9BD-451E-88C1-52AE46C19578}"/>
              </a:ext>
            </a:extLst>
          </p:cNvPr>
          <p:cNvSpPr>
            <a:spLocks noChangeArrowheads="1"/>
          </p:cNvSpPr>
          <p:nvPr/>
        </p:nvSpPr>
        <p:spPr bwMode="auto">
          <a:xfrm>
            <a:off x="457200" y="2892425"/>
            <a:ext cx="364435" cy="304800"/>
          </a:xfrm>
          <a:prstGeom prst="rect">
            <a:avLst/>
          </a:prstGeom>
          <a:solidFill>
            <a:schemeClr val="accent2">
              <a:lumMod val="50000"/>
            </a:schemeClr>
          </a:solidFill>
          <a:ln w="9525">
            <a:solidFill>
              <a:schemeClr val="bg1"/>
            </a:solidFill>
            <a:miter lim="800000"/>
            <a:headEnd/>
            <a:tailEnd/>
          </a:ln>
          <a:effec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800" b="1">
                <a:solidFill>
                  <a:schemeClr val="bg1"/>
                </a:solidFill>
                <a:latin typeface="Calibri" panose="020F0502020204030204" pitchFamily="34" charset="0"/>
                <a:cs typeface="Calibri" panose="020F0502020204030204" pitchFamily="34" charset="0"/>
              </a:rPr>
              <a:t>m</a:t>
            </a:r>
          </a:p>
        </p:txBody>
      </p:sp>
      <p:sp>
        <p:nvSpPr>
          <p:cNvPr id="58" name="Rectangle 6">
            <a:extLst>
              <a:ext uri="{FF2B5EF4-FFF2-40B4-BE49-F238E27FC236}">
                <a16:creationId xmlns:a16="http://schemas.microsoft.com/office/drawing/2014/main" id="{F3EC9CFD-4B00-4874-B1F0-F51CEF57372D}"/>
              </a:ext>
            </a:extLst>
          </p:cNvPr>
          <p:cNvSpPr>
            <a:spLocks noChangeArrowheads="1"/>
          </p:cNvSpPr>
          <p:nvPr/>
        </p:nvSpPr>
        <p:spPr bwMode="auto">
          <a:xfrm>
            <a:off x="457200" y="3197225"/>
            <a:ext cx="364435" cy="304800"/>
          </a:xfrm>
          <a:prstGeom prst="rect">
            <a:avLst/>
          </a:prstGeom>
          <a:solidFill>
            <a:schemeClr val="accent2"/>
          </a:solidFill>
          <a:ln w="9525">
            <a:solidFill>
              <a:schemeClr val="bg1"/>
            </a:solidFill>
            <a:miter lim="800000"/>
            <a:headEnd/>
            <a:tailEnd/>
          </a:ln>
          <a:effec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800" dirty="0">
                <a:solidFill>
                  <a:schemeClr val="bg1"/>
                </a:solidFill>
                <a:latin typeface="Calibri" panose="020F0502020204030204" pitchFamily="34" charset="0"/>
                <a:cs typeface="Calibri" panose="020F0502020204030204" pitchFamily="34" charset="0"/>
              </a:rPr>
              <a:t> </a:t>
            </a:r>
          </a:p>
        </p:txBody>
      </p:sp>
      <p:sp>
        <p:nvSpPr>
          <p:cNvPr id="59" name="Rectangle 7">
            <a:extLst>
              <a:ext uri="{FF2B5EF4-FFF2-40B4-BE49-F238E27FC236}">
                <a16:creationId xmlns:a16="http://schemas.microsoft.com/office/drawing/2014/main" id="{71400097-07E9-44B4-8C43-63B594A609D1}"/>
              </a:ext>
            </a:extLst>
          </p:cNvPr>
          <p:cNvSpPr>
            <a:spLocks noChangeArrowheads="1"/>
          </p:cNvSpPr>
          <p:nvPr/>
        </p:nvSpPr>
        <p:spPr bwMode="auto">
          <a:xfrm>
            <a:off x="821635" y="2892425"/>
            <a:ext cx="364435" cy="304800"/>
          </a:xfrm>
          <a:prstGeom prst="rect">
            <a:avLst/>
          </a:prstGeom>
          <a:solidFill>
            <a:schemeClr val="accent2">
              <a:lumMod val="50000"/>
            </a:schemeClr>
          </a:solidFill>
          <a:ln w="9525">
            <a:solidFill>
              <a:schemeClr val="bg1"/>
            </a:solidFill>
            <a:miter lim="800000"/>
            <a:headEnd/>
            <a:tailEnd/>
          </a:ln>
          <a:effec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800" b="1">
                <a:solidFill>
                  <a:schemeClr val="bg1"/>
                </a:solidFill>
                <a:latin typeface="Calibri" panose="020F0502020204030204" pitchFamily="34" charset="0"/>
                <a:cs typeface="Calibri" panose="020F0502020204030204" pitchFamily="34" charset="0"/>
              </a:rPr>
              <a:t> </a:t>
            </a:r>
          </a:p>
        </p:txBody>
      </p:sp>
      <p:sp>
        <p:nvSpPr>
          <p:cNvPr id="60" name="Rectangle 8">
            <a:extLst>
              <a:ext uri="{FF2B5EF4-FFF2-40B4-BE49-F238E27FC236}">
                <a16:creationId xmlns:a16="http://schemas.microsoft.com/office/drawing/2014/main" id="{31530ED9-9233-4209-A426-3D1CD6EF9E58}"/>
              </a:ext>
            </a:extLst>
          </p:cNvPr>
          <p:cNvSpPr>
            <a:spLocks noChangeArrowheads="1"/>
          </p:cNvSpPr>
          <p:nvPr/>
        </p:nvSpPr>
        <p:spPr bwMode="auto">
          <a:xfrm>
            <a:off x="821635" y="3197225"/>
            <a:ext cx="364435" cy="304800"/>
          </a:xfrm>
          <a:prstGeom prst="rect">
            <a:avLst/>
          </a:prstGeom>
          <a:solidFill>
            <a:schemeClr val="accent2"/>
          </a:solidFill>
          <a:ln w="9525">
            <a:solidFill>
              <a:schemeClr val="bg1"/>
            </a:solidFill>
            <a:miter lim="800000"/>
            <a:headEnd/>
            <a:tailEnd/>
          </a:ln>
          <a:effec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800">
                <a:solidFill>
                  <a:schemeClr val="bg1"/>
                </a:solidFill>
                <a:latin typeface="Calibri" panose="020F0502020204030204" pitchFamily="34" charset="0"/>
                <a:cs typeface="Calibri" panose="020F0502020204030204" pitchFamily="34" charset="0"/>
              </a:rPr>
              <a:t>e</a:t>
            </a:r>
          </a:p>
        </p:txBody>
      </p:sp>
      <p:sp>
        <p:nvSpPr>
          <p:cNvPr id="61" name="Rectangle 9">
            <a:extLst>
              <a:ext uri="{FF2B5EF4-FFF2-40B4-BE49-F238E27FC236}">
                <a16:creationId xmlns:a16="http://schemas.microsoft.com/office/drawing/2014/main" id="{D956D0AE-0870-43F4-9525-A6AC5A353529}"/>
              </a:ext>
            </a:extLst>
          </p:cNvPr>
          <p:cNvSpPr>
            <a:spLocks noChangeArrowheads="1"/>
          </p:cNvSpPr>
          <p:nvPr/>
        </p:nvSpPr>
        <p:spPr bwMode="auto">
          <a:xfrm>
            <a:off x="1186070" y="2892425"/>
            <a:ext cx="364435" cy="304800"/>
          </a:xfrm>
          <a:prstGeom prst="rect">
            <a:avLst/>
          </a:prstGeom>
          <a:solidFill>
            <a:schemeClr val="accent2">
              <a:lumMod val="50000"/>
            </a:schemeClr>
          </a:solidFill>
          <a:ln w="9525">
            <a:solidFill>
              <a:schemeClr val="bg1"/>
            </a:solidFill>
            <a:miter lim="800000"/>
            <a:headEnd/>
            <a:tailEnd/>
          </a:ln>
          <a:effec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800" b="1">
                <a:solidFill>
                  <a:schemeClr val="bg1"/>
                </a:solidFill>
                <a:latin typeface="Calibri" panose="020F0502020204030204" pitchFamily="34" charset="0"/>
                <a:cs typeface="Calibri" panose="020F0502020204030204" pitchFamily="34" charset="0"/>
              </a:rPr>
              <a:t>e</a:t>
            </a:r>
          </a:p>
        </p:txBody>
      </p:sp>
      <p:sp>
        <p:nvSpPr>
          <p:cNvPr id="62" name="Rectangle 10">
            <a:extLst>
              <a:ext uri="{FF2B5EF4-FFF2-40B4-BE49-F238E27FC236}">
                <a16:creationId xmlns:a16="http://schemas.microsoft.com/office/drawing/2014/main" id="{8978591E-9329-495C-9FB3-2B295A945976}"/>
              </a:ext>
            </a:extLst>
          </p:cNvPr>
          <p:cNvSpPr>
            <a:spLocks noChangeArrowheads="1"/>
          </p:cNvSpPr>
          <p:nvPr/>
        </p:nvSpPr>
        <p:spPr bwMode="auto">
          <a:xfrm>
            <a:off x="1186070" y="3197225"/>
            <a:ext cx="364435" cy="304800"/>
          </a:xfrm>
          <a:prstGeom prst="rect">
            <a:avLst/>
          </a:prstGeom>
          <a:solidFill>
            <a:schemeClr val="accent2"/>
          </a:solidFill>
          <a:ln w="9525">
            <a:solidFill>
              <a:schemeClr val="bg1"/>
            </a:solidFill>
            <a:miter lim="800000"/>
            <a:headEnd/>
            <a:tailEnd/>
          </a:ln>
          <a:effec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800">
                <a:solidFill>
                  <a:schemeClr val="bg1"/>
                </a:solidFill>
                <a:latin typeface="Calibri" panose="020F0502020204030204" pitchFamily="34" charset="0"/>
                <a:cs typeface="Calibri" panose="020F0502020204030204" pitchFamily="34" charset="0"/>
              </a:rPr>
              <a:t> </a:t>
            </a:r>
          </a:p>
        </p:txBody>
      </p:sp>
      <p:sp>
        <p:nvSpPr>
          <p:cNvPr id="63" name="Rectangle 11">
            <a:extLst>
              <a:ext uri="{FF2B5EF4-FFF2-40B4-BE49-F238E27FC236}">
                <a16:creationId xmlns:a16="http://schemas.microsoft.com/office/drawing/2014/main" id="{4A733F47-6321-44E1-B446-9680A5A63C5A}"/>
              </a:ext>
            </a:extLst>
          </p:cNvPr>
          <p:cNvSpPr>
            <a:spLocks noChangeArrowheads="1"/>
          </p:cNvSpPr>
          <p:nvPr/>
        </p:nvSpPr>
        <p:spPr bwMode="auto">
          <a:xfrm>
            <a:off x="1550504" y="2892425"/>
            <a:ext cx="364435" cy="304800"/>
          </a:xfrm>
          <a:prstGeom prst="rect">
            <a:avLst/>
          </a:prstGeom>
          <a:solidFill>
            <a:schemeClr val="accent2">
              <a:lumMod val="50000"/>
            </a:schemeClr>
          </a:solidFill>
          <a:ln w="9525">
            <a:solidFill>
              <a:schemeClr val="bg1"/>
            </a:solidFill>
            <a:miter lim="800000"/>
            <a:headEnd/>
            <a:tailEnd/>
          </a:ln>
          <a:effec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800" b="1">
                <a:solidFill>
                  <a:schemeClr val="bg1"/>
                </a:solidFill>
                <a:latin typeface="Calibri" panose="020F0502020204030204" pitchFamily="34" charset="0"/>
                <a:cs typeface="Calibri" panose="020F0502020204030204" pitchFamily="34" charset="0"/>
              </a:rPr>
              <a:t> </a:t>
            </a:r>
          </a:p>
        </p:txBody>
      </p:sp>
      <p:sp>
        <p:nvSpPr>
          <p:cNvPr id="64" name="Rectangle 12">
            <a:extLst>
              <a:ext uri="{FF2B5EF4-FFF2-40B4-BE49-F238E27FC236}">
                <a16:creationId xmlns:a16="http://schemas.microsoft.com/office/drawing/2014/main" id="{40C473D9-96D3-47C4-8009-2EF401972CAE}"/>
              </a:ext>
            </a:extLst>
          </p:cNvPr>
          <p:cNvSpPr>
            <a:spLocks noChangeArrowheads="1"/>
          </p:cNvSpPr>
          <p:nvPr/>
        </p:nvSpPr>
        <p:spPr bwMode="auto">
          <a:xfrm>
            <a:off x="1550504" y="3197225"/>
            <a:ext cx="364435" cy="304800"/>
          </a:xfrm>
          <a:prstGeom prst="rect">
            <a:avLst/>
          </a:prstGeom>
          <a:solidFill>
            <a:schemeClr val="accent2"/>
          </a:solidFill>
          <a:ln w="9525">
            <a:solidFill>
              <a:schemeClr val="bg1"/>
            </a:solidFill>
            <a:miter lim="800000"/>
            <a:headEnd/>
            <a:tailEnd/>
          </a:ln>
          <a:effec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800">
                <a:solidFill>
                  <a:schemeClr val="bg1"/>
                </a:solidFill>
                <a:latin typeface="Calibri" panose="020F0502020204030204" pitchFamily="34" charset="0"/>
                <a:cs typeface="Calibri" panose="020F0502020204030204" pitchFamily="34" charset="0"/>
              </a:rPr>
              <a:t>t</a:t>
            </a:r>
          </a:p>
        </p:txBody>
      </p:sp>
      <p:sp>
        <p:nvSpPr>
          <p:cNvPr id="65" name="Rectangle 13">
            <a:extLst>
              <a:ext uri="{FF2B5EF4-FFF2-40B4-BE49-F238E27FC236}">
                <a16:creationId xmlns:a16="http://schemas.microsoft.com/office/drawing/2014/main" id="{D0A0A21A-9859-47B9-9726-3D149E863321}"/>
              </a:ext>
            </a:extLst>
          </p:cNvPr>
          <p:cNvSpPr>
            <a:spLocks noChangeArrowheads="1"/>
          </p:cNvSpPr>
          <p:nvPr/>
        </p:nvSpPr>
        <p:spPr bwMode="auto">
          <a:xfrm>
            <a:off x="1914939" y="2892425"/>
            <a:ext cx="364435" cy="304800"/>
          </a:xfrm>
          <a:prstGeom prst="rect">
            <a:avLst/>
          </a:prstGeom>
          <a:solidFill>
            <a:schemeClr val="accent2">
              <a:lumMod val="50000"/>
            </a:schemeClr>
          </a:solidFill>
          <a:ln w="9525">
            <a:solidFill>
              <a:schemeClr val="bg1"/>
            </a:solidFill>
            <a:miter lim="800000"/>
            <a:headEnd/>
            <a:tailEnd/>
          </a:ln>
          <a:effec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800" b="1">
                <a:solidFill>
                  <a:schemeClr val="bg1"/>
                </a:solidFill>
                <a:latin typeface="Calibri" panose="020F0502020204030204" pitchFamily="34" charset="0"/>
                <a:cs typeface="Calibri" panose="020F0502020204030204" pitchFamily="34" charset="0"/>
              </a:rPr>
              <a:t>m</a:t>
            </a:r>
          </a:p>
        </p:txBody>
      </p:sp>
      <p:sp>
        <p:nvSpPr>
          <p:cNvPr id="66" name="Rectangle 14">
            <a:extLst>
              <a:ext uri="{FF2B5EF4-FFF2-40B4-BE49-F238E27FC236}">
                <a16:creationId xmlns:a16="http://schemas.microsoft.com/office/drawing/2014/main" id="{5BA5FD30-053F-4461-BA2E-14F4888494B9}"/>
              </a:ext>
            </a:extLst>
          </p:cNvPr>
          <p:cNvSpPr>
            <a:spLocks noChangeArrowheads="1"/>
          </p:cNvSpPr>
          <p:nvPr/>
        </p:nvSpPr>
        <p:spPr bwMode="auto">
          <a:xfrm>
            <a:off x="1914939" y="3197225"/>
            <a:ext cx="364435" cy="304800"/>
          </a:xfrm>
          <a:prstGeom prst="rect">
            <a:avLst/>
          </a:prstGeom>
          <a:solidFill>
            <a:schemeClr val="accent2"/>
          </a:solidFill>
          <a:ln w="9525">
            <a:solidFill>
              <a:schemeClr val="bg1"/>
            </a:solidFill>
            <a:miter lim="800000"/>
            <a:headEnd/>
            <a:tailEnd/>
          </a:ln>
          <a:effec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800">
                <a:solidFill>
                  <a:schemeClr val="bg1"/>
                </a:solidFill>
                <a:latin typeface="Calibri" panose="020F0502020204030204" pitchFamily="34" charset="0"/>
                <a:cs typeface="Calibri" panose="020F0502020204030204" pitchFamily="34" charset="0"/>
              </a:rPr>
              <a:t> </a:t>
            </a:r>
          </a:p>
        </p:txBody>
      </p:sp>
      <p:sp>
        <p:nvSpPr>
          <p:cNvPr id="67" name="Rectangle 15">
            <a:extLst>
              <a:ext uri="{FF2B5EF4-FFF2-40B4-BE49-F238E27FC236}">
                <a16:creationId xmlns:a16="http://schemas.microsoft.com/office/drawing/2014/main" id="{44F2B572-1441-4784-A8B4-548C195C8F55}"/>
              </a:ext>
            </a:extLst>
          </p:cNvPr>
          <p:cNvSpPr>
            <a:spLocks noChangeArrowheads="1"/>
          </p:cNvSpPr>
          <p:nvPr/>
        </p:nvSpPr>
        <p:spPr bwMode="auto">
          <a:xfrm>
            <a:off x="2279374" y="2892425"/>
            <a:ext cx="364435" cy="304800"/>
          </a:xfrm>
          <a:prstGeom prst="rect">
            <a:avLst/>
          </a:prstGeom>
          <a:solidFill>
            <a:schemeClr val="accent2">
              <a:lumMod val="50000"/>
            </a:schemeClr>
          </a:solidFill>
          <a:ln w="9525">
            <a:solidFill>
              <a:schemeClr val="bg1"/>
            </a:solidFill>
            <a:miter lim="800000"/>
            <a:headEnd/>
            <a:tailEnd/>
          </a:ln>
          <a:effec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800" b="1">
                <a:solidFill>
                  <a:schemeClr val="bg1"/>
                </a:solidFill>
                <a:latin typeface="Calibri" panose="020F0502020204030204" pitchFamily="34" charset="0"/>
                <a:cs typeface="Calibri" panose="020F0502020204030204" pitchFamily="34" charset="0"/>
              </a:rPr>
              <a:t> </a:t>
            </a:r>
          </a:p>
        </p:txBody>
      </p:sp>
      <p:sp>
        <p:nvSpPr>
          <p:cNvPr id="68" name="Rectangle 16">
            <a:extLst>
              <a:ext uri="{FF2B5EF4-FFF2-40B4-BE49-F238E27FC236}">
                <a16:creationId xmlns:a16="http://schemas.microsoft.com/office/drawing/2014/main" id="{2D577C9C-13FC-43C5-BBEA-89C38AFF8592}"/>
              </a:ext>
            </a:extLst>
          </p:cNvPr>
          <p:cNvSpPr>
            <a:spLocks noChangeArrowheads="1"/>
          </p:cNvSpPr>
          <p:nvPr/>
        </p:nvSpPr>
        <p:spPr bwMode="auto">
          <a:xfrm>
            <a:off x="2279374" y="3197225"/>
            <a:ext cx="364435" cy="304800"/>
          </a:xfrm>
          <a:prstGeom prst="rect">
            <a:avLst/>
          </a:prstGeom>
          <a:solidFill>
            <a:schemeClr val="accent2"/>
          </a:solidFill>
          <a:ln w="9525">
            <a:solidFill>
              <a:schemeClr val="bg1"/>
            </a:solidFill>
            <a:miter lim="800000"/>
            <a:headEnd/>
            <a:tailEnd/>
          </a:ln>
          <a:effec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800">
                <a:solidFill>
                  <a:schemeClr val="bg1"/>
                </a:solidFill>
                <a:latin typeface="Calibri" panose="020F0502020204030204" pitchFamily="34" charset="0"/>
                <a:cs typeface="Calibri" panose="020F0502020204030204" pitchFamily="34" charset="0"/>
              </a:rPr>
              <a:t>e</a:t>
            </a:r>
          </a:p>
        </p:txBody>
      </p:sp>
      <p:sp>
        <p:nvSpPr>
          <p:cNvPr id="69" name="Rectangle 17">
            <a:extLst>
              <a:ext uri="{FF2B5EF4-FFF2-40B4-BE49-F238E27FC236}">
                <a16:creationId xmlns:a16="http://schemas.microsoft.com/office/drawing/2014/main" id="{FAE08C4B-13D4-44CF-B373-7BB50306D29E}"/>
              </a:ext>
            </a:extLst>
          </p:cNvPr>
          <p:cNvSpPr>
            <a:spLocks noChangeArrowheads="1"/>
          </p:cNvSpPr>
          <p:nvPr/>
        </p:nvSpPr>
        <p:spPr bwMode="auto">
          <a:xfrm>
            <a:off x="2643809" y="2892425"/>
            <a:ext cx="364435" cy="304800"/>
          </a:xfrm>
          <a:prstGeom prst="rect">
            <a:avLst/>
          </a:prstGeom>
          <a:solidFill>
            <a:schemeClr val="accent2">
              <a:lumMod val="50000"/>
            </a:schemeClr>
          </a:solidFill>
          <a:ln w="9525">
            <a:solidFill>
              <a:schemeClr val="bg1"/>
            </a:solidFill>
            <a:miter lim="800000"/>
            <a:headEnd/>
            <a:tailEnd/>
          </a:ln>
          <a:effec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800" b="1">
                <a:solidFill>
                  <a:schemeClr val="bg1"/>
                </a:solidFill>
                <a:latin typeface="Calibri" panose="020F0502020204030204" pitchFamily="34" charset="0"/>
                <a:cs typeface="Calibri" panose="020F0502020204030204" pitchFamily="34" charset="0"/>
              </a:rPr>
              <a:t>a</a:t>
            </a:r>
          </a:p>
        </p:txBody>
      </p:sp>
      <p:sp>
        <p:nvSpPr>
          <p:cNvPr id="70" name="Rectangle 18">
            <a:extLst>
              <a:ext uri="{FF2B5EF4-FFF2-40B4-BE49-F238E27FC236}">
                <a16:creationId xmlns:a16="http://schemas.microsoft.com/office/drawing/2014/main" id="{E461DEB5-1EA2-4635-967F-D0F984C2F204}"/>
              </a:ext>
            </a:extLst>
          </p:cNvPr>
          <p:cNvSpPr>
            <a:spLocks noChangeArrowheads="1"/>
          </p:cNvSpPr>
          <p:nvPr/>
        </p:nvSpPr>
        <p:spPr bwMode="auto">
          <a:xfrm>
            <a:off x="2643809" y="3197225"/>
            <a:ext cx="364435" cy="304800"/>
          </a:xfrm>
          <a:prstGeom prst="rect">
            <a:avLst/>
          </a:prstGeom>
          <a:solidFill>
            <a:schemeClr val="accent2"/>
          </a:solidFill>
          <a:ln w="9525">
            <a:solidFill>
              <a:schemeClr val="bg1"/>
            </a:solidFill>
            <a:miter lim="800000"/>
            <a:headEnd/>
            <a:tailEnd/>
          </a:ln>
          <a:effec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800">
                <a:solidFill>
                  <a:schemeClr val="bg1"/>
                </a:solidFill>
                <a:latin typeface="Calibri" panose="020F0502020204030204" pitchFamily="34" charset="0"/>
                <a:cs typeface="Calibri" panose="020F0502020204030204" pitchFamily="34" charset="0"/>
              </a:rPr>
              <a:t> </a:t>
            </a:r>
          </a:p>
        </p:txBody>
      </p:sp>
      <p:sp>
        <p:nvSpPr>
          <p:cNvPr id="71" name="Rectangle 19">
            <a:extLst>
              <a:ext uri="{FF2B5EF4-FFF2-40B4-BE49-F238E27FC236}">
                <a16:creationId xmlns:a16="http://schemas.microsoft.com/office/drawing/2014/main" id="{6229373A-D0C2-4C79-9FB8-C013258087D7}"/>
              </a:ext>
            </a:extLst>
          </p:cNvPr>
          <p:cNvSpPr>
            <a:spLocks noChangeArrowheads="1"/>
          </p:cNvSpPr>
          <p:nvPr/>
        </p:nvSpPr>
        <p:spPr bwMode="auto">
          <a:xfrm>
            <a:off x="3008243" y="2892425"/>
            <a:ext cx="364435" cy="304800"/>
          </a:xfrm>
          <a:prstGeom prst="rect">
            <a:avLst/>
          </a:prstGeom>
          <a:solidFill>
            <a:schemeClr val="accent2">
              <a:lumMod val="50000"/>
            </a:schemeClr>
          </a:solidFill>
          <a:ln w="9525">
            <a:solidFill>
              <a:schemeClr val="bg1"/>
            </a:solidFill>
            <a:miter lim="800000"/>
            <a:headEnd/>
            <a:tailEnd/>
          </a:ln>
          <a:effec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800" b="1">
                <a:solidFill>
                  <a:schemeClr val="bg1"/>
                </a:solidFill>
                <a:latin typeface="Calibri" panose="020F0502020204030204" pitchFamily="34" charset="0"/>
                <a:cs typeface="Calibri" panose="020F0502020204030204" pitchFamily="34" charset="0"/>
              </a:rPr>
              <a:t> </a:t>
            </a:r>
          </a:p>
        </p:txBody>
      </p:sp>
      <p:sp>
        <p:nvSpPr>
          <p:cNvPr id="72" name="Rectangle 20">
            <a:extLst>
              <a:ext uri="{FF2B5EF4-FFF2-40B4-BE49-F238E27FC236}">
                <a16:creationId xmlns:a16="http://schemas.microsoft.com/office/drawing/2014/main" id="{E6FD4062-3DB1-4C2D-BBE2-694DA5AAB4BB}"/>
              </a:ext>
            </a:extLst>
          </p:cNvPr>
          <p:cNvSpPr>
            <a:spLocks noChangeArrowheads="1"/>
          </p:cNvSpPr>
          <p:nvPr/>
        </p:nvSpPr>
        <p:spPr bwMode="auto">
          <a:xfrm>
            <a:off x="3008243" y="3197225"/>
            <a:ext cx="364435" cy="304800"/>
          </a:xfrm>
          <a:prstGeom prst="rect">
            <a:avLst/>
          </a:prstGeom>
          <a:solidFill>
            <a:schemeClr val="accent2"/>
          </a:solidFill>
          <a:ln w="9525">
            <a:solidFill>
              <a:schemeClr val="bg1"/>
            </a:solidFill>
            <a:miter lim="800000"/>
            <a:headEnd/>
            <a:tailEnd/>
          </a:ln>
          <a:effec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800">
                <a:solidFill>
                  <a:schemeClr val="bg1"/>
                </a:solidFill>
                <a:latin typeface="Calibri" panose="020F0502020204030204" pitchFamily="34" charset="0"/>
                <a:cs typeface="Calibri" panose="020F0502020204030204" pitchFamily="34" charset="0"/>
              </a:rPr>
              <a:t>f</a:t>
            </a:r>
          </a:p>
        </p:txBody>
      </p:sp>
      <p:sp>
        <p:nvSpPr>
          <p:cNvPr id="73" name="Rectangle 21">
            <a:extLst>
              <a:ext uri="{FF2B5EF4-FFF2-40B4-BE49-F238E27FC236}">
                <a16:creationId xmlns:a16="http://schemas.microsoft.com/office/drawing/2014/main" id="{F5D995A0-631D-4488-8EE0-3CC8969F6604}"/>
              </a:ext>
            </a:extLst>
          </p:cNvPr>
          <p:cNvSpPr>
            <a:spLocks noChangeArrowheads="1"/>
          </p:cNvSpPr>
          <p:nvPr/>
        </p:nvSpPr>
        <p:spPr bwMode="auto">
          <a:xfrm>
            <a:off x="3372678" y="2892425"/>
            <a:ext cx="364435" cy="304800"/>
          </a:xfrm>
          <a:prstGeom prst="rect">
            <a:avLst/>
          </a:prstGeom>
          <a:solidFill>
            <a:schemeClr val="accent2">
              <a:lumMod val="50000"/>
            </a:schemeClr>
          </a:solidFill>
          <a:ln w="9525">
            <a:solidFill>
              <a:schemeClr val="bg1"/>
            </a:solidFill>
            <a:miter lim="800000"/>
            <a:headEnd/>
            <a:tailEnd/>
          </a:ln>
          <a:effec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800" b="1">
                <a:solidFill>
                  <a:schemeClr val="bg1"/>
                </a:solidFill>
                <a:latin typeface="Calibri" panose="020F0502020204030204" pitchFamily="34" charset="0"/>
                <a:cs typeface="Calibri" panose="020F0502020204030204" pitchFamily="34" charset="0"/>
              </a:rPr>
              <a:t>t</a:t>
            </a:r>
          </a:p>
        </p:txBody>
      </p:sp>
      <p:sp>
        <p:nvSpPr>
          <p:cNvPr id="74" name="Rectangle 22">
            <a:extLst>
              <a:ext uri="{FF2B5EF4-FFF2-40B4-BE49-F238E27FC236}">
                <a16:creationId xmlns:a16="http://schemas.microsoft.com/office/drawing/2014/main" id="{D1A04D06-E091-4FB0-B414-3422D25B4372}"/>
              </a:ext>
            </a:extLst>
          </p:cNvPr>
          <p:cNvSpPr>
            <a:spLocks noChangeArrowheads="1"/>
          </p:cNvSpPr>
          <p:nvPr/>
        </p:nvSpPr>
        <p:spPr bwMode="auto">
          <a:xfrm>
            <a:off x="3372678" y="3197225"/>
            <a:ext cx="364435" cy="304800"/>
          </a:xfrm>
          <a:prstGeom prst="rect">
            <a:avLst/>
          </a:prstGeom>
          <a:solidFill>
            <a:schemeClr val="accent2"/>
          </a:solidFill>
          <a:ln w="9525">
            <a:solidFill>
              <a:schemeClr val="bg1"/>
            </a:solidFill>
            <a:miter lim="800000"/>
            <a:headEnd/>
            <a:tailEnd/>
          </a:ln>
          <a:effec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800">
                <a:solidFill>
                  <a:schemeClr val="bg1"/>
                </a:solidFill>
                <a:latin typeface="Calibri" panose="020F0502020204030204" pitchFamily="34" charset="0"/>
                <a:cs typeface="Calibri" panose="020F0502020204030204" pitchFamily="34" charset="0"/>
              </a:rPr>
              <a:t> </a:t>
            </a:r>
          </a:p>
        </p:txBody>
      </p:sp>
      <p:sp>
        <p:nvSpPr>
          <p:cNvPr id="75" name="Rectangle 23">
            <a:extLst>
              <a:ext uri="{FF2B5EF4-FFF2-40B4-BE49-F238E27FC236}">
                <a16:creationId xmlns:a16="http://schemas.microsoft.com/office/drawing/2014/main" id="{7AFE8340-2350-4E51-B89F-31E3FAB1C98C}"/>
              </a:ext>
            </a:extLst>
          </p:cNvPr>
          <p:cNvSpPr>
            <a:spLocks noChangeArrowheads="1"/>
          </p:cNvSpPr>
          <p:nvPr/>
        </p:nvSpPr>
        <p:spPr bwMode="auto">
          <a:xfrm>
            <a:off x="3737113" y="2892425"/>
            <a:ext cx="364435" cy="304800"/>
          </a:xfrm>
          <a:prstGeom prst="rect">
            <a:avLst/>
          </a:prstGeom>
          <a:solidFill>
            <a:schemeClr val="accent2">
              <a:lumMod val="50000"/>
            </a:schemeClr>
          </a:solidFill>
          <a:ln w="9525">
            <a:solidFill>
              <a:schemeClr val="bg1"/>
            </a:solidFill>
            <a:miter lim="800000"/>
            <a:headEnd/>
            <a:tailEnd/>
          </a:ln>
          <a:effec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800" b="1">
                <a:solidFill>
                  <a:schemeClr val="bg1"/>
                </a:solidFill>
                <a:latin typeface="Calibri" panose="020F0502020204030204" pitchFamily="34" charset="0"/>
                <a:cs typeface="Calibri" panose="020F0502020204030204" pitchFamily="34" charset="0"/>
              </a:rPr>
              <a:t> </a:t>
            </a:r>
          </a:p>
        </p:txBody>
      </p:sp>
      <p:sp>
        <p:nvSpPr>
          <p:cNvPr id="76" name="Rectangle 24">
            <a:extLst>
              <a:ext uri="{FF2B5EF4-FFF2-40B4-BE49-F238E27FC236}">
                <a16:creationId xmlns:a16="http://schemas.microsoft.com/office/drawing/2014/main" id="{34F839E1-89C6-46AA-9EFE-1804C7C0324A}"/>
              </a:ext>
            </a:extLst>
          </p:cNvPr>
          <p:cNvSpPr>
            <a:spLocks noChangeArrowheads="1"/>
          </p:cNvSpPr>
          <p:nvPr/>
        </p:nvSpPr>
        <p:spPr bwMode="auto">
          <a:xfrm>
            <a:off x="3737113" y="3197225"/>
            <a:ext cx="364435" cy="304800"/>
          </a:xfrm>
          <a:prstGeom prst="rect">
            <a:avLst/>
          </a:prstGeom>
          <a:solidFill>
            <a:schemeClr val="accent2"/>
          </a:solidFill>
          <a:ln w="9525">
            <a:solidFill>
              <a:schemeClr val="bg1"/>
            </a:solidFill>
            <a:miter lim="800000"/>
            <a:headEnd/>
            <a:tailEnd/>
          </a:ln>
          <a:effec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800">
                <a:solidFill>
                  <a:schemeClr val="bg1"/>
                </a:solidFill>
                <a:latin typeface="Calibri" panose="020F0502020204030204" pitchFamily="34" charset="0"/>
                <a:cs typeface="Calibri" panose="020F0502020204030204" pitchFamily="34" charset="0"/>
              </a:rPr>
              <a:t>e</a:t>
            </a:r>
          </a:p>
        </p:txBody>
      </p:sp>
      <p:sp>
        <p:nvSpPr>
          <p:cNvPr id="77" name="Rectangle 25">
            <a:extLst>
              <a:ext uri="{FF2B5EF4-FFF2-40B4-BE49-F238E27FC236}">
                <a16:creationId xmlns:a16="http://schemas.microsoft.com/office/drawing/2014/main" id="{8B775647-B15B-4854-8E13-5E29F29EE7D7}"/>
              </a:ext>
            </a:extLst>
          </p:cNvPr>
          <p:cNvSpPr>
            <a:spLocks noChangeArrowheads="1"/>
          </p:cNvSpPr>
          <p:nvPr/>
        </p:nvSpPr>
        <p:spPr bwMode="auto">
          <a:xfrm>
            <a:off x="4101548" y="2892425"/>
            <a:ext cx="364435" cy="304800"/>
          </a:xfrm>
          <a:prstGeom prst="rect">
            <a:avLst/>
          </a:prstGeom>
          <a:solidFill>
            <a:schemeClr val="accent2">
              <a:lumMod val="50000"/>
            </a:schemeClr>
          </a:solidFill>
          <a:ln w="9525">
            <a:solidFill>
              <a:schemeClr val="bg1"/>
            </a:solidFill>
            <a:miter lim="800000"/>
            <a:headEnd/>
            <a:tailEnd/>
          </a:ln>
          <a:effec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800" b="1">
                <a:solidFill>
                  <a:schemeClr val="bg1"/>
                </a:solidFill>
                <a:latin typeface="Calibri" panose="020F0502020204030204" pitchFamily="34" charset="0"/>
                <a:cs typeface="Calibri" panose="020F0502020204030204" pitchFamily="34" charset="0"/>
              </a:rPr>
              <a:t>r</a:t>
            </a:r>
          </a:p>
        </p:txBody>
      </p:sp>
      <p:sp>
        <p:nvSpPr>
          <p:cNvPr id="78" name="Rectangle 26">
            <a:extLst>
              <a:ext uri="{FF2B5EF4-FFF2-40B4-BE49-F238E27FC236}">
                <a16:creationId xmlns:a16="http://schemas.microsoft.com/office/drawing/2014/main" id="{830C166B-A10B-4DF8-A4C0-71C8FA37D6C2}"/>
              </a:ext>
            </a:extLst>
          </p:cNvPr>
          <p:cNvSpPr>
            <a:spLocks noChangeArrowheads="1"/>
          </p:cNvSpPr>
          <p:nvPr/>
        </p:nvSpPr>
        <p:spPr bwMode="auto">
          <a:xfrm>
            <a:off x="4101548" y="3197225"/>
            <a:ext cx="364435" cy="304800"/>
          </a:xfrm>
          <a:prstGeom prst="rect">
            <a:avLst/>
          </a:prstGeom>
          <a:solidFill>
            <a:schemeClr val="accent2"/>
          </a:solidFill>
          <a:ln w="9525">
            <a:solidFill>
              <a:schemeClr val="bg1"/>
            </a:solidFill>
            <a:miter lim="800000"/>
            <a:headEnd/>
            <a:tailEnd/>
          </a:ln>
          <a:effec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800">
                <a:solidFill>
                  <a:schemeClr val="bg1"/>
                </a:solidFill>
                <a:latin typeface="Calibri" panose="020F0502020204030204" pitchFamily="34" charset="0"/>
                <a:cs typeface="Calibri" panose="020F0502020204030204" pitchFamily="34" charset="0"/>
              </a:rPr>
              <a:t> </a:t>
            </a:r>
          </a:p>
        </p:txBody>
      </p:sp>
      <p:sp>
        <p:nvSpPr>
          <p:cNvPr id="79" name="Rectangle 27">
            <a:extLst>
              <a:ext uri="{FF2B5EF4-FFF2-40B4-BE49-F238E27FC236}">
                <a16:creationId xmlns:a16="http://schemas.microsoft.com/office/drawing/2014/main" id="{F249ADC4-084D-4A48-82BB-AF5D3C73B698}"/>
              </a:ext>
            </a:extLst>
          </p:cNvPr>
          <p:cNvSpPr>
            <a:spLocks noChangeArrowheads="1"/>
          </p:cNvSpPr>
          <p:nvPr/>
        </p:nvSpPr>
        <p:spPr bwMode="auto">
          <a:xfrm>
            <a:off x="4465983" y="2892425"/>
            <a:ext cx="364435" cy="304800"/>
          </a:xfrm>
          <a:prstGeom prst="rect">
            <a:avLst/>
          </a:prstGeom>
          <a:solidFill>
            <a:schemeClr val="accent2">
              <a:lumMod val="50000"/>
            </a:schemeClr>
          </a:solidFill>
          <a:ln w="9525">
            <a:solidFill>
              <a:schemeClr val="bg1"/>
            </a:solidFill>
            <a:miter lim="800000"/>
            <a:headEnd/>
            <a:tailEnd/>
          </a:ln>
          <a:effec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800" b="1">
                <a:solidFill>
                  <a:schemeClr val="bg1"/>
                </a:solidFill>
                <a:latin typeface="Calibri" panose="020F0502020204030204" pitchFamily="34" charset="0"/>
                <a:cs typeface="Calibri" panose="020F0502020204030204" pitchFamily="34" charset="0"/>
              </a:rPr>
              <a:t> </a:t>
            </a:r>
          </a:p>
        </p:txBody>
      </p:sp>
      <p:sp>
        <p:nvSpPr>
          <p:cNvPr id="80" name="Rectangle 28">
            <a:extLst>
              <a:ext uri="{FF2B5EF4-FFF2-40B4-BE49-F238E27FC236}">
                <a16:creationId xmlns:a16="http://schemas.microsoft.com/office/drawing/2014/main" id="{06DE20E6-3DB0-464D-A331-DD49E1B702F0}"/>
              </a:ext>
            </a:extLst>
          </p:cNvPr>
          <p:cNvSpPr>
            <a:spLocks noChangeArrowheads="1"/>
          </p:cNvSpPr>
          <p:nvPr/>
        </p:nvSpPr>
        <p:spPr bwMode="auto">
          <a:xfrm>
            <a:off x="4465983" y="3197225"/>
            <a:ext cx="364435" cy="304800"/>
          </a:xfrm>
          <a:prstGeom prst="rect">
            <a:avLst/>
          </a:prstGeom>
          <a:solidFill>
            <a:schemeClr val="accent2"/>
          </a:solidFill>
          <a:ln w="9525">
            <a:solidFill>
              <a:schemeClr val="bg1"/>
            </a:solidFill>
            <a:miter lim="800000"/>
            <a:headEnd/>
            <a:tailEnd/>
          </a:ln>
          <a:effec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800">
                <a:solidFill>
                  <a:schemeClr val="bg1"/>
                </a:solidFill>
                <a:latin typeface="Calibri" panose="020F0502020204030204" pitchFamily="34" charset="0"/>
                <a:cs typeface="Calibri" panose="020F0502020204030204" pitchFamily="34" charset="0"/>
              </a:rPr>
              <a:t>t</a:t>
            </a:r>
          </a:p>
        </p:txBody>
      </p:sp>
      <p:sp>
        <p:nvSpPr>
          <p:cNvPr id="81" name="Rectangle 29">
            <a:extLst>
              <a:ext uri="{FF2B5EF4-FFF2-40B4-BE49-F238E27FC236}">
                <a16:creationId xmlns:a16="http://schemas.microsoft.com/office/drawing/2014/main" id="{324AADE6-20E8-44F8-BBC3-8C8BDEAE803D}"/>
              </a:ext>
            </a:extLst>
          </p:cNvPr>
          <p:cNvSpPr>
            <a:spLocks noChangeArrowheads="1"/>
          </p:cNvSpPr>
          <p:nvPr/>
        </p:nvSpPr>
        <p:spPr bwMode="auto">
          <a:xfrm>
            <a:off x="4830417" y="2892425"/>
            <a:ext cx="364435" cy="304800"/>
          </a:xfrm>
          <a:prstGeom prst="rect">
            <a:avLst/>
          </a:prstGeom>
          <a:solidFill>
            <a:schemeClr val="accent2">
              <a:lumMod val="50000"/>
            </a:schemeClr>
          </a:solidFill>
          <a:ln w="9525">
            <a:solidFill>
              <a:schemeClr val="bg1"/>
            </a:solidFill>
            <a:miter lim="800000"/>
            <a:headEnd/>
            <a:tailEnd/>
          </a:ln>
          <a:effec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800" b="1">
                <a:solidFill>
                  <a:schemeClr val="bg1"/>
                </a:solidFill>
                <a:latin typeface="Calibri" panose="020F0502020204030204" pitchFamily="34" charset="0"/>
                <a:cs typeface="Calibri" panose="020F0502020204030204" pitchFamily="34" charset="0"/>
              </a:rPr>
              <a:t>h</a:t>
            </a:r>
          </a:p>
        </p:txBody>
      </p:sp>
      <p:sp>
        <p:nvSpPr>
          <p:cNvPr id="82" name="Rectangle 30">
            <a:extLst>
              <a:ext uri="{FF2B5EF4-FFF2-40B4-BE49-F238E27FC236}">
                <a16:creationId xmlns:a16="http://schemas.microsoft.com/office/drawing/2014/main" id="{8BB23D8E-E573-4661-954E-079D6BF933E1}"/>
              </a:ext>
            </a:extLst>
          </p:cNvPr>
          <p:cNvSpPr>
            <a:spLocks noChangeArrowheads="1"/>
          </p:cNvSpPr>
          <p:nvPr/>
        </p:nvSpPr>
        <p:spPr bwMode="auto">
          <a:xfrm>
            <a:off x="4830417" y="3197225"/>
            <a:ext cx="364435" cy="304800"/>
          </a:xfrm>
          <a:prstGeom prst="rect">
            <a:avLst/>
          </a:prstGeom>
          <a:solidFill>
            <a:schemeClr val="accent2"/>
          </a:solidFill>
          <a:ln w="9525">
            <a:solidFill>
              <a:schemeClr val="bg1"/>
            </a:solidFill>
            <a:miter lim="800000"/>
            <a:headEnd/>
            <a:tailEnd/>
          </a:ln>
          <a:effec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800">
                <a:solidFill>
                  <a:schemeClr val="bg1"/>
                </a:solidFill>
                <a:latin typeface="Calibri" panose="020F0502020204030204" pitchFamily="34" charset="0"/>
                <a:cs typeface="Calibri" panose="020F0502020204030204" pitchFamily="34" charset="0"/>
              </a:rPr>
              <a:t> </a:t>
            </a:r>
          </a:p>
        </p:txBody>
      </p:sp>
      <p:sp>
        <p:nvSpPr>
          <p:cNvPr id="83" name="Rectangle 31">
            <a:extLst>
              <a:ext uri="{FF2B5EF4-FFF2-40B4-BE49-F238E27FC236}">
                <a16:creationId xmlns:a16="http://schemas.microsoft.com/office/drawing/2014/main" id="{BEEC93EC-BE56-41A6-9814-15F6B69451A8}"/>
              </a:ext>
            </a:extLst>
          </p:cNvPr>
          <p:cNvSpPr>
            <a:spLocks noChangeArrowheads="1"/>
          </p:cNvSpPr>
          <p:nvPr/>
        </p:nvSpPr>
        <p:spPr bwMode="auto">
          <a:xfrm>
            <a:off x="5194852" y="2892425"/>
            <a:ext cx="364435" cy="304800"/>
          </a:xfrm>
          <a:prstGeom prst="rect">
            <a:avLst/>
          </a:prstGeom>
          <a:solidFill>
            <a:schemeClr val="accent2">
              <a:lumMod val="50000"/>
            </a:schemeClr>
          </a:solidFill>
          <a:ln w="9525">
            <a:solidFill>
              <a:schemeClr val="bg1"/>
            </a:solidFill>
            <a:miter lim="800000"/>
            <a:headEnd/>
            <a:tailEnd/>
          </a:ln>
          <a:effec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800" b="1">
                <a:solidFill>
                  <a:schemeClr val="bg1"/>
                </a:solidFill>
                <a:latin typeface="Calibri" panose="020F0502020204030204" pitchFamily="34" charset="0"/>
                <a:cs typeface="Calibri" panose="020F0502020204030204" pitchFamily="34" charset="0"/>
              </a:rPr>
              <a:t> </a:t>
            </a:r>
          </a:p>
        </p:txBody>
      </p:sp>
      <p:sp>
        <p:nvSpPr>
          <p:cNvPr id="84" name="Rectangle 32">
            <a:extLst>
              <a:ext uri="{FF2B5EF4-FFF2-40B4-BE49-F238E27FC236}">
                <a16:creationId xmlns:a16="http://schemas.microsoft.com/office/drawing/2014/main" id="{D0A04382-70CA-4693-8281-408531DDCAFC}"/>
              </a:ext>
            </a:extLst>
          </p:cNvPr>
          <p:cNvSpPr>
            <a:spLocks noChangeArrowheads="1"/>
          </p:cNvSpPr>
          <p:nvPr/>
        </p:nvSpPr>
        <p:spPr bwMode="auto">
          <a:xfrm>
            <a:off x="5194852" y="3197225"/>
            <a:ext cx="364435" cy="304800"/>
          </a:xfrm>
          <a:prstGeom prst="rect">
            <a:avLst/>
          </a:prstGeom>
          <a:solidFill>
            <a:schemeClr val="accent2"/>
          </a:solidFill>
          <a:ln w="9525">
            <a:solidFill>
              <a:schemeClr val="bg1"/>
            </a:solidFill>
            <a:miter lim="800000"/>
            <a:headEnd/>
            <a:tailEnd/>
          </a:ln>
          <a:effec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800">
                <a:solidFill>
                  <a:schemeClr val="bg1"/>
                </a:solidFill>
                <a:latin typeface="Calibri" panose="020F0502020204030204" pitchFamily="34" charset="0"/>
                <a:cs typeface="Calibri" panose="020F0502020204030204" pitchFamily="34" charset="0"/>
              </a:rPr>
              <a:t>e</a:t>
            </a:r>
          </a:p>
        </p:txBody>
      </p:sp>
      <p:sp>
        <p:nvSpPr>
          <p:cNvPr id="85" name="Rectangle 33">
            <a:extLst>
              <a:ext uri="{FF2B5EF4-FFF2-40B4-BE49-F238E27FC236}">
                <a16:creationId xmlns:a16="http://schemas.microsoft.com/office/drawing/2014/main" id="{90D33773-5AB0-418A-A51D-9B0B262645DD}"/>
              </a:ext>
            </a:extLst>
          </p:cNvPr>
          <p:cNvSpPr>
            <a:spLocks noChangeArrowheads="1"/>
          </p:cNvSpPr>
          <p:nvPr/>
        </p:nvSpPr>
        <p:spPr bwMode="auto">
          <a:xfrm>
            <a:off x="5559287" y="2892425"/>
            <a:ext cx="364435" cy="304800"/>
          </a:xfrm>
          <a:prstGeom prst="rect">
            <a:avLst/>
          </a:prstGeom>
          <a:solidFill>
            <a:schemeClr val="accent2">
              <a:lumMod val="50000"/>
            </a:schemeClr>
          </a:solidFill>
          <a:ln w="9525">
            <a:solidFill>
              <a:schemeClr val="bg1"/>
            </a:solidFill>
            <a:miter lim="800000"/>
            <a:headEnd/>
            <a:tailEnd/>
          </a:ln>
          <a:effec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800" b="1">
                <a:solidFill>
                  <a:schemeClr val="bg1"/>
                </a:solidFill>
                <a:latin typeface="Calibri" panose="020F0502020204030204" pitchFamily="34" charset="0"/>
                <a:cs typeface="Calibri" panose="020F0502020204030204" pitchFamily="34" charset="0"/>
              </a:rPr>
              <a:t>t</a:t>
            </a:r>
          </a:p>
        </p:txBody>
      </p:sp>
      <p:sp>
        <p:nvSpPr>
          <p:cNvPr id="86" name="Rectangle 34">
            <a:extLst>
              <a:ext uri="{FF2B5EF4-FFF2-40B4-BE49-F238E27FC236}">
                <a16:creationId xmlns:a16="http://schemas.microsoft.com/office/drawing/2014/main" id="{2F5189F7-6690-447A-940C-0463BC5E781B}"/>
              </a:ext>
            </a:extLst>
          </p:cNvPr>
          <p:cNvSpPr>
            <a:spLocks noChangeArrowheads="1"/>
          </p:cNvSpPr>
          <p:nvPr/>
        </p:nvSpPr>
        <p:spPr bwMode="auto">
          <a:xfrm>
            <a:off x="5559287" y="3197225"/>
            <a:ext cx="364435" cy="304800"/>
          </a:xfrm>
          <a:prstGeom prst="rect">
            <a:avLst/>
          </a:prstGeom>
          <a:solidFill>
            <a:schemeClr val="accent2"/>
          </a:solidFill>
          <a:ln w="9525">
            <a:solidFill>
              <a:schemeClr val="bg1"/>
            </a:solidFill>
            <a:miter lim="800000"/>
            <a:headEnd/>
            <a:tailEnd/>
          </a:ln>
          <a:effec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800">
                <a:solidFill>
                  <a:schemeClr val="bg1"/>
                </a:solidFill>
                <a:latin typeface="Calibri" panose="020F0502020204030204" pitchFamily="34" charset="0"/>
                <a:cs typeface="Calibri" panose="020F0502020204030204" pitchFamily="34" charset="0"/>
              </a:rPr>
              <a:t> </a:t>
            </a:r>
          </a:p>
        </p:txBody>
      </p:sp>
      <p:sp>
        <p:nvSpPr>
          <p:cNvPr id="87" name="Rectangle 35">
            <a:extLst>
              <a:ext uri="{FF2B5EF4-FFF2-40B4-BE49-F238E27FC236}">
                <a16:creationId xmlns:a16="http://schemas.microsoft.com/office/drawing/2014/main" id="{A14A4626-005C-4F22-887C-651E6D431375}"/>
              </a:ext>
            </a:extLst>
          </p:cNvPr>
          <p:cNvSpPr>
            <a:spLocks noChangeArrowheads="1"/>
          </p:cNvSpPr>
          <p:nvPr/>
        </p:nvSpPr>
        <p:spPr bwMode="auto">
          <a:xfrm>
            <a:off x="5923722" y="2892425"/>
            <a:ext cx="364435" cy="304800"/>
          </a:xfrm>
          <a:prstGeom prst="rect">
            <a:avLst/>
          </a:prstGeom>
          <a:solidFill>
            <a:schemeClr val="accent2">
              <a:lumMod val="50000"/>
            </a:schemeClr>
          </a:solidFill>
          <a:ln w="9525">
            <a:solidFill>
              <a:schemeClr val="bg1"/>
            </a:solidFill>
            <a:miter lim="800000"/>
            <a:headEnd/>
            <a:tailEnd/>
          </a:ln>
          <a:effec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800" b="1">
                <a:solidFill>
                  <a:schemeClr val="bg1"/>
                </a:solidFill>
                <a:latin typeface="Calibri" panose="020F0502020204030204" pitchFamily="34" charset="0"/>
                <a:cs typeface="Calibri" panose="020F0502020204030204" pitchFamily="34" charset="0"/>
              </a:rPr>
              <a:t> </a:t>
            </a:r>
          </a:p>
        </p:txBody>
      </p:sp>
      <p:sp>
        <p:nvSpPr>
          <p:cNvPr id="88" name="Rectangle 36">
            <a:extLst>
              <a:ext uri="{FF2B5EF4-FFF2-40B4-BE49-F238E27FC236}">
                <a16:creationId xmlns:a16="http://schemas.microsoft.com/office/drawing/2014/main" id="{C54E6A79-50E6-4641-AE74-47A6622980C1}"/>
              </a:ext>
            </a:extLst>
          </p:cNvPr>
          <p:cNvSpPr>
            <a:spLocks noChangeArrowheads="1"/>
          </p:cNvSpPr>
          <p:nvPr/>
        </p:nvSpPr>
        <p:spPr bwMode="auto">
          <a:xfrm>
            <a:off x="5923722" y="3197225"/>
            <a:ext cx="364435" cy="304800"/>
          </a:xfrm>
          <a:prstGeom prst="rect">
            <a:avLst/>
          </a:prstGeom>
          <a:solidFill>
            <a:schemeClr val="accent2"/>
          </a:solidFill>
          <a:ln w="9525">
            <a:solidFill>
              <a:schemeClr val="bg1"/>
            </a:solidFill>
            <a:miter lim="800000"/>
            <a:headEnd/>
            <a:tailEnd/>
          </a:ln>
          <a:effec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800">
                <a:solidFill>
                  <a:schemeClr val="bg1"/>
                </a:solidFill>
                <a:latin typeface="Calibri" panose="020F0502020204030204" pitchFamily="34" charset="0"/>
                <a:cs typeface="Calibri" panose="020F0502020204030204" pitchFamily="34" charset="0"/>
              </a:rPr>
              <a:t>o</a:t>
            </a:r>
          </a:p>
        </p:txBody>
      </p:sp>
      <p:sp>
        <p:nvSpPr>
          <p:cNvPr id="89" name="Rectangle 37">
            <a:extLst>
              <a:ext uri="{FF2B5EF4-FFF2-40B4-BE49-F238E27FC236}">
                <a16:creationId xmlns:a16="http://schemas.microsoft.com/office/drawing/2014/main" id="{F84ABB69-1E25-4FDA-9B8E-951D1D4C4A7D}"/>
              </a:ext>
            </a:extLst>
          </p:cNvPr>
          <p:cNvSpPr>
            <a:spLocks noChangeArrowheads="1"/>
          </p:cNvSpPr>
          <p:nvPr/>
        </p:nvSpPr>
        <p:spPr bwMode="auto">
          <a:xfrm>
            <a:off x="6288157" y="2892425"/>
            <a:ext cx="364435" cy="304800"/>
          </a:xfrm>
          <a:prstGeom prst="rect">
            <a:avLst/>
          </a:prstGeom>
          <a:solidFill>
            <a:schemeClr val="accent2">
              <a:lumMod val="50000"/>
            </a:schemeClr>
          </a:solidFill>
          <a:ln w="9525">
            <a:solidFill>
              <a:schemeClr val="bg1"/>
            </a:solidFill>
            <a:miter lim="800000"/>
            <a:headEnd/>
            <a:tailEnd/>
          </a:ln>
          <a:effec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800" b="1">
                <a:solidFill>
                  <a:schemeClr val="bg1"/>
                </a:solidFill>
                <a:latin typeface="Calibri" panose="020F0502020204030204" pitchFamily="34" charset="0"/>
                <a:cs typeface="Calibri" panose="020F0502020204030204" pitchFamily="34" charset="0"/>
              </a:rPr>
              <a:t>g</a:t>
            </a:r>
          </a:p>
        </p:txBody>
      </p:sp>
      <p:sp>
        <p:nvSpPr>
          <p:cNvPr id="90" name="Rectangle 38">
            <a:extLst>
              <a:ext uri="{FF2B5EF4-FFF2-40B4-BE49-F238E27FC236}">
                <a16:creationId xmlns:a16="http://schemas.microsoft.com/office/drawing/2014/main" id="{823C93D2-4C14-43E9-9723-C2BD0531BC30}"/>
              </a:ext>
            </a:extLst>
          </p:cNvPr>
          <p:cNvSpPr>
            <a:spLocks noChangeArrowheads="1"/>
          </p:cNvSpPr>
          <p:nvPr/>
        </p:nvSpPr>
        <p:spPr bwMode="auto">
          <a:xfrm>
            <a:off x="6288157" y="3197225"/>
            <a:ext cx="364435" cy="304800"/>
          </a:xfrm>
          <a:prstGeom prst="rect">
            <a:avLst/>
          </a:prstGeom>
          <a:solidFill>
            <a:schemeClr val="accent2"/>
          </a:solidFill>
          <a:ln w="9525">
            <a:solidFill>
              <a:schemeClr val="bg1"/>
            </a:solidFill>
            <a:miter lim="800000"/>
            <a:headEnd/>
            <a:tailEnd/>
          </a:ln>
          <a:effec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800">
                <a:solidFill>
                  <a:schemeClr val="bg1"/>
                </a:solidFill>
                <a:latin typeface="Calibri" panose="020F0502020204030204" pitchFamily="34" charset="0"/>
                <a:cs typeface="Calibri" panose="020F0502020204030204" pitchFamily="34" charset="0"/>
              </a:rPr>
              <a:t> </a:t>
            </a:r>
          </a:p>
        </p:txBody>
      </p:sp>
      <p:sp>
        <p:nvSpPr>
          <p:cNvPr id="91" name="Rectangle 39">
            <a:extLst>
              <a:ext uri="{FF2B5EF4-FFF2-40B4-BE49-F238E27FC236}">
                <a16:creationId xmlns:a16="http://schemas.microsoft.com/office/drawing/2014/main" id="{E8D142A8-BD45-4B16-830F-CBC1A8A08ECE}"/>
              </a:ext>
            </a:extLst>
          </p:cNvPr>
          <p:cNvSpPr>
            <a:spLocks noChangeArrowheads="1"/>
          </p:cNvSpPr>
          <p:nvPr/>
        </p:nvSpPr>
        <p:spPr bwMode="auto">
          <a:xfrm>
            <a:off x="6652591" y="2892425"/>
            <a:ext cx="364435" cy="304800"/>
          </a:xfrm>
          <a:prstGeom prst="rect">
            <a:avLst/>
          </a:prstGeom>
          <a:solidFill>
            <a:schemeClr val="accent2">
              <a:lumMod val="50000"/>
            </a:schemeClr>
          </a:solidFill>
          <a:ln w="9525">
            <a:solidFill>
              <a:schemeClr val="bg1"/>
            </a:solidFill>
            <a:miter lim="800000"/>
            <a:headEnd/>
            <a:tailEnd/>
          </a:ln>
          <a:effec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800" b="1">
                <a:solidFill>
                  <a:schemeClr val="bg1"/>
                </a:solidFill>
                <a:latin typeface="Calibri" panose="020F0502020204030204" pitchFamily="34" charset="0"/>
                <a:cs typeface="Calibri" panose="020F0502020204030204" pitchFamily="34" charset="0"/>
              </a:rPr>
              <a:t> </a:t>
            </a:r>
          </a:p>
        </p:txBody>
      </p:sp>
      <p:sp>
        <p:nvSpPr>
          <p:cNvPr id="92" name="Rectangle 40">
            <a:extLst>
              <a:ext uri="{FF2B5EF4-FFF2-40B4-BE49-F238E27FC236}">
                <a16:creationId xmlns:a16="http://schemas.microsoft.com/office/drawing/2014/main" id="{39BB91B4-D0F9-4E20-A29A-98FA426AFC35}"/>
              </a:ext>
            </a:extLst>
          </p:cNvPr>
          <p:cNvSpPr>
            <a:spLocks noChangeArrowheads="1"/>
          </p:cNvSpPr>
          <p:nvPr/>
        </p:nvSpPr>
        <p:spPr bwMode="auto">
          <a:xfrm>
            <a:off x="6652591" y="3197225"/>
            <a:ext cx="364435" cy="304800"/>
          </a:xfrm>
          <a:prstGeom prst="rect">
            <a:avLst/>
          </a:prstGeom>
          <a:solidFill>
            <a:schemeClr val="accent2"/>
          </a:solidFill>
          <a:ln w="9525">
            <a:solidFill>
              <a:schemeClr val="bg1"/>
            </a:solidFill>
            <a:miter lim="800000"/>
            <a:headEnd/>
            <a:tailEnd/>
          </a:ln>
          <a:effec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800">
                <a:solidFill>
                  <a:schemeClr val="bg1"/>
                </a:solidFill>
                <a:latin typeface="Calibri" panose="020F0502020204030204" pitchFamily="34" charset="0"/>
                <a:cs typeface="Calibri" panose="020F0502020204030204" pitchFamily="34" charset="0"/>
              </a:rPr>
              <a:t>a</a:t>
            </a:r>
          </a:p>
        </p:txBody>
      </p:sp>
      <p:sp>
        <p:nvSpPr>
          <p:cNvPr id="93" name="Rectangle 41">
            <a:extLst>
              <a:ext uri="{FF2B5EF4-FFF2-40B4-BE49-F238E27FC236}">
                <a16:creationId xmlns:a16="http://schemas.microsoft.com/office/drawing/2014/main" id="{A0935E72-C3A0-4BD0-9DDC-387815B4B6CE}"/>
              </a:ext>
            </a:extLst>
          </p:cNvPr>
          <p:cNvSpPr>
            <a:spLocks noChangeArrowheads="1"/>
          </p:cNvSpPr>
          <p:nvPr/>
        </p:nvSpPr>
        <p:spPr bwMode="auto">
          <a:xfrm>
            <a:off x="7017026" y="2892425"/>
            <a:ext cx="364435" cy="304800"/>
          </a:xfrm>
          <a:prstGeom prst="rect">
            <a:avLst/>
          </a:prstGeom>
          <a:solidFill>
            <a:schemeClr val="accent2">
              <a:lumMod val="50000"/>
            </a:schemeClr>
          </a:solidFill>
          <a:ln w="9525">
            <a:solidFill>
              <a:schemeClr val="bg1"/>
            </a:solidFill>
            <a:miter lim="800000"/>
            <a:headEnd/>
            <a:tailEnd/>
          </a:ln>
          <a:effec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800" b="1">
                <a:solidFill>
                  <a:schemeClr val="bg1"/>
                </a:solidFill>
                <a:latin typeface="Calibri" panose="020F0502020204030204" pitchFamily="34" charset="0"/>
                <a:cs typeface="Calibri" panose="020F0502020204030204" pitchFamily="34" charset="0"/>
              </a:rPr>
              <a:t>p</a:t>
            </a:r>
          </a:p>
        </p:txBody>
      </p:sp>
      <p:sp>
        <p:nvSpPr>
          <p:cNvPr id="94" name="Rectangle 42">
            <a:extLst>
              <a:ext uri="{FF2B5EF4-FFF2-40B4-BE49-F238E27FC236}">
                <a16:creationId xmlns:a16="http://schemas.microsoft.com/office/drawing/2014/main" id="{892784D6-05A1-4CF6-839C-8E85326FEA4C}"/>
              </a:ext>
            </a:extLst>
          </p:cNvPr>
          <p:cNvSpPr>
            <a:spLocks noChangeArrowheads="1"/>
          </p:cNvSpPr>
          <p:nvPr/>
        </p:nvSpPr>
        <p:spPr bwMode="auto">
          <a:xfrm>
            <a:off x="7017026" y="3197225"/>
            <a:ext cx="364435" cy="304800"/>
          </a:xfrm>
          <a:prstGeom prst="rect">
            <a:avLst/>
          </a:prstGeom>
          <a:solidFill>
            <a:schemeClr val="accent2"/>
          </a:solidFill>
          <a:ln w="9525">
            <a:solidFill>
              <a:schemeClr val="bg1"/>
            </a:solidFill>
            <a:miter lim="800000"/>
            <a:headEnd/>
            <a:tailEnd/>
          </a:ln>
          <a:effec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800">
                <a:solidFill>
                  <a:schemeClr val="bg1"/>
                </a:solidFill>
                <a:latin typeface="Calibri" panose="020F0502020204030204" pitchFamily="34" charset="0"/>
                <a:cs typeface="Calibri" panose="020F0502020204030204" pitchFamily="34" charset="0"/>
              </a:rPr>
              <a:t> </a:t>
            </a:r>
          </a:p>
        </p:txBody>
      </p:sp>
      <p:sp>
        <p:nvSpPr>
          <p:cNvPr id="95" name="Rectangle 43">
            <a:extLst>
              <a:ext uri="{FF2B5EF4-FFF2-40B4-BE49-F238E27FC236}">
                <a16:creationId xmlns:a16="http://schemas.microsoft.com/office/drawing/2014/main" id="{135F4174-588C-4AEC-AB13-27DE4E19C872}"/>
              </a:ext>
            </a:extLst>
          </p:cNvPr>
          <p:cNvSpPr>
            <a:spLocks noChangeArrowheads="1"/>
          </p:cNvSpPr>
          <p:nvPr/>
        </p:nvSpPr>
        <p:spPr bwMode="auto">
          <a:xfrm>
            <a:off x="7381461" y="2892425"/>
            <a:ext cx="364435" cy="304800"/>
          </a:xfrm>
          <a:prstGeom prst="rect">
            <a:avLst/>
          </a:prstGeom>
          <a:solidFill>
            <a:schemeClr val="accent2">
              <a:lumMod val="50000"/>
            </a:schemeClr>
          </a:solidFill>
          <a:ln w="9525">
            <a:solidFill>
              <a:schemeClr val="bg1"/>
            </a:solidFill>
            <a:miter lim="800000"/>
            <a:headEnd/>
            <a:tailEnd/>
          </a:ln>
          <a:effec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800" b="1">
                <a:solidFill>
                  <a:schemeClr val="bg1"/>
                </a:solidFill>
                <a:latin typeface="Calibri" panose="020F0502020204030204" pitchFamily="34" charset="0"/>
                <a:cs typeface="Calibri" panose="020F0502020204030204" pitchFamily="34" charset="0"/>
              </a:rPr>
              <a:t> </a:t>
            </a:r>
          </a:p>
        </p:txBody>
      </p:sp>
      <p:sp>
        <p:nvSpPr>
          <p:cNvPr id="96" name="Rectangle 44">
            <a:extLst>
              <a:ext uri="{FF2B5EF4-FFF2-40B4-BE49-F238E27FC236}">
                <a16:creationId xmlns:a16="http://schemas.microsoft.com/office/drawing/2014/main" id="{6623C801-E93A-4D99-9B51-E1F8D9C2C65A}"/>
              </a:ext>
            </a:extLst>
          </p:cNvPr>
          <p:cNvSpPr>
            <a:spLocks noChangeArrowheads="1"/>
          </p:cNvSpPr>
          <p:nvPr/>
        </p:nvSpPr>
        <p:spPr bwMode="auto">
          <a:xfrm>
            <a:off x="7381461" y="3197225"/>
            <a:ext cx="364435" cy="304800"/>
          </a:xfrm>
          <a:prstGeom prst="rect">
            <a:avLst/>
          </a:prstGeom>
          <a:solidFill>
            <a:schemeClr val="accent2"/>
          </a:solidFill>
          <a:ln w="9525">
            <a:solidFill>
              <a:schemeClr val="bg1"/>
            </a:solidFill>
            <a:miter lim="800000"/>
            <a:headEnd/>
            <a:tailEnd/>
          </a:ln>
          <a:effec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800">
                <a:solidFill>
                  <a:schemeClr val="bg1"/>
                </a:solidFill>
                <a:latin typeface="Calibri" panose="020F0502020204030204" pitchFamily="34" charset="0"/>
                <a:cs typeface="Calibri" panose="020F0502020204030204" pitchFamily="34" charset="0"/>
              </a:rPr>
              <a:t>a</a:t>
            </a:r>
          </a:p>
        </p:txBody>
      </p:sp>
      <p:sp>
        <p:nvSpPr>
          <p:cNvPr id="97" name="Rectangle 45">
            <a:extLst>
              <a:ext uri="{FF2B5EF4-FFF2-40B4-BE49-F238E27FC236}">
                <a16:creationId xmlns:a16="http://schemas.microsoft.com/office/drawing/2014/main" id="{C327DFF5-D829-4105-B304-46DA8CDCE3E7}"/>
              </a:ext>
            </a:extLst>
          </p:cNvPr>
          <p:cNvSpPr>
            <a:spLocks noChangeArrowheads="1"/>
          </p:cNvSpPr>
          <p:nvPr/>
        </p:nvSpPr>
        <p:spPr bwMode="auto">
          <a:xfrm>
            <a:off x="7745896" y="2892425"/>
            <a:ext cx="364435" cy="304800"/>
          </a:xfrm>
          <a:prstGeom prst="rect">
            <a:avLst/>
          </a:prstGeom>
          <a:solidFill>
            <a:schemeClr val="accent2">
              <a:lumMod val="50000"/>
            </a:schemeClr>
          </a:solidFill>
          <a:ln w="9525">
            <a:solidFill>
              <a:schemeClr val="bg1"/>
            </a:solidFill>
            <a:miter lim="800000"/>
            <a:headEnd/>
            <a:tailEnd/>
          </a:ln>
          <a:effec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800" b="1">
                <a:solidFill>
                  <a:schemeClr val="bg1"/>
                </a:solidFill>
                <a:latin typeface="Calibri" panose="020F0502020204030204" pitchFamily="34" charset="0"/>
                <a:cs typeface="Calibri" panose="020F0502020204030204" pitchFamily="34" charset="0"/>
              </a:rPr>
              <a:t>r</a:t>
            </a:r>
          </a:p>
        </p:txBody>
      </p:sp>
      <p:sp>
        <p:nvSpPr>
          <p:cNvPr id="98" name="Rectangle 46">
            <a:extLst>
              <a:ext uri="{FF2B5EF4-FFF2-40B4-BE49-F238E27FC236}">
                <a16:creationId xmlns:a16="http://schemas.microsoft.com/office/drawing/2014/main" id="{E6F304FC-B7C4-4380-9588-7666787E57CE}"/>
              </a:ext>
            </a:extLst>
          </p:cNvPr>
          <p:cNvSpPr>
            <a:spLocks noChangeArrowheads="1"/>
          </p:cNvSpPr>
          <p:nvPr/>
        </p:nvSpPr>
        <p:spPr bwMode="auto">
          <a:xfrm>
            <a:off x="7745896" y="3197225"/>
            <a:ext cx="364435" cy="304800"/>
          </a:xfrm>
          <a:prstGeom prst="rect">
            <a:avLst/>
          </a:prstGeom>
          <a:solidFill>
            <a:schemeClr val="accent2"/>
          </a:solidFill>
          <a:ln w="9525">
            <a:solidFill>
              <a:schemeClr val="bg1"/>
            </a:solidFill>
            <a:miter lim="800000"/>
            <a:headEnd/>
            <a:tailEnd/>
          </a:ln>
          <a:effec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800">
                <a:solidFill>
                  <a:schemeClr val="bg1"/>
                </a:solidFill>
                <a:latin typeface="Calibri" panose="020F0502020204030204" pitchFamily="34" charset="0"/>
                <a:cs typeface="Calibri" panose="020F0502020204030204" pitchFamily="34" charset="0"/>
              </a:rPr>
              <a:t> </a:t>
            </a:r>
          </a:p>
        </p:txBody>
      </p:sp>
      <p:sp>
        <p:nvSpPr>
          <p:cNvPr id="99" name="Rectangle 47">
            <a:extLst>
              <a:ext uri="{FF2B5EF4-FFF2-40B4-BE49-F238E27FC236}">
                <a16:creationId xmlns:a16="http://schemas.microsoft.com/office/drawing/2014/main" id="{70B5E70C-73ED-44ED-875C-AB9B5C7C077C}"/>
              </a:ext>
            </a:extLst>
          </p:cNvPr>
          <p:cNvSpPr>
            <a:spLocks noChangeArrowheads="1"/>
          </p:cNvSpPr>
          <p:nvPr/>
        </p:nvSpPr>
        <p:spPr bwMode="auto">
          <a:xfrm>
            <a:off x="8110330" y="2892425"/>
            <a:ext cx="364435" cy="304800"/>
          </a:xfrm>
          <a:prstGeom prst="rect">
            <a:avLst/>
          </a:prstGeom>
          <a:solidFill>
            <a:schemeClr val="accent2">
              <a:lumMod val="50000"/>
            </a:schemeClr>
          </a:solidFill>
          <a:ln w="9525">
            <a:solidFill>
              <a:schemeClr val="bg1"/>
            </a:solidFill>
            <a:miter lim="800000"/>
            <a:headEnd/>
            <a:tailEnd/>
          </a:ln>
          <a:effec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800" b="1">
                <a:solidFill>
                  <a:schemeClr val="bg1"/>
                </a:solidFill>
                <a:latin typeface="Calibri" panose="020F0502020204030204" pitchFamily="34" charset="0"/>
                <a:cs typeface="Calibri" panose="020F0502020204030204" pitchFamily="34" charset="0"/>
              </a:rPr>
              <a:t> </a:t>
            </a:r>
          </a:p>
        </p:txBody>
      </p:sp>
      <p:sp>
        <p:nvSpPr>
          <p:cNvPr id="100" name="Rectangle 48">
            <a:extLst>
              <a:ext uri="{FF2B5EF4-FFF2-40B4-BE49-F238E27FC236}">
                <a16:creationId xmlns:a16="http://schemas.microsoft.com/office/drawing/2014/main" id="{752FE351-75BF-4397-9CFF-DAEE71D6E128}"/>
              </a:ext>
            </a:extLst>
          </p:cNvPr>
          <p:cNvSpPr>
            <a:spLocks noChangeArrowheads="1"/>
          </p:cNvSpPr>
          <p:nvPr/>
        </p:nvSpPr>
        <p:spPr bwMode="auto">
          <a:xfrm>
            <a:off x="8110330" y="3197225"/>
            <a:ext cx="364435" cy="304800"/>
          </a:xfrm>
          <a:prstGeom prst="rect">
            <a:avLst/>
          </a:prstGeom>
          <a:solidFill>
            <a:schemeClr val="accent2"/>
          </a:solidFill>
          <a:ln w="9525">
            <a:solidFill>
              <a:schemeClr val="bg1"/>
            </a:solidFill>
            <a:miter lim="800000"/>
            <a:headEnd/>
            <a:tailEnd/>
          </a:ln>
          <a:effec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800">
                <a:solidFill>
                  <a:schemeClr val="bg1"/>
                </a:solidFill>
                <a:latin typeface="Calibri" panose="020F0502020204030204" pitchFamily="34" charset="0"/>
                <a:cs typeface="Calibri" panose="020F0502020204030204" pitchFamily="34" charset="0"/>
              </a:rPr>
              <a:t> t</a:t>
            </a:r>
          </a:p>
        </p:txBody>
      </p:sp>
      <p:sp>
        <p:nvSpPr>
          <p:cNvPr id="101" name="Rectangle 49">
            <a:extLst>
              <a:ext uri="{FF2B5EF4-FFF2-40B4-BE49-F238E27FC236}">
                <a16:creationId xmlns:a16="http://schemas.microsoft.com/office/drawing/2014/main" id="{7697DD92-347B-40C5-898D-61C8810E67C7}"/>
              </a:ext>
            </a:extLst>
          </p:cNvPr>
          <p:cNvSpPr>
            <a:spLocks noChangeArrowheads="1"/>
          </p:cNvSpPr>
          <p:nvPr/>
        </p:nvSpPr>
        <p:spPr bwMode="auto">
          <a:xfrm>
            <a:off x="8474765" y="2892425"/>
            <a:ext cx="364435" cy="304800"/>
          </a:xfrm>
          <a:prstGeom prst="rect">
            <a:avLst/>
          </a:prstGeom>
          <a:solidFill>
            <a:schemeClr val="accent2">
              <a:lumMod val="50000"/>
            </a:schemeClr>
          </a:solidFill>
          <a:ln w="9525">
            <a:solidFill>
              <a:schemeClr val="bg1"/>
            </a:solidFill>
            <a:miter lim="800000"/>
            <a:headEnd/>
            <a:tailEnd/>
          </a:ln>
          <a:effec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800" b="1">
                <a:solidFill>
                  <a:schemeClr val="bg1"/>
                </a:solidFill>
                <a:latin typeface="Calibri" panose="020F0502020204030204" pitchFamily="34" charset="0"/>
                <a:cs typeface="Calibri" panose="020F0502020204030204" pitchFamily="34" charset="0"/>
              </a:rPr>
              <a:t>y</a:t>
            </a:r>
          </a:p>
        </p:txBody>
      </p:sp>
      <p:sp>
        <p:nvSpPr>
          <p:cNvPr id="102" name="Rectangle 50">
            <a:extLst>
              <a:ext uri="{FF2B5EF4-FFF2-40B4-BE49-F238E27FC236}">
                <a16:creationId xmlns:a16="http://schemas.microsoft.com/office/drawing/2014/main" id="{39B1BB71-B2FE-45DB-9C3C-7FF3A8F677B2}"/>
              </a:ext>
            </a:extLst>
          </p:cNvPr>
          <p:cNvSpPr>
            <a:spLocks noChangeArrowheads="1"/>
          </p:cNvSpPr>
          <p:nvPr/>
        </p:nvSpPr>
        <p:spPr bwMode="auto">
          <a:xfrm>
            <a:off x="8474765" y="3197225"/>
            <a:ext cx="364435" cy="304800"/>
          </a:xfrm>
          <a:prstGeom prst="rect">
            <a:avLst/>
          </a:prstGeom>
          <a:solidFill>
            <a:schemeClr val="accent2"/>
          </a:solidFill>
          <a:ln w="9525">
            <a:solidFill>
              <a:schemeClr val="bg1"/>
            </a:solidFill>
            <a:miter lim="800000"/>
            <a:headEnd/>
            <a:tailEnd/>
          </a:ln>
          <a:effec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800">
                <a:solidFill>
                  <a:schemeClr val="bg1"/>
                </a:solidFill>
                <a:latin typeface="Calibri" panose="020F0502020204030204" pitchFamily="34" charset="0"/>
                <a:cs typeface="Calibri" panose="020F0502020204030204" pitchFamily="34" charset="0"/>
              </a:rPr>
              <a:t> </a:t>
            </a:r>
          </a:p>
        </p:txBody>
      </p:sp>
      <p:grpSp>
        <p:nvGrpSpPr>
          <p:cNvPr id="5" name="Group 4">
            <a:extLst>
              <a:ext uri="{FF2B5EF4-FFF2-40B4-BE49-F238E27FC236}">
                <a16:creationId xmlns:a16="http://schemas.microsoft.com/office/drawing/2014/main" id="{CA4062E0-F43A-40AD-8AC4-603231054C60}"/>
              </a:ext>
            </a:extLst>
          </p:cNvPr>
          <p:cNvGrpSpPr/>
          <p:nvPr/>
        </p:nvGrpSpPr>
        <p:grpSpPr>
          <a:xfrm>
            <a:off x="205800" y="4530112"/>
            <a:ext cx="8732400" cy="687025"/>
            <a:chOff x="115165" y="2833827"/>
            <a:chExt cx="8732400" cy="687025"/>
          </a:xfrm>
        </p:grpSpPr>
        <p:sp>
          <p:nvSpPr>
            <p:cNvPr id="247814" name="Rectangle 5">
              <a:extLst>
                <a:ext uri="{FF2B5EF4-FFF2-40B4-BE49-F238E27FC236}">
                  <a16:creationId xmlns:a16="http://schemas.microsoft.com/office/drawing/2014/main" id="{3826DA6E-260E-4B10-AE0A-030C8C63EE38}"/>
                </a:ext>
              </a:extLst>
            </p:cNvPr>
            <p:cNvSpPr>
              <a:spLocks noChangeArrowheads="1"/>
            </p:cNvSpPr>
            <p:nvPr/>
          </p:nvSpPr>
          <p:spPr bwMode="auto">
            <a:xfrm>
              <a:off x="1937138" y="2911252"/>
              <a:ext cx="300454" cy="304800"/>
            </a:xfrm>
            <a:prstGeom prst="rect">
              <a:avLst/>
            </a:prstGeom>
            <a:solidFill>
              <a:schemeClr val="accent2">
                <a:lumMod val="50000"/>
              </a:schemeClr>
            </a:solidFill>
            <a:ln w="9525">
              <a:solidFill>
                <a:schemeClr val="bg1"/>
              </a:solidFill>
              <a:miter lim="800000"/>
              <a:headEnd/>
              <a:tailEnd/>
            </a:ln>
            <a:effec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800">
                  <a:solidFill>
                    <a:schemeClr val="bg1"/>
                  </a:solidFill>
                  <a:latin typeface="Calibri" panose="020F0502020204030204" pitchFamily="34" charset="0"/>
                  <a:cs typeface="Calibri" panose="020F0502020204030204" pitchFamily="34" charset="0"/>
                </a:rPr>
                <a:t>m</a:t>
              </a:r>
            </a:p>
          </p:txBody>
        </p:sp>
        <p:sp>
          <p:nvSpPr>
            <p:cNvPr id="247815" name="Rectangle 6">
              <a:extLst>
                <a:ext uri="{FF2B5EF4-FFF2-40B4-BE49-F238E27FC236}">
                  <a16:creationId xmlns:a16="http://schemas.microsoft.com/office/drawing/2014/main" id="{367ECE0D-E1C8-4965-9EAF-F980A7C955FF}"/>
                </a:ext>
              </a:extLst>
            </p:cNvPr>
            <p:cNvSpPr>
              <a:spLocks noChangeArrowheads="1"/>
            </p:cNvSpPr>
            <p:nvPr/>
          </p:nvSpPr>
          <p:spPr bwMode="auto">
            <a:xfrm>
              <a:off x="1937138" y="3216052"/>
              <a:ext cx="300454" cy="304800"/>
            </a:xfrm>
            <a:prstGeom prst="rect">
              <a:avLst/>
            </a:prstGeom>
            <a:solidFill>
              <a:schemeClr val="accent2"/>
            </a:solidFill>
            <a:ln w="9525">
              <a:solidFill>
                <a:schemeClr val="bg1"/>
              </a:solidFill>
              <a:miter lim="800000"/>
              <a:headEnd/>
              <a:tailEnd/>
            </a:ln>
            <a:effec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800">
                  <a:solidFill>
                    <a:schemeClr val="bg1"/>
                  </a:solidFill>
                  <a:latin typeface="Calibri" panose="020F0502020204030204" pitchFamily="34" charset="0"/>
                  <a:cs typeface="Calibri" panose="020F0502020204030204" pitchFamily="34" charset="0"/>
                </a:rPr>
                <a:t> </a:t>
              </a:r>
            </a:p>
          </p:txBody>
        </p:sp>
        <p:sp>
          <p:nvSpPr>
            <p:cNvPr id="247816" name="Rectangle 7">
              <a:extLst>
                <a:ext uri="{FF2B5EF4-FFF2-40B4-BE49-F238E27FC236}">
                  <a16:creationId xmlns:a16="http://schemas.microsoft.com/office/drawing/2014/main" id="{19007362-9E37-4E65-909F-BCC6E0F669D5}"/>
                </a:ext>
              </a:extLst>
            </p:cNvPr>
            <p:cNvSpPr>
              <a:spLocks noChangeArrowheads="1"/>
            </p:cNvSpPr>
            <p:nvPr/>
          </p:nvSpPr>
          <p:spPr bwMode="auto">
            <a:xfrm>
              <a:off x="2237592" y="2911252"/>
              <a:ext cx="300454" cy="304800"/>
            </a:xfrm>
            <a:prstGeom prst="rect">
              <a:avLst/>
            </a:prstGeom>
            <a:solidFill>
              <a:schemeClr val="accent2">
                <a:lumMod val="50000"/>
              </a:schemeClr>
            </a:solidFill>
            <a:ln w="9525">
              <a:solidFill>
                <a:schemeClr val="bg1"/>
              </a:solidFill>
              <a:miter lim="800000"/>
              <a:headEnd/>
              <a:tailEnd/>
            </a:ln>
            <a:effec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800">
                  <a:solidFill>
                    <a:schemeClr val="bg1"/>
                  </a:solidFill>
                  <a:latin typeface="Calibri" panose="020F0502020204030204" pitchFamily="34" charset="0"/>
                  <a:cs typeface="Calibri" panose="020F0502020204030204" pitchFamily="34" charset="0"/>
                </a:rPr>
                <a:t> </a:t>
              </a:r>
            </a:p>
          </p:txBody>
        </p:sp>
        <p:sp>
          <p:nvSpPr>
            <p:cNvPr id="247817" name="Rectangle 8">
              <a:extLst>
                <a:ext uri="{FF2B5EF4-FFF2-40B4-BE49-F238E27FC236}">
                  <a16:creationId xmlns:a16="http://schemas.microsoft.com/office/drawing/2014/main" id="{24A2F6E8-672C-4B3B-A030-C2F052DB7124}"/>
                </a:ext>
              </a:extLst>
            </p:cNvPr>
            <p:cNvSpPr>
              <a:spLocks noChangeArrowheads="1"/>
            </p:cNvSpPr>
            <p:nvPr/>
          </p:nvSpPr>
          <p:spPr bwMode="auto">
            <a:xfrm>
              <a:off x="2237592" y="3216052"/>
              <a:ext cx="300454" cy="304800"/>
            </a:xfrm>
            <a:prstGeom prst="rect">
              <a:avLst/>
            </a:prstGeom>
            <a:solidFill>
              <a:schemeClr val="accent2"/>
            </a:solidFill>
            <a:ln w="9525">
              <a:solidFill>
                <a:schemeClr val="bg1"/>
              </a:solidFill>
              <a:miter lim="800000"/>
              <a:headEnd/>
              <a:tailEnd/>
            </a:ln>
            <a:effec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800" dirty="0">
                  <a:solidFill>
                    <a:schemeClr val="bg1"/>
                  </a:solidFill>
                  <a:latin typeface="Calibri" panose="020F0502020204030204" pitchFamily="34" charset="0"/>
                  <a:cs typeface="Calibri" panose="020F0502020204030204" pitchFamily="34" charset="0"/>
                </a:rPr>
                <a:t>e</a:t>
              </a:r>
            </a:p>
          </p:txBody>
        </p:sp>
        <p:sp>
          <p:nvSpPr>
            <p:cNvPr id="247818" name="Rectangle 9">
              <a:extLst>
                <a:ext uri="{FF2B5EF4-FFF2-40B4-BE49-F238E27FC236}">
                  <a16:creationId xmlns:a16="http://schemas.microsoft.com/office/drawing/2014/main" id="{B1338E5A-05EA-4D23-AB1B-738076A8A3A0}"/>
                </a:ext>
              </a:extLst>
            </p:cNvPr>
            <p:cNvSpPr>
              <a:spLocks noChangeArrowheads="1"/>
            </p:cNvSpPr>
            <p:nvPr/>
          </p:nvSpPr>
          <p:spPr bwMode="auto">
            <a:xfrm>
              <a:off x="2538045" y="2911252"/>
              <a:ext cx="300454" cy="304800"/>
            </a:xfrm>
            <a:prstGeom prst="rect">
              <a:avLst/>
            </a:prstGeom>
            <a:solidFill>
              <a:schemeClr val="accent2">
                <a:lumMod val="50000"/>
              </a:schemeClr>
            </a:solidFill>
            <a:ln w="9525">
              <a:solidFill>
                <a:schemeClr val="bg1"/>
              </a:solidFill>
              <a:miter lim="800000"/>
              <a:headEnd/>
              <a:tailEnd/>
            </a:ln>
            <a:effec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800">
                  <a:solidFill>
                    <a:schemeClr val="bg1"/>
                  </a:solidFill>
                  <a:latin typeface="Calibri" panose="020F0502020204030204" pitchFamily="34" charset="0"/>
                  <a:cs typeface="Calibri" panose="020F0502020204030204" pitchFamily="34" charset="0"/>
                </a:rPr>
                <a:t>e</a:t>
              </a:r>
            </a:p>
          </p:txBody>
        </p:sp>
        <p:sp>
          <p:nvSpPr>
            <p:cNvPr id="247819" name="Rectangle 10">
              <a:extLst>
                <a:ext uri="{FF2B5EF4-FFF2-40B4-BE49-F238E27FC236}">
                  <a16:creationId xmlns:a16="http://schemas.microsoft.com/office/drawing/2014/main" id="{3DE89BDE-AF24-48ED-8DBC-361E2EFBDA41}"/>
                </a:ext>
              </a:extLst>
            </p:cNvPr>
            <p:cNvSpPr>
              <a:spLocks noChangeArrowheads="1"/>
            </p:cNvSpPr>
            <p:nvPr/>
          </p:nvSpPr>
          <p:spPr bwMode="auto">
            <a:xfrm>
              <a:off x="2538045" y="3216052"/>
              <a:ext cx="300454" cy="304800"/>
            </a:xfrm>
            <a:prstGeom prst="rect">
              <a:avLst/>
            </a:prstGeom>
            <a:solidFill>
              <a:schemeClr val="accent2"/>
            </a:solidFill>
            <a:ln w="9525">
              <a:solidFill>
                <a:schemeClr val="bg1"/>
              </a:solidFill>
              <a:miter lim="800000"/>
              <a:headEnd/>
              <a:tailEnd/>
            </a:ln>
            <a:effec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800">
                  <a:solidFill>
                    <a:schemeClr val="bg1"/>
                  </a:solidFill>
                  <a:latin typeface="Calibri" panose="020F0502020204030204" pitchFamily="34" charset="0"/>
                  <a:cs typeface="Calibri" panose="020F0502020204030204" pitchFamily="34" charset="0"/>
                </a:rPr>
                <a:t> </a:t>
              </a:r>
            </a:p>
          </p:txBody>
        </p:sp>
        <p:sp>
          <p:nvSpPr>
            <p:cNvPr id="247820" name="Rectangle 11">
              <a:extLst>
                <a:ext uri="{FF2B5EF4-FFF2-40B4-BE49-F238E27FC236}">
                  <a16:creationId xmlns:a16="http://schemas.microsoft.com/office/drawing/2014/main" id="{7EF707D7-BAEC-46CE-8589-12CA2A110130}"/>
                </a:ext>
              </a:extLst>
            </p:cNvPr>
            <p:cNvSpPr>
              <a:spLocks noChangeArrowheads="1"/>
            </p:cNvSpPr>
            <p:nvPr/>
          </p:nvSpPr>
          <p:spPr bwMode="auto">
            <a:xfrm>
              <a:off x="2838498" y="2911252"/>
              <a:ext cx="300454" cy="304800"/>
            </a:xfrm>
            <a:prstGeom prst="rect">
              <a:avLst/>
            </a:prstGeom>
            <a:solidFill>
              <a:schemeClr val="accent2">
                <a:lumMod val="50000"/>
              </a:schemeClr>
            </a:solidFill>
            <a:ln w="9525">
              <a:solidFill>
                <a:schemeClr val="bg1"/>
              </a:solidFill>
              <a:miter lim="800000"/>
              <a:headEnd/>
              <a:tailEnd/>
            </a:ln>
            <a:effec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800">
                  <a:solidFill>
                    <a:schemeClr val="bg1"/>
                  </a:solidFill>
                  <a:latin typeface="Calibri" panose="020F0502020204030204" pitchFamily="34" charset="0"/>
                  <a:cs typeface="Calibri" panose="020F0502020204030204" pitchFamily="34" charset="0"/>
                </a:rPr>
                <a:t> </a:t>
              </a:r>
            </a:p>
          </p:txBody>
        </p:sp>
        <p:sp>
          <p:nvSpPr>
            <p:cNvPr id="247821" name="Rectangle 12">
              <a:extLst>
                <a:ext uri="{FF2B5EF4-FFF2-40B4-BE49-F238E27FC236}">
                  <a16:creationId xmlns:a16="http://schemas.microsoft.com/office/drawing/2014/main" id="{D7FB24CC-FFB3-43C8-9A85-CD8DD3F3B979}"/>
                </a:ext>
              </a:extLst>
            </p:cNvPr>
            <p:cNvSpPr>
              <a:spLocks noChangeArrowheads="1"/>
            </p:cNvSpPr>
            <p:nvPr/>
          </p:nvSpPr>
          <p:spPr bwMode="auto">
            <a:xfrm>
              <a:off x="2838498" y="3216052"/>
              <a:ext cx="300454" cy="304800"/>
            </a:xfrm>
            <a:prstGeom prst="rect">
              <a:avLst/>
            </a:prstGeom>
            <a:solidFill>
              <a:schemeClr val="accent2"/>
            </a:solidFill>
            <a:ln w="9525">
              <a:solidFill>
                <a:schemeClr val="bg1"/>
              </a:solidFill>
              <a:miter lim="800000"/>
              <a:headEnd/>
              <a:tailEnd/>
            </a:ln>
            <a:effec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800">
                  <a:solidFill>
                    <a:schemeClr val="bg1"/>
                  </a:solidFill>
                  <a:latin typeface="Calibri" panose="020F0502020204030204" pitchFamily="34" charset="0"/>
                  <a:cs typeface="Calibri" panose="020F0502020204030204" pitchFamily="34" charset="0"/>
                </a:rPr>
                <a:t>t</a:t>
              </a:r>
            </a:p>
          </p:txBody>
        </p:sp>
        <p:sp>
          <p:nvSpPr>
            <p:cNvPr id="247822" name="Rectangle 13">
              <a:extLst>
                <a:ext uri="{FF2B5EF4-FFF2-40B4-BE49-F238E27FC236}">
                  <a16:creationId xmlns:a16="http://schemas.microsoft.com/office/drawing/2014/main" id="{D684A817-1120-43BD-962E-324113CF1992}"/>
                </a:ext>
              </a:extLst>
            </p:cNvPr>
            <p:cNvSpPr>
              <a:spLocks noChangeArrowheads="1"/>
            </p:cNvSpPr>
            <p:nvPr/>
          </p:nvSpPr>
          <p:spPr bwMode="auto">
            <a:xfrm>
              <a:off x="3138951" y="2911252"/>
              <a:ext cx="300454" cy="304800"/>
            </a:xfrm>
            <a:prstGeom prst="rect">
              <a:avLst/>
            </a:prstGeom>
            <a:solidFill>
              <a:schemeClr val="accent2">
                <a:lumMod val="50000"/>
              </a:schemeClr>
            </a:solidFill>
            <a:ln w="9525">
              <a:solidFill>
                <a:schemeClr val="bg1"/>
              </a:solidFill>
              <a:miter lim="800000"/>
              <a:headEnd/>
              <a:tailEnd/>
            </a:ln>
            <a:effec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800">
                  <a:solidFill>
                    <a:schemeClr val="bg1"/>
                  </a:solidFill>
                  <a:latin typeface="Calibri" panose="020F0502020204030204" pitchFamily="34" charset="0"/>
                  <a:cs typeface="Calibri" panose="020F0502020204030204" pitchFamily="34" charset="0"/>
                </a:rPr>
                <a:t>m</a:t>
              </a:r>
            </a:p>
          </p:txBody>
        </p:sp>
        <p:sp>
          <p:nvSpPr>
            <p:cNvPr id="247823" name="Rectangle 14">
              <a:extLst>
                <a:ext uri="{FF2B5EF4-FFF2-40B4-BE49-F238E27FC236}">
                  <a16:creationId xmlns:a16="http://schemas.microsoft.com/office/drawing/2014/main" id="{974B76B0-21B6-48AC-A1A5-D562C599CD44}"/>
                </a:ext>
              </a:extLst>
            </p:cNvPr>
            <p:cNvSpPr>
              <a:spLocks noChangeArrowheads="1"/>
            </p:cNvSpPr>
            <p:nvPr/>
          </p:nvSpPr>
          <p:spPr bwMode="auto">
            <a:xfrm>
              <a:off x="3138951" y="3216052"/>
              <a:ext cx="300454" cy="304800"/>
            </a:xfrm>
            <a:prstGeom prst="rect">
              <a:avLst/>
            </a:prstGeom>
            <a:solidFill>
              <a:schemeClr val="accent2"/>
            </a:solidFill>
            <a:ln w="9525">
              <a:solidFill>
                <a:schemeClr val="bg1"/>
              </a:solidFill>
              <a:miter lim="800000"/>
              <a:headEnd/>
              <a:tailEnd/>
            </a:ln>
            <a:effec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800">
                  <a:solidFill>
                    <a:schemeClr val="bg1"/>
                  </a:solidFill>
                  <a:latin typeface="Calibri" panose="020F0502020204030204" pitchFamily="34" charset="0"/>
                  <a:cs typeface="Calibri" panose="020F0502020204030204" pitchFamily="34" charset="0"/>
                </a:rPr>
                <a:t> </a:t>
              </a:r>
            </a:p>
          </p:txBody>
        </p:sp>
        <p:sp>
          <p:nvSpPr>
            <p:cNvPr id="247824" name="Rectangle 15">
              <a:extLst>
                <a:ext uri="{FF2B5EF4-FFF2-40B4-BE49-F238E27FC236}">
                  <a16:creationId xmlns:a16="http://schemas.microsoft.com/office/drawing/2014/main" id="{5B2B4FAB-F973-4E9B-B3F3-251EDB408460}"/>
                </a:ext>
              </a:extLst>
            </p:cNvPr>
            <p:cNvSpPr>
              <a:spLocks noChangeArrowheads="1"/>
            </p:cNvSpPr>
            <p:nvPr/>
          </p:nvSpPr>
          <p:spPr bwMode="auto">
            <a:xfrm>
              <a:off x="3439405" y="2911252"/>
              <a:ext cx="300454" cy="304800"/>
            </a:xfrm>
            <a:prstGeom prst="rect">
              <a:avLst/>
            </a:prstGeom>
            <a:solidFill>
              <a:schemeClr val="accent2">
                <a:lumMod val="50000"/>
              </a:schemeClr>
            </a:solidFill>
            <a:ln w="9525">
              <a:solidFill>
                <a:schemeClr val="bg1"/>
              </a:solidFill>
              <a:miter lim="800000"/>
              <a:headEnd/>
              <a:tailEnd/>
            </a:ln>
            <a:effec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800">
                  <a:solidFill>
                    <a:schemeClr val="bg1"/>
                  </a:solidFill>
                  <a:latin typeface="Calibri" panose="020F0502020204030204" pitchFamily="34" charset="0"/>
                  <a:cs typeface="Calibri" panose="020F0502020204030204" pitchFamily="34" charset="0"/>
                </a:rPr>
                <a:t> </a:t>
              </a:r>
            </a:p>
          </p:txBody>
        </p:sp>
        <p:sp>
          <p:nvSpPr>
            <p:cNvPr id="247825" name="Rectangle 16">
              <a:extLst>
                <a:ext uri="{FF2B5EF4-FFF2-40B4-BE49-F238E27FC236}">
                  <a16:creationId xmlns:a16="http://schemas.microsoft.com/office/drawing/2014/main" id="{E2EAAB07-04C2-4EB5-9083-7976FAEBA8CD}"/>
                </a:ext>
              </a:extLst>
            </p:cNvPr>
            <p:cNvSpPr>
              <a:spLocks noChangeArrowheads="1"/>
            </p:cNvSpPr>
            <p:nvPr/>
          </p:nvSpPr>
          <p:spPr bwMode="auto">
            <a:xfrm>
              <a:off x="3439405" y="3216052"/>
              <a:ext cx="300454" cy="304800"/>
            </a:xfrm>
            <a:prstGeom prst="rect">
              <a:avLst/>
            </a:prstGeom>
            <a:solidFill>
              <a:schemeClr val="accent2"/>
            </a:solidFill>
            <a:ln w="9525">
              <a:solidFill>
                <a:schemeClr val="bg1"/>
              </a:solidFill>
              <a:miter lim="800000"/>
              <a:headEnd/>
              <a:tailEnd/>
            </a:ln>
            <a:effec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800">
                  <a:solidFill>
                    <a:schemeClr val="bg1"/>
                  </a:solidFill>
                  <a:latin typeface="Calibri" panose="020F0502020204030204" pitchFamily="34" charset="0"/>
                  <a:cs typeface="Calibri" panose="020F0502020204030204" pitchFamily="34" charset="0"/>
                </a:rPr>
                <a:t>e</a:t>
              </a:r>
            </a:p>
          </p:txBody>
        </p:sp>
        <p:sp>
          <p:nvSpPr>
            <p:cNvPr id="247826" name="Rectangle 17">
              <a:extLst>
                <a:ext uri="{FF2B5EF4-FFF2-40B4-BE49-F238E27FC236}">
                  <a16:creationId xmlns:a16="http://schemas.microsoft.com/office/drawing/2014/main" id="{7C46A3E3-601D-407B-B989-317345EBF33C}"/>
                </a:ext>
              </a:extLst>
            </p:cNvPr>
            <p:cNvSpPr>
              <a:spLocks noChangeArrowheads="1"/>
            </p:cNvSpPr>
            <p:nvPr/>
          </p:nvSpPr>
          <p:spPr bwMode="auto">
            <a:xfrm>
              <a:off x="3739858" y="2911252"/>
              <a:ext cx="300454" cy="304800"/>
            </a:xfrm>
            <a:prstGeom prst="rect">
              <a:avLst/>
            </a:prstGeom>
            <a:solidFill>
              <a:schemeClr val="accent2">
                <a:lumMod val="50000"/>
              </a:schemeClr>
            </a:solidFill>
            <a:ln w="9525">
              <a:solidFill>
                <a:schemeClr val="bg1"/>
              </a:solidFill>
              <a:miter lim="800000"/>
              <a:headEnd/>
              <a:tailEnd/>
            </a:ln>
            <a:effec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800">
                  <a:solidFill>
                    <a:schemeClr val="bg1"/>
                  </a:solidFill>
                  <a:latin typeface="Calibri" panose="020F0502020204030204" pitchFamily="34" charset="0"/>
                  <a:cs typeface="Calibri" panose="020F0502020204030204" pitchFamily="34" charset="0"/>
                </a:rPr>
                <a:t>a</a:t>
              </a:r>
            </a:p>
          </p:txBody>
        </p:sp>
        <p:sp>
          <p:nvSpPr>
            <p:cNvPr id="247827" name="Rectangle 18">
              <a:extLst>
                <a:ext uri="{FF2B5EF4-FFF2-40B4-BE49-F238E27FC236}">
                  <a16:creationId xmlns:a16="http://schemas.microsoft.com/office/drawing/2014/main" id="{9049E19E-BB32-4E3C-954C-2038480C00FF}"/>
                </a:ext>
              </a:extLst>
            </p:cNvPr>
            <p:cNvSpPr>
              <a:spLocks noChangeArrowheads="1"/>
            </p:cNvSpPr>
            <p:nvPr/>
          </p:nvSpPr>
          <p:spPr bwMode="auto">
            <a:xfrm>
              <a:off x="3739858" y="3216052"/>
              <a:ext cx="300454" cy="304800"/>
            </a:xfrm>
            <a:prstGeom prst="rect">
              <a:avLst/>
            </a:prstGeom>
            <a:solidFill>
              <a:schemeClr val="accent2"/>
            </a:solidFill>
            <a:ln w="9525">
              <a:solidFill>
                <a:schemeClr val="bg1"/>
              </a:solidFill>
              <a:miter lim="800000"/>
              <a:headEnd/>
              <a:tailEnd/>
            </a:ln>
            <a:effec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800">
                  <a:solidFill>
                    <a:schemeClr val="bg1"/>
                  </a:solidFill>
                  <a:latin typeface="Calibri" panose="020F0502020204030204" pitchFamily="34" charset="0"/>
                  <a:cs typeface="Calibri" panose="020F0502020204030204" pitchFamily="34" charset="0"/>
                </a:rPr>
                <a:t> </a:t>
              </a:r>
            </a:p>
          </p:txBody>
        </p:sp>
        <p:sp>
          <p:nvSpPr>
            <p:cNvPr id="247828" name="Rectangle 19">
              <a:extLst>
                <a:ext uri="{FF2B5EF4-FFF2-40B4-BE49-F238E27FC236}">
                  <a16:creationId xmlns:a16="http://schemas.microsoft.com/office/drawing/2014/main" id="{D8059BBE-7F60-44B8-AD5A-DB8E98CBD318}"/>
                </a:ext>
              </a:extLst>
            </p:cNvPr>
            <p:cNvSpPr>
              <a:spLocks noChangeArrowheads="1"/>
            </p:cNvSpPr>
            <p:nvPr/>
          </p:nvSpPr>
          <p:spPr bwMode="auto">
            <a:xfrm>
              <a:off x="4040311" y="2911252"/>
              <a:ext cx="300454" cy="304800"/>
            </a:xfrm>
            <a:prstGeom prst="rect">
              <a:avLst/>
            </a:prstGeom>
            <a:solidFill>
              <a:schemeClr val="accent2">
                <a:lumMod val="50000"/>
              </a:schemeClr>
            </a:solidFill>
            <a:ln w="9525">
              <a:solidFill>
                <a:schemeClr val="bg1"/>
              </a:solidFill>
              <a:miter lim="800000"/>
              <a:headEnd/>
              <a:tailEnd/>
            </a:ln>
            <a:effec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800">
                  <a:solidFill>
                    <a:schemeClr val="bg1"/>
                  </a:solidFill>
                  <a:latin typeface="Calibri" panose="020F0502020204030204" pitchFamily="34" charset="0"/>
                  <a:cs typeface="Calibri" panose="020F0502020204030204" pitchFamily="34" charset="0"/>
                </a:rPr>
                <a:t> </a:t>
              </a:r>
            </a:p>
          </p:txBody>
        </p:sp>
        <p:sp>
          <p:nvSpPr>
            <p:cNvPr id="247829" name="Rectangle 20">
              <a:extLst>
                <a:ext uri="{FF2B5EF4-FFF2-40B4-BE49-F238E27FC236}">
                  <a16:creationId xmlns:a16="http://schemas.microsoft.com/office/drawing/2014/main" id="{E6EE715B-1C34-4234-9DD6-4B522218F572}"/>
                </a:ext>
              </a:extLst>
            </p:cNvPr>
            <p:cNvSpPr>
              <a:spLocks noChangeArrowheads="1"/>
            </p:cNvSpPr>
            <p:nvPr/>
          </p:nvSpPr>
          <p:spPr bwMode="auto">
            <a:xfrm>
              <a:off x="4040311" y="3216052"/>
              <a:ext cx="300454" cy="304800"/>
            </a:xfrm>
            <a:prstGeom prst="rect">
              <a:avLst/>
            </a:prstGeom>
            <a:solidFill>
              <a:schemeClr val="accent2"/>
            </a:solidFill>
            <a:ln w="9525">
              <a:solidFill>
                <a:schemeClr val="bg1"/>
              </a:solidFill>
              <a:miter lim="800000"/>
              <a:headEnd/>
              <a:tailEnd/>
            </a:ln>
            <a:effec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800">
                  <a:solidFill>
                    <a:schemeClr val="bg1"/>
                  </a:solidFill>
                  <a:latin typeface="Calibri" panose="020F0502020204030204" pitchFamily="34" charset="0"/>
                  <a:cs typeface="Calibri" panose="020F0502020204030204" pitchFamily="34" charset="0"/>
                </a:rPr>
                <a:t>f</a:t>
              </a:r>
            </a:p>
          </p:txBody>
        </p:sp>
        <p:sp>
          <p:nvSpPr>
            <p:cNvPr id="247830" name="Rectangle 21">
              <a:extLst>
                <a:ext uri="{FF2B5EF4-FFF2-40B4-BE49-F238E27FC236}">
                  <a16:creationId xmlns:a16="http://schemas.microsoft.com/office/drawing/2014/main" id="{0C38B631-1216-4004-A78B-8DF3E137D933}"/>
                </a:ext>
              </a:extLst>
            </p:cNvPr>
            <p:cNvSpPr>
              <a:spLocks noChangeArrowheads="1"/>
            </p:cNvSpPr>
            <p:nvPr/>
          </p:nvSpPr>
          <p:spPr bwMode="auto">
            <a:xfrm>
              <a:off x="4340765" y="2911252"/>
              <a:ext cx="300454" cy="304800"/>
            </a:xfrm>
            <a:prstGeom prst="rect">
              <a:avLst/>
            </a:prstGeom>
            <a:solidFill>
              <a:schemeClr val="accent2">
                <a:lumMod val="50000"/>
              </a:schemeClr>
            </a:solidFill>
            <a:ln w="9525">
              <a:solidFill>
                <a:schemeClr val="bg1"/>
              </a:solidFill>
              <a:miter lim="800000"/>
              <a:headEnd/>
              <a:tailEnd/>
            </a:ln>
            <a:effec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800">
                  <a:solidFill>
                    <a:schemeClr val="bg1"/>
                  </a:solidFill>
                  <a:latin typeface="Calibri" panose="020F0502020204030204" pitchFamily="34" charset="0"/>
                  <a:cs typeface="Calibri" panose="020F0502020204030204" pitchFamily="34" charset="0"/>
                </a:rPr>
                <a:t>t</a:t>
              </a:r>
            </a:p>
          </p:txBody>
        </p:sp>
        <p:sp>
          <p:nvSpPr>
            <p:cNvPr id="247831" name="Rectangle 22">
              <a:extLst>
                <a:ext uri="{FF2B5EF4-FFF2-40B4-BE49-F238E27FC236}">
                  <a16:creationId xmlns:a16="http://schemas.microsoft.com/office/drawing/2014/main" id="{6E9C02F9-8C61-4F04-9506-ED2A1664B0F7}"/>
                </a:ext>
              </a:extLst>
            </p:cNvPr>
            <p:cNvSpPr>
              <a:spLocks noChangeArrowheads="1"/>
            </p:cNvSpPr>
            <p:nvPr/>
          </p:nvSpPr>
          <p:spPr bwMode="auto">
            <a:xfrm>
              <a:off x="4340765" y="3216052"/>
              <a:ext cx="300454" cy="304800"/>
            </a:xfrm>
            <a:prstGeom prst="rect">
              <a:avLst/>
            </a:prstGeom>
            <a:solidFill>
              <a:schemeClr val="accent2"/>
            </a:solidFill>
            <a:ln w="9525">
              <a:solidFill>
                <a:schemeClr val="bg1"/>
              </a:solidFill>
              <a:miter lim="800000"/>
              <a:headEnd/>
              <a:tailEnd/>
            </a:ln>
            <a:effec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800">
                  <a:solidFill>
                    <a:schemeClr val="bg1"/>
                  </a:solidFill>
                  <a:latin typeface="Calibri" panose="020F0502020204030204" pitchFamily="34" charset="0"/>
                  <a:cs typeface="Calibri" panose="020F0502020204030204" pitchFamily="34" charset="0"/>
                </a:rPr>
                <a:t> </a:t>
              </a:r>
            </a:p>
          </p:txBody>
        </p:sp>
        <p:sp>
          <p:nvSpPr>
            <p:cNvPr id="247832" name="Rectangle 23">
              <a:extLst>
                <a:ext uri="{FF2B5EF4-FFF2-40B4-BE49-F238E27FC236}">
                  <a16:creationId xmlns:a16="http://schemas.microsoft.com/office/drawing/2014/main" id="{00BC9B1B-706C-4283-B25E-A6663A0DE967}"/>
                </a:ext>
              </a:extLst>
            </p:cNvPr>
            <p:cNvSpPr>
              <a:spLocks noChangeArrowheads="1"/>
            </p:cNvSpPr>
            <p:nvPr/>
          </p:nvSpPr>
          <p:spPr bwMode="auto">
            <a:xfrm>
              <a:off x="4641218" y="2911252"/>
              <a:ext cx="300454" cy="304800"/>
            </a:xfrm>
            <a:prstGeom prst="rect">
              <a:avLst/>
            </a:prstGeom>
            <a:solidFill>
              <a:schemeClr val="accent2">
                <a:lumMod val="50000"/>
              </a:schemeClr>
            </a:solidFill>
            <a:ln w="9525">
              <a:solidFill>
                <a:schemeClr val="bg1"/>
              </a:solidFill>
              <a:miter lim="800000"/>
              <a:headEnd/>
              <a:tailEnd/>
            </a:ln>
            <a:effec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800">
                  <a:solidFill>
                    <a:schemeClr val="bg1"/>
                  </a:solidFill>
                  <a:latin typeface="Calibri" panose="020F0502020204030204" pitchFamily="34" charset="0"/>
                  <a:cs typeface="Calibri" panose="020F0502020204030204" pitchFamily="34" charset="0"/>
                </a:rPr>
                <a:t> </a:t>
              </a:r>
            </a:p>
          </p:txBody>
        </p:sp>
        <p:sp>
          <p:nvSpPr>
            <p:cNvPr id="247833" name="Rectangle 24">
              <a:extLst>
                <a:ext uri="{FF2B5EF4-FFF2-40B4-BE49-F238E27FC236}">
                  <a16:creationId xmlns:a16="http://schemas.microsoft.com/office/drawing/2014/main" id="{7B83942F-EF41-42E7-9863-B4488EAF5517}"/>
                </a:ext>
              </a:extLst>
            </p:cNvPr>
            <p:cNvSpPr>
              <a:spLocks noChangeArrowheads="1"/>
            </p:cNvSpPr>
            <p:nvPr/>
          </p:nvSpPr>
          <p:spPr bwMode="auto">
            <a:xfrm>
              <a:off x="4641218" y="3216052"/>
              <a:ext cx="300454" cy="304800"/>
            </a:xfrm>
            <a:prstGeom prst="rect">
              <a:avLst/>
            </a:prstGeom>
            <a:solidFill>
              <a:schemeClr val="accent2"/>
            </a:solidFill>
            <a:ln w="9525">
              <a:solidFill>
                <a:schemeClr val="bg1"/>
              </a:solidFill>
              <a:miter lim="800000"/>
              <a:headEnd/>
              <a:tailEnd/>
            </a:ln>
            <a:effec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800">
                  <a:solidFill>
                    <a:schemeClr val="bg1"/>
                  </a:solidFill>
                  <a:latin typeface="Calibri" panose="020F0502020204030204" pitchFamily="34" charset="0"/>
                  <a:cs typeface="Calibri" panose="020F0502020204030204" pitchFamily="34" charset="0"/>
                </a:rPr>
                <a:t>e</a:t>
              </a:r>
            </a:p>
          </p:txBody>
        </p:sp>
        <p:sp>
          <p:nvSpPr>
            <p:cNvPr id="247834" name="Rectangle 25">
              <a:extLst>
                <a:ext uri="{FF2B5EF4-FFF2-40B4-BE49-F238E27FC236}">
                  <a16:creationId xmlns:a16="http://schemas.microsoft.com/office/drawing/2014/main" id="{9C7A7ED0-DFA1-42F5-BA61-AEF0AE9F976B}"/>
                </a:ext>
              </a:extLst>
            </p:cNvPr>
            <p:cNvSpPr>
              <a:spLocks noChangeArrowheads="1"/>
            </p:cNvSpPr>
            <p:nvPr/>
          </p:nvSpPr>
          <p:spPr bwMode="auto">
            <a:xfrm>
              <a:off x="4941672" y="2911252"/>
              <a:ext cx="300454" cy="304800"/>
            </a:xfrm>
            <a:prstGeom prst="rect">
              <a:avLst/>
            </a:prstGeom>
            <a:solidFill>
              <a:schemeClr val="accent2">
                <a:lumMod val="50000"/>
              </a:schemeClr>
            </a:solidFill>
            <a:ln w="9525">
              <a:solidFill>
                <a:schemeClr val="bg1"/>
              </a:solidFill>
              <a:miter lim="800000"/>
              <a:headEnd/>
              <a:tailEnd/>
            </a:ln>
            <a:effec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800">
                  <a:solidFill>
                    <a:schemeClr val="bg1"/>
                  </a:solidFill>
                  <a:latin typeface="Calibri" panose="020F0502020204030204" pitchFamily="34" charset="0"/>
                  <a:cs typeface="Calibri" panose="020F0502020204030204" pitchFamily="34" charset="0"/>
                </a:rPr>
                <a:t>r</a:t>
              </a:r>
            </a:p>
          </p:txBody>
        </p:sp>
        <p:sp>
          <p:nvSpPr>
            <p:cNvPr id="247835" name="Rectangle 26">
              <a:extLst>
                <a:ext uri="{FF2B5EF4-FFF2-40B4-BE49-F238E27FC236}">
                  <a16:creationId xmlns:a16="http://schemas.microsoft.com/office/drawing/2014/main" id="{820280A7-EAE6-4823-85D3-32FC7319CA34}"/>
                </a:ext>
              </a:extLst>
            </p:cNvPr>
            <p:cNvSpPr>
              <a:spLocks noChangeArrowheads="1"/>
            </p:cNvSpPr>
            <p:nvPr/>
          </p:nvSpPr>
          <p:spPr bwMode="auto">
            <a:xfrm>
              <a:off x="4941672" y="3216052"/>
              <a:ext cx="300454" cy="304800"/>
            </a:xfrm>
            <a:prstGeom prst="rect">
              <a:avLst/>
            </a:prstGeom>
            <a:solidFill>
              <a:schemeClr val="accent2"/>
            </a:solidFill>
            <a:ln w="9525">
              <a:solidFill>
                <a:schemeClr val="bg1"/>
              </a:solidFill>
              <a:miter lim="800000"/>
              <a:headEnd/>
              <a:tailEnd/>
            </a:ln>
            <a:effec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800">
                  <a:solidFill>
                    <a:schemeClr val="bg1"/>
                  </a:solidFill>
                  <a:latin typeface="Calibri" panose="020F0502020204030204" pitchFamily="34" charset="0"/>
                  <a:cs typeface="Calibri" panose="020F0502020204030204" pitchFamily="34" charset="0"/>
                </a:rPr>
                <a:t> </a:t>
              </a:r>
            </a:p>
          </p:txBody>
        </p:sp>
        <p:sp>
          <p:nvSpPr>
            <p:cNvPr id="247836" name="Rectangle 27">
              <a:extLst>
                <a:ext uri="{FF2B5EF4-FFF2-40B4-BE49-F238E27FC236}">
                  <a16:creationId xmlns:a16="http://schemas.microsoft.com/office/drawing/2014/main" id="{41C7A2BD-DE00-4E3B-8A12-2E2A117E84B8}"/>
                </a:ext>
              </a:extLst>
            </p:cNvPr>
            <p:cNvSpPr>
              <a:spLocks noChangeArrowheads="1"/>
            </p:cNvSpPr>
            <p:nvPr/>
          </p:nvSpPr>
          <p:spPr bwMode="auto">
            <a:xfrm>
              <a:off x="5242125" y="2911252"/>
              <a:ext cx="300454" cy="304800"/>
            </a:xfrm>
            <a:prstGeom prst="rect">
              <a:avLst/>
            </a:prstGeom>
            <a:solidFill>
              <a:schemeClr val="accent2">
                <a:lumMod val="50000"/>
              </a:schemeClr>
            </a:solidFill>
            <a:ln w="9525">
              <a:solidFill>
                <a:schemeClr val="bg1"/>
              </a:solidFill>
              <a:miter lim="800000"/>
              <a:headEnd/>
              <a:tailEnd/>
            </a:ln>
            <a:effec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800">
                  <a:solidFill>
                    <a:schemeClr val="bg1"/>
                  </a:solidFill>
                  <a:latin typeface="Calibri" panose="020F0502020204030204" pitchFamily="34" charset="0"/>
                  <a:cs typeface="Calibri" panose="020F0502020204030204" pitchFamily="34" charset="0"/>
                </a:rPr>
                <a:t> </a:t>
              </a:r>
            </a:p>
          </p:txBody>
        </p:sp>
        <p:sp>
          <p:nvSpPr>
            <p:cNvPr id="247837" name="Rectangle 28">
              <a:extLst>
                <a:ext uri="{FF2B5EF4-FFF2-40B4-BE49-F238E27FC236}">
                  <a16:creationId xmlns:a16="http://schemas.microsoft.com/office/drawing/2014/main" id="{8A232EDA-3DE3-4CDB-8D4A-B93BC3FEDDB9}"/>
                </a:ext>
              </a:extLst>
            </p:cNvPr>
            <p:cNvSpPr>
              <a:spLocks noChangeArrowheads="1"/>
            </p:cNvSpPr>
            <p:nvPr/>
          </p:nvSpPr>
          <p:spPr bwMode="auto">
            <a:xfrm>
              <a:off x="5242125" y="3216052"/>
              <a:ext cx="300454" cy="304800"/>
            </a:xfrm>
            <a:prstGeom prst="rect">
              <a:avLst/>
            </a:prstGeom>
            <a:solidFill>
              <a:schemeClr val="accent2"/>
            </a:solidFill>
            <a:ln w="9525">
              <a:solidFill>
                <a:schemeClr val="bg1"/>
              </a:solidFill>
              <a:miter lim="800000"/>
              <a:headEnd/>
              <a:tailEnd/>
            </a:ln>
            <a:effec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800">
                  <a:solidFill>
                    <a:schemeClr val="bg1"/>
                  </a:solidFill>
                  <a:latin typeface="Calibri" panose="020F0502020204030204" pitchFamily="34" charset="0"/>
                  <a:cs typeface="Calibri" panose="020F0502020204030204" pitchFamily="34" charset="0"/>
                </a:rPr>
                <a:t>t</a:t>
              </a:r>
            </a:p>
          </p:txBody>
        </p:sp>
        <p:sp>
          <p:nvSpPr>
            <p:cNvPr id="247838" name="Rectangle 29">
              <a:extLst>
                <a:ext uri="{FF2B5EF4-FFF2-40B4-BE49-F238E27FC236}">
                  <a16:creationId xmlns:a16="http://schemas.microsoft.com/office/drawing/2014/main" id="{D32982CE-C7B3-4611-8DE3-4E45E765A8B0}"/>
                </a:ext>
              </a:extLst>
            </p:cNvPr>
            <p:cNvSpPr>
              <a:spLocks noChangeArrowheads="1"/>
            </p:cNvSpPr>
            <p:nvPr/>
          </p:nvSpPr>
          <p:spPr bwMode="auto">
            <a:xfrm>
              <a:off x="5542578" y="2911252"/>
              <a:ext cx="300454" cy="304800"/>
            </a:xfrm>
            <a:prstGeom prst="rect">
              <a:avLst/>
            </a:prstGeom>
            <a:solidFill>
              <a:schemeClr val="accent2">
                <a:lumMod val="50000"/>
              </a:schemeClr>
            </a:solidFill>
            <a:ln w="9525">
              <a:solidFill>
                <a:schemeClr val="bg1"/>
              </a:solidFill>
              <a:miter lim="800000"/>
              <a:headEnd/>
              <a:tailEnd/>
            </a:ln>
            <a:effec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800">
                  <a:solidFill>
                    <a:schemeClr val="bg1"/>
                  </a:solidFill>
                  <a:latin typeface="Calibri" panose="020F0502020204030204" pitchFamily="34" charset="0"/>
                  <a:cs typeface="Calibri" panose="020F0502020204030204" pitchFamily="34" charset="0"/>
                </a:rPr>
                <a:t>h</a:t>
              </a:r>
            </a:p>
          </p:txBody>
        </p:sp>
        <p:sp>
          <p:nvSpPr>
            <p:cNvPr id="247839" name="Rectangle 30">
              <a:extLst>
                <a:ext uri="{FF2B5EF4-FFF2-40B4-BE49-F238E27FC236}">
                  <a16:creationId xmlns:a16="http://schemas.microsoft.com/office/drawing/2014/main" id="{47D4D023-5D17-46D7-B0FB-E11F58722AC5}"/>
                </a:ext>
              </a:extLst>
            </p:cNvPr>
            <p:cNvSpPr>
              <a:spLocks noChangeArrowheads="1"/>
            </p:cNvSpPr>
            <p:nvPr/>
          </p:nvSpPr>
          <p:spPr bwMode="auto">
            <a:xfrm>
              <a:off x="5542578" y="3216052"/>
              <a:ext cx="300454" cy="304800"/>
            </a:xfrm>
            <a:prstGeom prst="rect">
              <a:avLst/>
            </a:prstGeom>
            <a:solidFill>
              <a:schemeClr val="accent2"/>
            </a:solidFill>
            <a:ln w="9525">
              <a:solidFill>
                <a:schemeClr val="bg1"/>
              </a:solidFill>
              <a:miter lim="800000"/>
              <a:headEnd/>
              <a:tailEnd/>
            </a:ln>
            <a:effec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800">
                  <a:solidFill>
                    <a:schemeClr val="bg1"/>
                  </a:solidFill>
                  <a:latin typeface="Calibri" panose="020F0502020204030204" pitchFamily="34" charset="0"/>
                  <a:cs typeface="Calibri" panose="020F0502020204030204" pitchFamily="34" charset="0"/>
                </a:rPr>
                <a:t> </a:t>
              </a:r>
            </a:p>
          </p:txBody>
        </p:sp>
        <p:sp>
          <p:nvSpPr>
            <p:cNvPr id="247840" name="Rectangle 31">
              <a:extLst>
                <a:ext uri="{FF2B5EF4-FFF2-40B4-BE49-F238E27FC236}">
                  <a16:creationId xmlns:a16="http://schemas.microsoft.com/office/drawing/2014/main" id="{507AA2D1-5674-4F7F-8F7F-3D4ADCD7CCC6}"/>
                </a:ext>
              </a:extLst>
            </p:cNvPr>
            <p:cNvSpPr>
              <a:spLocks noChangeArrowheads="1"/>
            </p:cNvSpPr>
            <p:nvPr/>
          </p:nvSpPr>
          <p:spPr bwMode="auto">
            <a:xfrm>
              <a:off x="5843031" y="2911252"/>
              <a:ext cx="300454" cy="304800"/>
            </a:xfrm>
            <a:prstGeom prst="rect">
              <a:avLst/>
            </a:prstGeom>
            <a:solidFill>
              <a:schemeClr val="accent2">
                <a:lumMod val="50000"/>
              </a:schemeClr>
            </a:solidFill>
            <a:ln w="9525">
              <a:solidFill>
                <a:schemeClr val="bg1"/>
              </a:solidFill>
              <a:miter lim="800000"/>
              <a:headEnd/>
              <a:tailEnd/>
            </a:ln>
            <a:effec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800">
                  <a:solidFill>
                    <a:schemeClr val="bg1"/>
                  </a:solidFill>
                  <a:latin typeface="Calibri" panose="020F0502020204030204" pitchFamily="34" charset="0"/>
                  <a:cs typeface="Calibri" panose="020F0502020204030204" pitchFamily="34" charset="0"/>
                </a:rPr>
                <a:t> </a:t>
              </a:r>
            </a:p>
          </p:txBody>
        </p:sp>
        <p:sp>
          <p:nvSpPr>
            <p:cNvPr id="247841" name="Rectangle 32">
              <a:extLst>
                <a:ext uri="{FF2B5EF4-FFF2-40B4-BE49-F238E27FC236}">
                  <a16:creationId xmlns:a16="http://schemas.microsoft.com/office/drawing/2014/main" id="{36540D63-F6AF-480A-A662-5285C17E7385}"/>
                </a:ext>
              </a:extLst>
            </p:cNvPr>
            <p:cNvSpPr>
              <a:spLocks noChangeArrowheads="1"/>
            </p:cNvSpPr>
            <p:nvPr/>
          </p:nvSpPr>
          <p:spPr bwMode="auto">
            <a:xfrm>
              <a:off x="5843031" y="3216052"/>
              <a:ext cx="300454" cy="304800"/>
            </a:xfrm>
            <a:prstGeom prst="rect">
              <a:avLst/>
            </a:prstGeom>
            <a:solidFill>
              <a:schemeClr val="accent2"/>
            </a:solidFill>
            <a:ln w="9525">
              <a:solidFill>
                <a:schemeClr val="bg1"/>
              </a:solidFill>
              <a:miter lim="800000"/>
              <a:headEnd/>
              <a:tailEnd/>
            </a:ln>
            <a:effec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800">
                  <a:solidFill>
                    <a:schemeClr val="bg1"/>
                  </a:solidFill>
                  <a:latin typeface="Calibri" panose="020F0502020204030204" pitchFamily="34" charset="0"/>
                  <a:cs typeface="Calibri" panose="020F0502020204030204" pitchFamily="34" charset="0"/>
                </a:rPr>
                <a:t>e</a:t>
              </a:r>
            </a:p>
          </p:txBody>
        </p:sp>
        <p:sp>
          <p:nvSpPr>
            <p:cNvPr id="247842" name="Rectangle 33">
              <a:extLst>
                <a:ext uri="{FF2B5EF4-FFF2-40B4-BE49-F238E27FC236}">
                  <a16:creationId xmlns:a16="http://schemas.microsoft.com/office/drawing/2014/main" id="{CC32F11C-9AE5-4042-B9D6-A549CF492CBE}"/>
                </a:ext>
              </a:extLst>
            </p:cNvPr>
            <p:cNvSpPr>
              <a:spLocks noChangeArrowheads="1"/>
            </p:cNvSpPr>
            <p:nvPr/>
          </p:nvSpPr>
          <p:spPr bwMode="auto">
            <a:xfrm>
              <a:off x="6143485" y="2911252"/>
              <a:ext cx="300454" cy="304800"/>
            </a:xfrm>
            <a:prstGeom prst="rect">
              <a:avLst/>
            </a:prstGeom>
            <a:solidFill>
              <a:schemeClr val="accent2">
                <a:lumMod val="50000"/>
              </a:schemeClr>
            </a:solidFill>
            <a:ln w="9525">
              <a:solidFill>
                <a:schemeClr val="bg1"/>
              </a:solidFill>
              <a:miter lim="800000"/>
              <a:headEnd/>
              <a:tailEnd/>
            </a:ln>
            <a:effec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800">
                  <a:solidFill>
                    <a:schemeClr val="bg1"/>
                  </a:solidFill>
                  <a:latin typeface="Calibri" panose="020F0502020204030204" pitchFamily="34" charset="0"/>
                  <a:cs typeface="Calibri" panose="020F0502020204030204" pitchFamily="34" charset="0"/>
                </a:rPr>
                <a:t>t</a:t>
              </a:r>
            </a:p>
          </p:txBody>
        </p:sp>
        <p:sp>
          <p:nvSpPr>
            <p:cNvPr id="247843" name="Rectangle 34">
              <a:extLst>
                <a:ext uri="{FF2B5EF4-FFF2-40B4-BE49-F238E27FC236}">
                  <a16:creationId xmlns:a16="http://schemas.microsoft.com/office/drawing/2014/main" id="{86B8798C-BB3C-4C50-BD81-B2BA44E6DCB0}"/>
                </a:ext>
              </a:extLst>
            </p:cNvPr>
            <p:cNvSpPr>
              <a:spLocks noChangeArrowheads="1"/>
            </p:cNvSpPr>
            <p:nvPr/>
          </p:nvSpPr>
          <p:spPr bwMode="auto">
            <a:xfrm>
              <a:off x="6143485" y="3216052"/>
              <a:ext cx="300454" cy="304800"/>
            </a:xfrm>
            <a:prstGeom prst="rect">
              <a:avLst/>
            </a:prstGeom>
            <a:solidFill>
              <a:schemeClr val="accent2"/>
            </a:solidFill>
            <a:ln w="9525">
              <a:solidFill>
                <a:schemeClr val="bg1"/>
              </a:solidFill>
              <a:miter lim="800000"/>
              <a:headEnd/>
              <a:tailEnd/>
            </a:ln>
            <a:effec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800">
                  <a:solidFill>
                    <a:schemeClr val="bg1"/>
                  </a:solidFill>
                  <a:latin typeface="Calibri" panose="020F0502020204030204" pitchFamily="34" charset="0"/>
                  <a:cs typeface="Calibri" panose="020F0502020204030204" pitchFamily="34" charset="0"/>
                </a:rPr>
                <a:t> </a:t>
              </a:r>
            </a:p>
          </p:txBody>
        </p:sp>
        <p:sp>
          <p:nvSpPr>
            <p:cNvPr id="247844" name="Rectangle 35">
              <a:extLst>
                <a:ext uri="{FF2B5EF4-FFF2-40B4-BE49-F238E27FC236}">
                  <a16:creationId xmlns:a16="http://schemas.microsoft.com/office/drawing/2014/main" id="{334D9682-D26B-41CB-B2E1-A74434B86BCB}"/>
                </a:ext>
              </a:extLst>
            </p:cNvPr>
            <p:cNvSpPr>
              <a:spLocks noChangeArrowheads="1"/>
            </p:cNvSpPr>
            <p:nvPr/>
          </p:nvSpPr>
          <p:spPr bwMode="auto">
            <a:xfrm>
              <a:off x="6443938" y="2911252"/>
              <a:ext cx="300454" cy="304800"/>
            </a:xfrm>
            <a:prstGeom prst="rect">
              <a:avLst/>
            </a:prstGeom>
            <a:solidFill>
              <a:schemeClr val="accent2">
                <a:lumMod val="50000"/>
              </a:schemeClr>
            </a:solidFill>
            <a:ln w="9525">
              <a:solidFill>
                <a:schemeClr val="bg1"/>
              </a:solidFill>
              <a:miter lim="800000"/>
              <a:headEnd/>
              <a:tailEnd/>
            </a:ln>
            <a:effec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800">
                  <a:solidFill>
                    <a:schemeClr val="bg1"/>
                  </a:solidFill>
                  <a:latin typeface="Calibri" panose="020F0502020204030204" pitchFamily="34" charset="0"/>
                  <a:cs typeface="Calibri" panose="020F0502020204030204" pitchFamily="34" charset="0"/>
                </a:rPr>
                <a:t> </a:t>
              </a:r>
            </a:p>
          </p:txBody>
        </p:sp>
        <p:sp>
          <p:nvSpPr>
            <p:cNvPr id="247845" name="Rectangle 36">
              <a:extLst>
                <a:ext uri="{FF2B5EF4-FFF2-40B4-BE49-F238E27FC236}">
                  <a16:creationId xmlns:a16="http://schemas.microsoft.com/office/drawing/2014/main" id="{68268016-BAD3-4DFF-8C47-ECAF1521C5CA}"/>
                </a:ext>
              </a:extLst>
            </p:cNvPr>
            <p:cNvSpPr>
              <a:spLocks noChangeArrowheads="1"/>
            </p:cNvSpPr>
            <p:nvPr/>
          </p:nvSpPr>
          <p:spPr bwMode="auto">
            <a:xfrm>
              <a:off x="6443938" y="3216052"/>
              <a:ext cx="300454" cy="304800"/>
            </a:xfrm>
            <a:prstGeom prst="rect">
              <a:avLst/>
            </a:prstGeom>
            <a:solidFill>
              <a:schemeClr val="accent2"/>
            </a:solidFill>
            <a:ln w="9525">
              <a:solidFill>
                <a:schemeClr val="bg1"/>
              </a:solidFill>
              <a:miter lim="800000"/>
              <a:headEnd/>
              <a:tailEnd/>
            </a:ln>
            <a:effec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800">
                  <a:solidFill>
                    <a:schemeClr val="bg1"/>
                  </a:solidFill>
                  <a:latin typeface="Calibri" panose="020F0502020204030204" pitchFamily="34" charset="0"/>
                  <a:cs typeface="Calibri" panose="020F0502020204030204" pitchFamily="34" charset="0"/>
                </a:rPr>
                <a:t>o</a:t>
              </a:r>
            </a:p>
          </p:txBody>
        </p:sp>
        <p:sp>
          <p:nvSpPr>
            <p:cNvPr id="247846" name="Rectangle 37">
              <a:extLst>
                <a:ext uri="{FF2B5EF4-FFF2-40B4-BE49-F238E27FC236}">
                  <a16:creationId xmlns:a16="http://schemas.microsoft.com/office/drawing/2014/main" id="{B4F9B08A-6EC0-40D0-B47F-88B042312D8A}"/>
                </a:ext>
              </a:extLst>
            </p:cNvPr>
            <p:cNvSpPr>
              <a:spLocks noChangeArrowheads="1"/>
            </p:cNvSpPr>
            <p:nvPr/>
          </p:nvSpPr>
          <p:spPr bwMode="auto">
            <a:xfrm>
              <a:off x="6744392" y="2911252"/>
              <a:ext cx="300454" cy="304800"/>
            </a:xfrm>
            <a:prstGeom prst="rect">
              <a:avLst/>
            </a:prstGeom>
            <a:solidFill>
              <a:schemeClr val="accent2">
                <a:lumMod val="50000"/>
              </a:schemeClr>
            </a:solidFill>
            <a:ln w="9525">
              <a:solidFill>
                <a:schemeClr val="bg1"/>
              </a:solidFill>
              <a:miter lim="800000"/>
              <a:headEnd/>
              <a:tailEnd/>
            </a:ln>
            <a:effec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800">
                  <a:solidFill>
                    <a:schemeClr val="bg1"/>
                  </a:solidFill>
                  <a:latin typeface="Calibri" panose="020F0502020204030204" pitchFamily="34" charset="0"/>
                  <a:cs typeface="Calibri" panose="020F0502020204030204" pitchFamily="34" charset="0"/>
                </a:rPr>
                <a:t>g</a:t>
              </a:r>
            </a:p>
          </p:txBody>
        </p:sp>
        <p:sp>
          <p:nvSpPr>
            <p:cNvPr id="247847" name="Rectangle 38">
              <a:extLst>
                <a:ext uri="{FF2B5EF4-FFF2-40B4-BE49-F238E27FC236}">
                  <a16:creationId xmlns:a16="http://schemas.microsoft.com/office/drawing/2014/main" id="{AA38C2F3-BF0B-40E4-A37B-26F04BEE9189}"/>
                </a:ext>
              </a:extLst>
            </p:cNvPr>
            <p:cNvSpPr>
              <a:spLocks noChangeArrowheads="1"/>
            </p:cNvSpPr>
            <p:nvPr/>
          </p:nvSpPr>
          <p:spPr bwMode="auto">
            <a:xfrm>
              <a:off x="6744392" y="3216052"/>
              <a:ext cx="300454" cy="304800"/>
            </a:xfrm>
            <a:prstGeom prst="rect">
              <a:avLst/>
            </a:prstGeom>
            <a:solidFill>
              <a:schemeClr val="accent2"/>
            </a:solidFill>
            <a:ln w="9525">
              <a:solidFill>
                <a:schemeClr val="bg1"/>
              </a:solidFill>
              <a:miter lim="800000"/>
              <a:headEnd/>
              <a:tailEnd/>
            </a:ln>
            <a:effec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800">
                  <a:solidFill>
                    <a:schemeClr val="bg1"/>
                  </a:solidFill>
                  <a:latin typeface="Calibri" panose="020F0502020204030204" pitchFamily="34" charset="0"/>
                  <a:cs typeface="Calibri" panose="020F0502020204030204" pitchFamily="34" charset="0"/>
                </a:rPr>
                <a:t> </a:t>
              </a:r>
            </a:p>
          </p:txBody>
        </p:sp>
        <p:sp>
          <p:nvSpPr>
            <p:cNvPr id="247848" name="Rectangle 39">
              <a:extLst>
                <a:ext uri="{FF2B5EF4-FFF2-40B4-BE49-F238E27FC236}">
                  <a16:creationId xmlns:a16="http://schemas.microsoft.com/office/drawing/2014/main" id="{61BE01DA-5683-4BAD-BC3F-EC9785B23E99}"/>
                </a:ext>
              </a:extLst>
            </p:cNvPr>
            <p:cNvSpPr>
              <a:spLocks noChangeArrowheads="1"/>
            </p:cNvSpPr>
            <p:nvPr/>
          </p:nvSpPr>
          <p:spPr bwMode="auto">
            <a:xfrm>
              <a:off x="7044845" y="2911252"/>
              <a:ext cx="300454" cy="304800"/>
            </a:xfrm>
            <a:prstGeom prst="rect">
              <a:avLst/>
            </a:prstGeom>
            <a:solidFill>
              <a:schemeClr val="accent2">
                <a:lumMod val="50000"/>
              </a:schemeClr>
            </a:solidFill>
            <a:ln w="9525">
              <a:solidFill>
                <a:schemeClr val="bg1"/>
              </a:solidFill>
              <a:miter lim="800000"/>
              <a:headEnd/>
              <a:tailEnd/>
            </a:ln>
            <a:effec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800">
                  <a:solidFill>
                    <a:schemeClr val="bg1"/>
                  </a:solidFill>
                  <a:latin typeface="Calibri" panose="020F0502020204030204" pitchFamily="34" charset="0"/>
                  <a:cs typeface="Calibri" panose="020F0502020204030204" pitchFamily="34" charset="0"/>
                </a:rPr>
                <a:t> </a:t>
              </a:r>
            </a:p>
          </p:txBody>
        </p:sp>
        <p:sp>
          <p:nvSpPr>
            <p:cNvPr id="247849" name="Rectangle 40">
              <a:extLst>
                <a:ext uri="{FF2B5EF4-FFF2-40B4-BE49-F238E27FC236}">
                  <a16:creationId xmlns:a16="http://schemas.microsoft.com/office/drawing/2014/main" id="{E7421DC1-5F88-4228-BE34-08A234E817CE}"/>
                </a:ext>
              </a:extLst>
            </p:cNvPr>
            <p:cNvSpPr>
              <a:spLocks noChangeArrowheads="1"/>
            </p:cNvSpPr>
            <p:nvPr/>
          </p:nvSpPr>
          <p:spPr bwMode="auto">
            <a:xfrm>
              <a:off x="7044845" y="3216052"/>
              <a:ext cx="300454" cy="304800"/>
            </a:xfrm>
            <a:prstGeom prst="rect">
              <a:avLst/>
            </a:prstGeom>
            <a:solidFill>
              <a:schemeClr val="accent2"/>
            </a:solidFill>
            <a:ln w="9525">
              <a:solidFill>
                <a:schemeClr val="bg1"/>
              </a:solidFill>
              <a:miter lim="800000"/>
              <a:headEnd/>
              <a:tailEnd/>
            </a:ln>
            <a:effec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800">
                  <a:solidFill>
                    <a:schemeClr val="bg1"/>
                  </a:solidFill>
                  <a:latin typeface="Calibri" panose="020F0502020204030204" pitchFamily="34" charset="0"/>
                  <a:cs typeface="Calibri" panose="020F0502020204030204" pitchFamily="34" charset="0"/>
                </a:rPr>
                <a:t>a</a:t>
              </a:r>
            </a:p>
          </p:txBody>
        </p:sp>
        <p:sp>
          <p:nvSpPr>
            <p:cNvPr id="247850" name="Rectangle 41">
              <a:extLst>
                <a:ext uri="{FF2B5EF4-FFF2-40B4-BE49-F238E27FC236}">
                  <a16:creationId xmlns:a16="http://schemas.microsoft.com/office/drawing/2014/main" id="{74140459-9BE8-470B-AC89-5A21AFBF9D19}"/>
                </a:ext>
              </a:extLst>
            </p:cNvPr>
            <p:cNvSpPr>
              <a:spLocks noChangeArrowheads="1"/>
            </p:cNvSpPr>
            <p:nvPr/>
          </p:nvSpPr>
          <p:spPr bwMode="auto">
            <a:xfrm>
              <a:off x="7345298" y="2911252"/>
              <a:ext cx="300454" cy="304800"/>
            </a:xfrm>
            <a:prstGeom prst="rect">
              <a:avLst/>
            </a:prstGeom>
            <a:solidFill>
              <a:schemeClr val="accent2">
                <a:lumMod val="50000"/>
              </a:schemeClr>
            </a:solidFill>
            <a:ln w="9525">
              <a:solidFill>
                <a:schemeClr val="bg1"/>
              </a:solidFill>
              <a:miter lim="800000"/>
              <a:headEnd/>
              <a:tailEnd/>
            </a:ln>
            <a:effec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800">
                  <a:solidFill>
                    <a:schemeClr val="bg1"/>
                  </a:solidFill>
                  <a:latin typeface="Calibri" panose="020F0502020204030204" pitchFamily="34" charset="0"/>
                  <a:cs typeface="Calibri" panose="020F0502020204030204" pitchFamily="34" charset="0"/>
                </a:rPr>
                <a:t>p</a:t>
              </a:r>
            </a:p>
          </p:txBody>
        </p:sp>
        <p:sp>
          <p:nvSpPr>
            <p:cNvPr id="247851" name="Rectangle 42">
              <a:extLst>
                <a:ext uri="{FF2B5EF4-FFF2-40B4-BE49-F238E27FC236}">
                  <a16:creationId xmlns:a16="http://schemas.microsoft.com/office/drawing/2014/main" id="{031D2A7E-6AC9-4576-BC49-9374F997E94E}"/>
                </a:ext>
              </a:extLst>
            </p:cNvPr>
            <p:cNvSpPr>
              <a:spLocks noChangeArrowheads="1"/>
            </p:cNvSpPr>
            <p:nvPr/>
          </p:nvSpPr>
          <p:spPr bwMode="auto">
            <a:xfrm>
              <a:off x="7345298" y="3216052"/>
              <a:ext cx="300454" cy="304800"/>
            </a:xfrm>
            <a:prstGeom prst="rect">
              <a:avLst/>
            </a:prstGeom>
            <a:solidFill>
              <a:schemeClr val="accent2"/>
            </a:solidFill>
            <a:ln w="9525">
              <a:solidFill>
                <a:schemeClr val="bg1"/>
              </a:solidFill>
              <a:miter lim="800000"/>
              <a:headEnd/>
              <a:tailEnd/>
            </a:ln>
            <a:effec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800">
                  <a:solidFill>
                    <a:schemeClr val="bg1"/>
                  </a:solidFill>
                  <a:latin typeface="Calibri" panose="020F0502020204030204" pitchFamily="34" charset="0"/>
                  <a:cs typeface="Calibri" panose="020F0502020204030204" pitchFamily="34" charset="0"/>
                </a:rPr>
                <a:t> </a:t>
              </a:r>
            </a:p>
          </p:txBody>
        </p:sp>
        <p:sp>
          <p:nvSpPr>
            <p:cNvPr id="247852" name="Rectangle 43">
              <a:extLst>
                <a:ext uri="{FF2B5EF4-FFF2-40B4-BE49-F238E27FC236}">
                  <a16:creationId xmlns:a16="http://schemas.microsoft.com/office/drawing/2014/main" id="{C23C9440-B6A1-4A1C-905E-D807A9609036}"/>
                </a:ext>
              </a:extLst>
            </p:cNvPr>
            <p:cNvSpPr>
              <a:spLocks noChangeArrowheads="1"/>
            </p:cNvSpPr>
            <p:nvPr/>
          </p:nvSpPr>
          <p:spPr bwMode="auto">
            <a:xfrm>
              <a:off x="7645752" y="2911252"/>
              <a:ext cx="300454" cy="304800"/>
            </a:xfrm>
            <a:prstGeom prst="rect">
              <a:avLst/>
            </a:prstGeom>
            <a:solidFill>
              <a:schemeClr val="accent2">
                <a:lumMod val="50000"/>
              </a:schemeClr>
            </a:solidFill>
            <a:ln w="9525">
              <a:solidFill>
                <a:schemeClr val="bg1"/>
              </a:solidFill>
              <a:miter lim="800000"/>
              <a:headEnd/>
              <a:tailEnd/>
            </a:ln>
            <a:effec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800">
                  <a:solidFill>
                    <a:schemeClr val="bg1"/>
                  </a:solidFill>
                  <a:latin typeface="Calibri" panose="020F0502020204030204" pitchFamily="34" charset="0"/>
                  <a:cs typeface="Calibri" panose="020F0502020204030204" pitchFamily="34" charset="0"/>
                </a:rPr>
                <a:t> </a:t>
              </a:r>
            </a:p>
          </p:txBody>
        </p:sp>
        <p:sp>
          <p:nvSpPr>
            <p:cNvPr id="247853" name="Rectangle 44">
              <a:extLst>
                <a:ext uri="{FF2B5EF4-FFF2-40B4-BE49-F238E27FC236}">
                  <a16:creationId xmlns:a16="http://schemas.microsoft.com/office/drawing/2014/main" id="{C783A1A3-F424-4163-929E-39C2A0168E1A}"/>
                </a:ext>
              </a:extLst>
            </p:cNvPr>
            <p:cNvSpPr>
              <a:spLocks noChangeArrowheads="1"/>
            </p:cNvSpPr>
            <p:nvPr/>
          </p:nvSpPr>
          <p:spPr bwMode="auto">
            <a:xfrm>
              <a:off x="7645752" y="3216052"/>
              <a:ext cx="300454" cy="304800"/>
            </a:xfrm>
            <a:prstGeom prst="rect">
              <a:avLst/>
            </a:prstGeom>
            <a:solidFill>
              <a:schemeClr val="accent2"/>
            </a:solidFill>
            <a:ln w="9525">
              <a:solidFill>
                <a:schemeClr val="bg1"/>
              </a:solidFill>
              <a:miter lim="800000"/>
              <a:headEnd/>
              <a:tailEnd/>
            </a:ln>
            <a:effec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800">
                  <a:solidFill>
                    <a:schemeClr val="bg1"/>
                  </a:solidFill>
                  <a:latin typeface="Calibri" panose="020F0502020204030204" pitchFamily="34" charset="0"/>
                  <a:cs typeface="Calibri" panose="020F0502020204030204" pitchFamily="34" charset="0"/>
                </a:rPr>
                <a:t>a</a:t>
              </a:r>
            </a:p>
          </p:txBody>
        </p:sp>
        <p:sp>
          <p:nvSpPr>
            <p:cNvPr id="247854" name="Rectangle 45">
              <a:extLst>
                <a:ext uri="{FF2B5EF4-FFF2-40B4-BE49-F238E27FC236}">
                  <a16:creationId xmlns:a16="http://schemas.microsoft.com/office/drawing/2014/main" id="{B576B2C4-51FA-4248-9B7B-C7AD345BADFA}"/>
                </a:ext>
              </a:extLst>
            </p:cNvPr>
            <p:cNvSpPr>
              <a:spLocks noChangeArrowheads="1"/>
            </p:cNvSpPr>
            <p:nvPr/>
          </p:nvSpPr>
          <p:spPr bwMode="auto">
            <a:xfrm>
              <a:off x="7946205" y="2911252"/>
              <a:ext cx="300454" cy="304800"/>
            </a:xfrm>
            <a:prstGeom prst="rect">
              <a:avLst/>
            </a:prstGeom>
            <a:solidFill>
              <a:schemeClr val="accent2">
                <a:lumMod val="50000"/>
              </a:schemeClr>
            </a:solidFill>
            <a:ln w="9525">
              <a:solidFill>
                <a:schemeClr val="bg1"/>
              </a:solidFill>
              <a:miter lim="800000"/>
              <a:headEnd/>
              <a:tailEnd/>
            </a:ln>
            <a:effec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800">
                  <a:solidFill>
                    <a:schemeClr val="bg1"/>
                  </a:solidFill>
                  <a:latin typeface="Calibri" panose="020F0502020204030204" pitchFamily="34" charset="0"/>
                  <a:cs typeface="Calibri" panose="020F0502020204030204" pitchFamily="34" charset="0"/>
                </a:rPr>
                <a:t>r</a:t>
              </a:r>
            </a:p>
          </p:txBody>
        </p:sp>
        <p:sp>
          <p:nvSpPr>
            <p:cNvPr id="247855" name="Rectangle 46">
              <a:extLst>
                <a:ext uri="{FF2B5EF4-FFF2-40B4-BE49-F238E27FC236}">
                  <a16:creationId xmlns:a16="http://schemas.microsoft.com/office/drawing/2014/main" id="{53096353-AC51-4456-9B3D-69D1EB6C8C2A}"/>
                </a:ext>
              </a:extLst>
            </p:cNvPr>
            <p:cNvSpPr>
              <a:spLocks noChangeArrowheads="1"/>
            </p:cNvSpPr>
            <p:nvPr/>
          </p:nvSpPr>
          <p:spPr bwMode="auto">
            <a:xfrm>
              <a:off x="7946205" y="3216052"/>
              <a:ext cx="300454" cy="304800"/>
            </a:xfrm>
            <a:prstGeom prst="rect">
              <a:avLst/>
            </a:prstGeom>
            <a:solidFill>
              <a:schemeClr val="accent2"/>
            </a:solidFill>
            <a:ln w="9525">
              <a:solidFill>
                <a:schemeClr val="bg1"/>
              </a:solidFill>
              <a:miter lim="800000"/>
              <a:headEnd/>
              <a:tailEnd/>
            </a:ln>
            <a:effec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800">
                  <a:solidFill>
                    <a:schemeClr val="bg1"/>
                  </a:solidFill>
                  <a:latin typeface="Calibri" panose="020F0502020204030204" pitchFamily="34" charset="0"/>
                  <a:cs typeface="Calibri" panose="020F0502020204030204" pitchFamily="34" charset="0"/>
                </a:rPr>
                <a:t> </a:t>
              </a:r>
            </a:p>
          </p:txBody>
        </p:sp>
        <p:sp>
          <p:nvSpPr>
            <p:cNvPr id="247856" name="Rectangle 47">
              <a:extLst>
                <a:ext uri="{FF2B5EF4-FFF2-40B4-BE49-F238E27FC236}">
                  <a16:creationId xmlns:a16="http://schemas.microsoft.com/office/drawing/2014/main" id="{AC526126-E309-430B-A003-11D704B4F079}"/>
                </a:ext>
              </a:extLst>
            </p:cNvPr>
            <p:cNvSpPr>
              <a:spLocks noChangeArrowheads="1"/>
            </p:cNvSpPr>
            <p:nvPr/>
          </p:nvSpPr>
          <p:spPr bwMode="auto">
            <a:xfrm>
              <a:off x="8246658" y="2911252"/>
              <a:ext cx="300454" cy="304800"/>
            </a:xfrm>
            <a:prstGeom prst="rect">
              <a:avLst/>
            </a:prstGeom>
            <a:solidFill>
              <a:schemeClr val="accent2">
                <a:lumMod val="50000"/>
              </a:schemeClr>
            </a:solidFill>
            <a:ln w="9525">
              <a:solidFill>
                <a:schemeClr val="bg1"/>
              </a:solidFill>
              <a:miter lim="800000"/>
              <a:headEnd/>
              <a:tailEnd/>
            </a:ln>
            <a:effec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800">
                  <a:solidFill>
                    <a:schemeClr val="bg1"/>
                  </a:solidFill>
                  <a:latin typeface="Calibri" panose="020F0502020204030204" pitchFamily="34" charset="0"/>
                  <a:cs typeface="Calibri" panose="020F0502020204030204" pitchFamily="34" charset="0"/>
                </a:rPr>
                <a:t> </a:t>
              </a:r>
            </a:p>
          </p:txBody>
        </p:sp>
        <p:sp>
          <p:nvSpPr>
            <p:cNvPr id="247857" name="Rectangle 48">
              <a:extLst>
                <a:ext uri="{FF2B5EF4-FFF2-40B4-BE49-F238E27FC236}">
                  <a16:creationId xmlns:a16="http://schemas.microsoft.com/office/drawing/2014/main" id="{716104CB-AC05-4D1B-AF96-2ED119F6BF7E}"/>
                </a:ext>
              </a:extLst>
            </p:cNvPr>
            <p:cNvSpPr>
              <a:spLocks noChangeArrowheads="1"/>
            </p:cNvSpPr>
            <p:nvPr/>
          </p:nvSpPr>
          <p:spPr bwMode="auto">
            <a:xfrm>
              <a:off x="8246658" y="3216052"/>
              <a:ext cx="300454" cy="304800"/>
            </a:xfrm>
            <a:prstGeom prst="rect">
              <a:avLst/>
            </a:prstGeom>
            <a:solidFill>
              <a:schemeClr val="accent2"/>
            </a:solidFill>
            <a:ln w="9525">
              <a:solidFill>
                <a:schemeClr val="bg1"/>
              </a:solidFill>
              <a:miter lim="800000"/>
              <a:headEnd/>
              <a:tailEnd/>
            </a:ln>
            <a:effec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800">
                  <a:solidFill>
                    <a:schemeClr val="bg1"/>
                  </a:solidFill>
                  <a:latin typeface="Calibri" panose="020F0502020204030204" pitchFamily="34" charset="0"/>
                  <a:cs typeface="Calibri" panose="020F0502020204030204" pitchFamily="34" charset="0"/>
                </a:rPr>
                <a:t> t</a:t>
              </a:r>
            </a:p>
          </p:txBody>
        </p:sp>
        <p:sp>
          <p:nvSpPr>
            <p:cNvPr id="247858" name="Rectangle 49">
              <a:extLst>
                <a:ext uri="{FF2B5EF4-FFF2-40B4-BE49-F238E27FC236}">
                  <a16:creationId xmlns:a16="http://schemas.microsoft.com/office/drawing/2014/main" id="{172BE62A-65C1-460F-A819-FC67A5C80778}"/>
                </a:ext>
              </a:extLst>
            </p:cNvPr>
            <p:cNvSpPr>
              <a:spLocks noChangeArrowheads="1"/>
            </p:cNvSpPr>
            <p:nvPr/>
          </p:nvSpPr>
          <p:spPr bwMode="auto">
            <a:xfrm>
              <a:off x="8547111" y="2911252"/>
              <a:ext cx="300454" cy="304800"/>
            </a:xfrm>
            <a:prstGeom prst="rect">
              <a:avLst/>
            </a:prstGeom>
            <a:solidFill>
              <a:schemeClr val="accent2">
                <a:lumMod val="50000"/>
              </a:schemeClr>
            </a:solidFill>
            <a:ln w="9525">
              <a:solidFill>
                <a:schemeClr val="bg1"/>
              </a:solidFill>
              <a:miter lim="800000"/>
              <a:headEnd/>
              <a:tailEnd/>
            </a:ln>
            <a:effec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800">
                  <a:solidFill>
                    <a:schemeClr val="bg1"/>
                  </a:solidFill>
                  <a:latin typeface="Calibri" panose="020F0502020204030204" pitchFamily="34" charset="0"/>
                  <a:cs typeface="Calibri" panose="020F0502020204030204" pitchFamily="34" charset="0"/>
                </a:rPr>
                <a:t>y</a:t>
              </a:r>
            </a:p>
          </p:txBody>
        </p:sp>
        <p:sp>
          <p:nvSpPr>
            <p:cNvPr id="247859" name="Rectangle 50">
              <a:extLst>
                <a:ext uri="{FF2B5EF4-FFF2-40B4-BE49-F238E27FC236}">
                  <a16:creationId xmlns:a16="http://schemas.microsoft.com/office/drawing/2014/main" id="{DE1DF569-300E-4F85-B78E-5455D03AD8A1}"/>
                </a:ext>
              </a:extLst>
            </p:cNvPr>
            <p:cNvSpPr>
              <a:spLocks noChangeArrowheads="1"/>
            </p:cNvSpPr>
            <p:nvPr/>
          </p:nvSpPr>
          <p:spPr bwMode="auto">
            <a:xfrm>
              <a:off x="8547111" y="3216052"/>
              <a:ext cx="300454" cy="304800"/>
            </a:xfrm>
            <a:prstGeom prst="rect">
              <a:avLst/>
            </a:prstGeom>
            <a:solidFill>
              <a:schemeClr val="accent2"/>
            </a:solidFill>
            <a:ln w="9525">
              <a:solidFill>
                <a:schemeClr val="bg1"/>
              </a:solidFill>
              <a:miter lim="800000"/>
              <a:headEnd/>
              <a:tailEnd/>
            </a:ln>
            <a:effec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n-US" altLang="en-US" sz="1800">
                  <a:solidFill>
                    <a:schemeClr val="bg1"/>
                  </a:solidFill>
                  <a:latin typeface="Calibri" panose="020F0502020204030204" pitchFamily="34" charset="0"/>
                  <a:cs typeface="Calibri" panose="020F0502020204030204" pitchFamily="34" charset="0"/>
                </a:rPr>
                <a:t> </a:t>
              </a:r>
            </a:p>
          </p:txBody>
        </p:sp>
        <p:sp>
          <p:nvSpPr>
            <p:cNvPr id="3" name="Arrow: Right 2">
              <a:extLst>
                <a:ext uri="{FF2B5EF4-FFF2-40B4-BE49-F238E27FC236}">
                  <a16:creationId xmlns:a16="http://schemas.microsoft.com/office/drawing/2014/main" id="{1896BB8E-D6C6-4B45-8E0A-F28188DE2180}"/>
                </a:ext>
              </a:extLst>
            </p:cNvPr>
            <p:cNvSpPr/>
            <p:nvPr/>
          </p:nvSpPr>
          <p:spPr bwMode="auto">
            <a:xfrm>
              <a:off x="973687" y="2884458"/>
              <a:ext cx="838847" cy="304800"/>
            </a:xfrm>
            <a:prstGeom prst="rightArrow">
              <a:avLst>
                <a:gd name="adj1" fmla="val 38208"/>
                <a:gd name="adj2" fmla="val 50000"/>
              </a:avLst>
            </a:prstGeom>
            <a:solidFill>
              <a:schemeClr val="accent2">
                <a:lumMod val="50000"/>
              </a:schemeClr>
            </a:solidFill>
            <a:ln w="12700"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MY" sz="1800" b="0" i="0" u="none" strike="noStrike" cap="none" normalizeH="0" baseline="0">
                <a:ln>
                  <a:noFill/>
                </a:ln>
                <a:solidFill>
                  <a:schemeClr val="tx1"/>
                </a:solidFill>
                <a:effectLst/>
                <a:latin typeface="Arial" charset="0"/>
              </a:endParaRPr>
            </a:p>
          </p:txBody>
        </p:sp>
        <p:sp>
          <p:nvSpPr>
            <p:cNvPr id="4" name="TextBox 3">
              <a:extLst>
                <a:ext uri="{FF2B5EF4-FFF2-40B4-BE49-F238E27FC236}">
                  <a16:creationId xmlns:a16="http://schemas.microsoft.com/office/drawing/2014/main" id="{598A61B3-1B7A-401A-B580-DA4A19162C2B}"/>
                </a:ext>
              </a:extLst>
            </p:cNvPr>
            <p:cNvSpPr txBox="1"/>
            <p:nvPr/>
          </p:nvSpPr>
          <p:spPr>
            <a:xfrm>
              <a:off x="115165" y="2833827"/>
              <a:ext cx="872355" cy="338554"/>
            </a:xfrm>
            <a:prstGeom prst="rect">
              <a:avLst/>
            </a:prstGeom>
            <a:noFill/>
          </p:spPr>
          <p:txBody>
            <a:bodyPr wrap="none" rtlCol="0">
              <a:spAutoFit/>
            </a:bodyPr>
            <a:lstStyle/>
            <a:p>
              <a:r>
                <a:rPr lang="en-US" sz="1600" dirty="0">
                  <a:solidFill>
                    <a:schemeClr val="accent2">
                      <a:lumMod val="50000"/>
                    </a:schemeClr>
                  </a:solidFill>
                </a:rPr>
                <a:t>1</a:t>
              </a:r>
              <a:r>
                <a:rPr lang="en-US" sz="1600" baseline="30000" dirty="0">
                  <a:solidFill>
                    <a:schemeClr val="accent2">
                      <a:lumMod val="50000"/>
                    </a:schemeClr>
                  </a:solidFill>
                </a:rPr>
                <a:t>st</a:t>
              </a:r>
              <a:r>
                <a:rPr lang="en-US" sz="1600" dirty="0">
                  <a:solidFill>
                    <a:schemeClr val="accent2">
                      <a:lumMod val="50000"/>
                    </a:schemeClr>
                  </a:solidFill>
                </a:rPr>
                <a:t> Row</a:t>
              </a:r>
              <a:endParaRPr lang="en-MY" sz="1600" dirty="0">
                <a:solidFill>
                  <a:schemeClr val="accent2">
                    <a:lumMod val="50000"/>
                  </a:schemeClr>
                </a:solidFill>
              </a:endParaRPr>
            </a:p>
          </p:txBody>
        </p:sp>
        <p:sp>
          <p:nvSpPr>
            <p:cNvPr id="103" name="Arrow: Right 102">
              <a:extLst>
                <a:ext uri="{FF2B5EF4-FFF2-40B4-BE49-F238E27FC236}">
                  <a16:creationId xmlns:a16="http://schemas.microsoft.com/office/drawing/2014/main" id="{731DAD8D-BEAA-4555-ABAA-1B0E05960996}"/>
                </a:ext>
              </a:extLst>
            </p:cNvPr>
            <p:cNvSpPr/>
            <p:nvPr/>
          </p:nvSpPr>
          <p:spPr bwMode="auto">
            <a:xfrm>
              <a:off x="959854" y="3216052"/>
              <a:ext cx="838847" cy="304800"/>
            </a:xfrm>
            <a:prstGeom prst="rightArrow">
              <a:avLst>
                <a:gd name="adj1" fmla="val 38208"/>
                <a:gd name="adj2" fmla="val 50000"/>
              </a:avLst>
            </a:prstGeom>
            <a:solidFill>
              <a:schemeClr val="accent2"/>
            </a:solidFill>
            <a:ln w="12700"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MY" sz="1800" b="0" i="0" u="none" strike="noStrike" cap="none" normalizeH="0" baseline="0">
                <a:ln>
                  <a:noFill/>
                </a:ln>
                <a:solidFill>
                  <a:schemeClr val="tx1"/>
                </a:solidFill>
                <a:effectLst/>
                <a:latin typeface="Arial" charset="0"/>
              </a:endParaRPr>
            </a:p>
          </p:txBody>
        </p:sp>
        <p:sp>
          <p:nvSpPr>
            <p:cNvPr id="105" name="TextBox 104">
              <a:extLst>
                <a:ext uri="{FF2B5EF4-FFF2-40B4-BE49-F238E27FC236}">
                  <a16:creationId xmlns:a16="http://schemas.microsoft.com/office/drawing/2014/main" id="{8A326699-60B2-4211-81FE-0747865940AF}"/>
                </a:ext>
              </a:extLst>
            </p:cNvPr>
            <p:cNvSpPr txBox="1"/>
            <p:nvPr/>
          </p:nvSpPr>
          <p:spPr>
            <a:xfrm>
              <a:off x="115165" y="3174946"/>
              <a:ext cx="915635" cy="338554"/>
            </a:xfrm>
            <a:prstGeom prst="rect">
              <a:avLst/>
            </a:prstGeom>
            <a:noFill/>
          </p:spPr>
          <p:txBody>
            <a:bodyPr wrap="none" rtlCol="0">
              <a:spAutoFit/>
            </a:bodyPr>
            <a:lstStyle/>
            <a:p>
              <a:r>
                <a:rPr lang="en-US" sz="1600" dirty="0">
                  <a:solidFill>
                    <a:schemeClr val="accent2"/>
                  </a:solidFill>
                </a:rPr>
                <a:t>2</a:t>
              </a:r>
              <a:r>
                <a:rPr lang="en-US" sz="1600" baseline="30000" dirty="0">
                  <a:solidFill>
                    <a:schemeClr val="accent2"/>
                  </a:solidFill>
                </a:rPr>
                <a:t>nd</a:t>
              </a:r>
              <a:r>
                <a:rPr lang="en-US" sz="1600" dirty="0">
                  <a:solidFill>
                    <a:schemeClr val="accent2"/>
                  </a:solidFill>
                </a:rPr>
                <a:t> Row</a:t>
              </a:r>
              <a:endParaRPr lang="en-MY" sz="1600" dirty="0">
                <a:solidFill>
                  <a:schemeClr val="accent2"/>
                </a:solidFill>
              </a:endParaRPr>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60" name="Rectangle 3">
            <a:extLst>
              <a:ext uri="{FF2B5EF4-FFF2-40B4-BE49-F238E27FC236}">
                <a16:creationId xmlns:a16="http://schemas.microsoft.com/office/drawing/2014/main" id="{007B6EB7-0B73-4E0D-A5DA-14B1A57A1298}"/>
              </a:ext>
            </a:extLst>
          </p:cNvPr>
          <p:cNvSpPr>
            <a:spLocks noGrp="1" noChangeArrowheads="1"/>
          </p:cNvSpPr>
          <p:nvPr>
            <p:ph idx="1"/>
          </p:nvPr>
        </p:nvSpPr>
        <p:spPr>
          <a:xfrm>
            <a:off x="190500" y="1628800"/>
            <a:ext cx="8810625" cy="4594200"/>
          </a:xfrm>
        </p:spPr>
        <p:txBody>
          <a:bodyPr/>
          <a:lstStyle/>
          <a:p>
            <a:r>
              <a:rPr lang="en-US" altLang="en-US" sz="1600" dirty="0"/>
              <a:t>a more complex scheme is to write the message in a rectangle, row by row, and read the message off, column by column, but permute the order of the columns. The order of the columns then becomes the key of the algorithm.</a:t>
            </a:r>
          </a:p>
          <a:p>
            <a:r>
              <a:rPr lang="en-AU" altLang="en-US" sz="1600" dirty="0"/>
              <a:t>write letters of message out in rows over a specified number of columns.</a:t>
            </a:r>
          </a:p>
          <a:p>
            <a:r>
              <a:rPr lang="en-AU" altLang="en-US" sz="1600" dirty="0"/>
              <a:t>then reorder the columns according to some key before reading off the rows. </a:t>
            </a:r>
          </a:p>
        </p:txBody>
      </p:sp>
      <p:sp>
        <p:nvSpPr>
          <p:cNvPr id="249859" name="Rectangle 2">
            <a:extLst>
              <a:ext uri="{FF2B5EF4-FFF2-40B4-BE49-F238E27FC236}">
                <a16:creationId xmlns:a16="http://schemas.microsoft.com/office/drawing/2014/main" id="{B71BA2C2-8ECC-43B0-8D8A-D5F8F9D71BF7}"/>
              </a:ext>
            </a:extLst>
          </p:cNvPr>
          <p:cNvSpPr>
            <a:spLocks noGrp="1" noChangeArrowheads="1"/>
          </p:cNvSpPr>
          <p:nvPr>
            <p:ph type="title"/>
          </p:nvPr>
        </p:nvSpPr>
        <p:spPr>
          <a:xfrm>
            <a:off x="221514" y="274638"/>
            <a:ext cx="7843030" cy="1143000"/>
          </a:xfrm>
        </p:spPr>
        <p:txBody>
          <a:bodyPr/>
          <a:lstStyle/>
          <a:p>
            <a:r>
              <a:rPr lang="en-AU" altLang="en-US" dirty="0"/>
              <a:t>Row Transposition Ciphers</a:t>
            </a:r>
          </a:p>
        </p:txBody>
      </p:sp>
      <p:graphicFrame>
        <p:nvGraphicFramePr>
          <p:cNvPr id="2" name="Table 2">
            <a:extLst>
              <a:ext uri="{FF2B5EF4-FFF2-40B4-BE49-F238E27FC236}">
                <a16:creationId xmlns:a16="http://schemas.microsoft.com/office/drawing/2014/main" id="{2BC639D5-6094-4841-B274-83A0302350E1}"/>
              </a:ext>
            </a:extLst>
          </p:cNvPr>
          <p:cNvGraphicFramePr>
            <a:graphicFrameLocks noGrp="1"/>
          </p:cNvGraphicFramePr>
          <p:nvPr>
            <p:extLst>
              <p:ext uri="{D42A27DB-BD31-4B8C-83A1-F6EECF244321}">
                <p14:modId xmlns:p14="http://schemas.microsoft.com/office/powerpoint/2010/main" val="3308161207"/>
              </p:ext>
            </p:extLst>
          </p:nvPr>
        </p:nvGraphicFramePr>
        <p:xfrm>
          <a:off x="179525" y="3751366"/>
          <a:ext cx="8510137" cy="1854200"/>
        </p:xfrm>
        <a:graphic>
          <a:graphicData uri="http://schemas.openxmlformats.org/drawingml/2006/table">
            <a:tbl>
              <a:tblPr firstRow="1" bandRow="1">
                <a:tableStyleId>{5C22544A-7EE6-4342-B048-85BDC9FD1C3A}</a:tableStyleId>
              </a:tblPr>
              <a:tblGrid>
                <a:gridCol w="1897335">
                  <a:extLst>
                    <a:ext uri="{9D8B030D-6E8A-4147-A177-3AD203B41FA5}">
                      <a16:colId xmlns:a16="http://schemas.microsoft.com/office/drawing/2014/main" val="256502720"/>
                    </a:ext>
                  </a:extLst>
                </a:gridCol>
                <a:gridCol w="944686">
                  <a:extLst>
                    <a:ext uri="{9D8B030D-6E8A-4147-A177-3AD203B41FA5}">
                      <a16:colId xmlns:a16="http://schemas.microsoft.com/office/drawing/2014/main" val="2296441581"/>
                    </a:ext>
                  </a:extLst>
                </a:gridCol>
                <a:gridCol w="944686">
                  <a:extLst>
                    <a:ext uri="{9D8B030D-6E8A-4147-A177-3AD203B41FA5}">
                      <a16:colId xmlns:a16="http://schemas.microsoft.com/office/drawing/2014/main" val="4045721255"/>
                    </a:ext>
                  </a:extLst>
                </a:gridCol>
                <a:gridCol w="944686">
                  <a:extLst>
                    <a:ext uri="{9D8B030D-6E8A-4147-A177-3AD203B41FA5}">
                      <a16:colId xmlns:a16="http://schemas.microsoft.com/office/drawing/2014/main" val="3054193654"/>
                    </a:ext>
                  </a:extLst>
                </a:gridCol>
                <a:gridCol w="944686">
                  <a:extLst>
                    <a:ext uri="{9D8B030D-6E8A-4147-A177-3AD203B41FA5}">
                      <a16:colId xmlns:a16="http://schemas.microsoft.com/office/drawing/2014/main" val="1768801127"/>
                    </a:ext>
                  </a:extLst>
                </a:gridCol>
                <a:gridCol w="944686">
                  <a:extLst>
                    <a:ext uri="{9D8B030D-6E8A-4147-A177-3AD203B41FA5}">
                      <a16:colId xmlns:a16="http://schemas.microsoft.com/office/drawing/2014/main" val="1500525574"/>
                    </a:ext>
                  </a:extLst>
                </a:gridCol>
                <a:gridCol w="944686">
                  <a:extLst>
                    <a:ext uri="{9D8B030D-6E8A-4147-A177-3AD203B41FA5}">
                      <a16:colId xmlns:a16="http://schemas.microsoft.com/office/drawing/2014/main" val="2315520749"/>
                    </a:ext>
                  </a:extLst>
                </a:gridCol>
                <a:gridCol w="944686">
                  <a:extLst>
                    <a:ext uri="{9D8B030D-6E8A-4147-A177-3AD203B41FA5}">
                      <a16:colId xmlns:a16="http://schemas.microsoft.com/office/drawing/2014/main" val="635048168"/>
                    </a:ext>
                  </a:extLst>
                </a:gridCol>
              </a:tblGrid>
              <a:tr h="370840">
                <a:tc>
                  <a:txBody>
                    <a:bodyPr/>
                    <a:lstStyle/>
                    <a:p>
                      <a:r>
                        <a:rPr lang="en-US" dirty="0">
                          <a:latin typeface="Calibri" panose="020F0502020204030204" pitchFamily="34" charset="0"/>
                          <a:cs typeface="Calibri" panose="020F0502020204030204" pitchFamily="34" charset="0"/>
                        </a:rPr>
                        <a:t>Key</a:t>
                      </a:r>
                      <a:endParaRPr lang="en-MY" dirty="0">
                        <a:latin typeface="Calibri" panose="020F0502020204030204" pitchFamily="34" charset="0"/>
                        <a:cs typeface="Calibri" panose="020F0502020204030204" pitchFamily="34" charset="0"/>
                      </a:endParaRPr>
                    </a:p>
                  </a:txBody>
                  <a:tcPr/>
                </a:tc>
                <a:tc>
                  <a:txBody>
                    <a:bodyPr/>
                    <a:lstStyle/>
                    <a:p>
                      <a:pPr algn="ctr"/>
                      <a:r>
                        <a:rPr lang="en-US" b="0" dirty="0">
                          <a:latin typeface="Calibri" panose="020F0502020204030204" pitchFamily="34" charset="0"/>
                          <a:cs typeface="Calibri" panose="020F0502020204030204" pitchFamily="34" charset="0"/>
                        </a:rPr>
                        <a:t>4</a:t>
                      </a:r>
                      <a:endParaRPr lang="en-MY" b="0" dirty="0">
                        <a:latin typeface="Calibri" panose="020F0502020204030204" pitchFamily="34" charset="0"/>
                        <a:cs typeface="Calibri" panose="020F0502020204030204" pitchFamily="34" charset="0"/>
                      </a:endParaRPr>
                    </a:p>
                  </a:txBody>
                  <a:tcPr/>
                </a:tc>
                <a:tc>
                  <a:txBody>
                    <a:bodyPr/>
                    <a:lstStyle/>
                    <a:p>
                      <a:pPr algn="ctr"/>
                      <a:r>
                        <a:rPr lang="en-US" b="0" dirty="0">
                          <a:latin typeface="Calibri" panose="020F0502020204030204" pitchFamily="34" charset="0"/>
                          <a:cs typeface="Calibri" panose="020F0502020204030204" pitchFamily="34" charset="0"/>
                        </a:rPr>
                        <a:t>3</a:t>
                      </a:r>
                      <a:endParaRPr lang="en-MY" b="0" dirty="0">
                        <a:latin typeface="Calibri" panose="020F0502020204030204" pitchFamily="34" charset="0"/>
                        <a:cs typeface="Calibri" panose="020F0502020204030204" pitchFamily="34" charset="0"/>
                      </a:endParaRPr>
                    </a:p>
                  </a:txBody>
                  <a:tcPr/>
                </a:tc>
                <a:tc>
                  <a:txBody>
                    <a:bodyPr/>
                    <a:lstStyle/>
                    <a:p>
                      <a:pPr algn="ctr"/>
                      <a:r>
                        <a:rPr lang="en-US" b="0" dirty="0">
                          <a:latin typeface="Calibri" panose="020F0502020204030204" pitchFamily="34" charset="0"/>
                          <a:cs typeface="Calibri" panose="020F0502020204030204" pitchFamily="34" charset="0"/>
                        </a:rPr>
                        <a:t>1</a:t>
                      </a:r>
                      <a:endParaRPr lang="en-MY" b="0" dirty="0">
                        <a:latin typeface="Calibri" panose="020F0502020204030204" pitchFamily="34" charset="0"/>
                        <a:cs typeface="Calibri" panose="020F0502020204030204" pitchFamily="34" charset="0"/>
                      </a:endParaRPr>
                    </a:p>
                  </a:txBody>
                  <a:tcPr/>
                </a:tc>
                <a:tc>
                  <a:txBody>
                    <a:bodyPr/>
                    <a:lstStyle/>
                    <a:p>
                      <a:pPr algn="ctr"/>
                      <a:r>
                        <a:rPr lang="en-US" b="0" dirty="0">
                          <a:latin typeface="Calibri" panose="020F0502020204030204" pitchFamily="34" charset="0"/>
                          <a:cs typeface="Calibri" panose="020F0502020204030204" pitchFamily="34" charset="0"/>
                        </a:rPr>
                        <a:t>2</a:t>
                      </a:r>
                      <a:endParaRPr lang="en-MY" b="0" dirty="0">
                        <a:latin typeface="Calibri" panose="020F0502020204030204" pitchFamily="34" charset="0"/>
                        <a:cs typeface="Calibri" panose="020F0502020204030204" pitchFamily="34" charset="0"/>
                      </a:endParaRPr>
                    </a:p>
                  </a:txBody>
                  <a:tcPr/>
                </a:tc>
                <a:tc>
                  <a:txBody>
                    <a:bodyPr/>
                    <a:lstStyle/>
                    <a:p>
                      <a:pPr algn="ctr"/>
                      <a:r>
                        <a:rPr lang="en-US" b="0" dirty="0">
                          <a:latin typeface="Calibri" panose="020F0502020204030204" pitchFamily="34" charset="0"/>
                          <a:cs typeface="Calibri" panose="020F0502020204030204" pitchFamily="34" charset="0"/>
                        </a:rPr>
                        <a:t>5</a:t>
                      </a:r>
                      <a:endParaRPr lang="en-MY" b="0" dirty="0">
                        <a:latin typeface="Calibri" panose="020F0502020204030204" pitchFamily="34" charset="0"/>
                        <a:cs typeface="Calibri" panose="020F0502020204030204" pitchFamily="34" charset="0"/>
                      </a:endParaRPr>
                    </a:p>
                  </a:txBody>
                  <a:tcPr/>
                </a:tc>
                <a:tc>
                  <a:txBody>
                    <a:bodyPr/>
                    <a:lstStyle/>
                    <a:p>
                      <a:pPr algn="ctr"/>
                      <a:r>
                        <a:rPr lang="en-US" b="0" dirty="0">
                          <a:latin typeface="Calibri" panose="020F0502020204030204" pitchFamily="34" charset="0"/>
                          <a:cs typeface="Calibri" panose="020F0502020204030204" pitchFamily="34" charset="0"/>
                        </a:rPr>
                        <a:t>6</a:t>
                      </a:r>
                      <a:endParaRPr lang="en-MY" b="0" dirty="0">
                        <a:latin typeface="Calibri" panose="020F0502020204030204" pitchFamily="34" charset="0"/>
                        <a:cs typeface="Calibri" panose="020F0502020204030204" pitchFamily="34" charset="0"/>
                      </a:endParaRPr>
                    </a:p>
                  </a:txBody>
                  <a:tcPr/>
                </a:tc>
                <a:tc>
                  <a:txBody>
                    <a:bodyPr/>
                    <a:lstStyle/>
                    <a:p>
                      <a:pPr algn="ctr"/>
                      <a:r>
                        <a:rPr lang="en-US" b="0" dirty="0">
                          <a:latin typeface="Calibri" panose="020F0502020204030204" pitchFamily="34" charset="0"/>
                          <a:cs typeface="Calibri" panose="020F0502020204030204" pitchFamily="34" charset="0"/>
                        </a:rPr>
                        <a:t>7</a:t>
                      </a:r>
                      <a:endParaRPr lang="en-MY" b="0"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2428782721"/>
                  </a:ext>
                </a:extLst>
              </a:tr>
              <a:tr h="370840">
                <a:tc rowSpan="4">
                  <a:txBody>
                    <a:bodyPr/>
                    <a:lstStyle/>
                    <a:p>
                      <a:r>
                        <a:rPr lang="en-US" dirty="0">
                          <a:latin typeface="Calibri" panose="020F0502020204030204" pitchFamily="34" charset="0"/>
                          <a:cs typeface="Calibri" panose="020F0502020204030204" pitchFamily="34" charset="0"/>
                        </a:rPr>
                        <a:t>Plaintext</a:t>
                      </a:r>
                      <a:endParaRPr lang="en-MY" dirty="0">
                        <a:latin typeface="Calibri" panose="020F0502020204030204" pitchFamily="34" charset="0"/>
                        <a:cs typeface="Calibri" panose="020F0502020204030204" pitchFamily="34" charset="0"/>
                      </a:endParaRPr>
                    </a:p>
                  </a:txBody>
                  <a:tcPr/>
                </a:tc>
                <a:tc>
                  <a:txBody>
                    <a:bodyPr/>
                    <a:lstStyle/>
                    <a:p>
                      <a:pPr algn="ctr"/>
                      <a:r>
                        <a:rPr lang="en-US" b="0" dirty="0">
                          <a:latin typeface="Calibri" panose="020F0502020204030204" pitchFamily="34" charset="0"/>
                          <a:cs typeface="Calibri" panose="020F0502020204030204" pitchFamily="34" charset="0"/>
                        </a:rPr>
                        <a:t>a</a:t>
                      </a:r>
                      <a:endParaRPr lang="en-MY" b="0" dirty="0">
                        <a:latin typeface="Calibri" panose="020F0502020204030204" pitchFamily="34" charset="0"/>
                        <a:cs typeface="Calibri" panose="020F0502020204030204" pitchFamily="34" charset="0"/>
                      </a:endParaRPr>
                    </a:p>
                  </a:txBody>
                  <a:tcPr/>
                </a:tc>
                <a:tc>
                  <a:txBody>
                    <a:bodyPr/>
                    <a:lstStyle/>
                    <a:p>
                      <a:pPr algn="ctr"/>
                      <a:r>
                        <a:rPr lang="en-US" b="0" dirty="0">
                          <a:latin typeface="Calibri" panose="020F0502020204030204" pitchFamily="34" charset="0"/>
                          <a:cs typeface="Calibri" panose="020F0502020204030204" pitchFamily="34" charset="0"/>
                        </a:rPr>
                        <a:t>t</a:t>
                      </a:r>
                      <a:endParaRPr lang="en-MY" b="0" dirty="0">
                        <a:latin typeface="Calibri" panose="020F0502020204030204" pitchFamily="34" charset="0"/>
                        <a:cs typeface="Calibri" panose="020F0502020204030204" pitchFamily="34" charset="0"/>
                      </a:endParaRPr>
                    </a:p>
                  </a:txBody>
                  <a:tcPr/>
                </a:tc>
                <a:tc>
                  <a:txBody>
                    <a:bodyPr/>
                    <a:lstStyle/>
                    <a:p>
                      <a:pPr algn="ctr"/>
                      <a:r>
                        <a:rPr lang="en-US" b="0" dirty="0">
                          <a:latin typeface="Calibri" panose="020F0502020204030204" pitchFamily="34" charset="0"/>
                          <a:cs typeface="Calibri" panose="020F0502020204030204" pitchFamily="34" charset="0"/>
                        </a:rPr>
                        <a:t>t</a:t>
                      </a:r>
                      <a:endParaRPr lang="en-MY" b="0" dirty="0">
                        <a:latin typeface="Calibri" panose="020F0502020204030204" pitchFamily="34" charset="0"/>
                        <a:cs typeface="Calibri" panose="020F0502020204030204" pitchFamily="34" charset="0"/>
                      </a:endParaRPr>
                    </a:p>
                  </a:txBody>
                  <a:tcPr/>
                </a:tc>
                <a:tc>
                  <a:txBody>
                    <a:bodyPr/>
                    <a:lstStyle/>
                    <a:p>
                      <a:pPr algn="ctr"/>
                      <a:r>
                        <a:rPr lang="en-US" b="0" dirty="0">
                          <a:latin typeface="Calibri" panose="020F0502020204030204" pitchFamily="34" charset="0"/>
                          <a:cs typeface="Calibri" panose="020F0502020204030204" pitchFamily="34" charset="0"/>
                        </a:rPr>
                        <a:t>a</a:t>
                      </a:r>
                      <a:endParaRPr lang="en-MY" b="0" dirty="0">
                        <a:latin typeface="Calibri" panose="020F0502020204030204" pitchFamily="34" charset="0"/>
                        <a:cs typeface="Calibri" panose="020F0502020204030204" pitchFamily="34" charset="0"/>
                      </a:endParaRPr>
                    </a:p>
                  </a:txBody>
                  <a:tcPr/>
                </a:tc>
                <a:tc>
                  <a:txBody>
                    <a:bodyPr/>
                    <a:lstStyle/>
                    <a:p>
                      <a:pPr algn="ctr"/>
                      <a:r>
                        <a:rPr lang="en-US" b="0" dirty="0">
                          <a:latin typeface="Calibri" panose="020F0502020204030204" pitchFamily="34" charset="0"/>
                          <a:cs typeface="Calibri" panose="020F0502020204030204" pitchFamily="34" charset="0"/>
                        </a:rPr>
                        <a:t>c</a:t>
                      </a:r>
                      <a:endParaRPr lang="en-MY" b="0" dirty="0">
                        <a:latin typeface="Calibri" panose="020F0502020204030204" pitchFamily="34" charset="0"/>
                        <a:cs typeface="Calibri" panose="020F0502020204030204" pitchFamily="34" charset="0"/>
                      </a:endParaRPr>
                    </a:p>
                  </a:txBody>
                  <a:tcPr/>
                </a:tc>
                <a:tc>
                  <a:txBody>
                    <a:bodyPr/>
                    <a:lstStyle/>
                    <a:p>
                      <a:pPr algn="ctr"/>
                      <a:r>
                        <a:rPr lang="en-US" b="0" dirty="0">
                          <a:latin typeface="Calibri" panose="020F0502020204030204" pitchFamily="34" charset="0"/>
                          <a:cs typeface="Calibri" panose="020F0502020204030204" pitchFamily="34" charset="0"/>
                        </a:rPr>
                        <a:t>k</a:t>
                      </a:r>
                      <a:endParaRPr lang="en-MY" b="0" dirty="0">
                        <a:latin typeface="Calibri" panose="020F0502020204030204" pitchFamily="34" charset="0"/>
                        <a:cs typeface="Calibri" panose="020F0502020204030204" pitchFamily="34" charset="0"/>
                      </a:endParaRPr>
                    </a:p>
                  </a:txBody>
                  <a:tcPr/>
                </a:tc>
                <a:tc>
                  <a:txBody>
                    <a:bodyPr/>
                    <a:lstStyle/>
                    <a:p>
                      <a:pPr algn="ctr"/>
                      <a:r>
                        <a:rPr lang="en-US" b="0" dirty="0">
                          <a:latin typeface="Calibri" panose="020F0502020204030204" pitchFamily="34" charset="0"/>
                          <a:cs typeface="Calibri" panose="020F0502020204030204" pitchFamily="34" charset="0"/>
                        </a:rPr>
                        <a:t>p</a:t>
                      </a:r>
                      <a:endParaRPr lang="en-MY" b="0"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3364869131"/>
                  </a:ext>
                </a:extLst>
              </a:tr>
              <a:tr h="370840">
                <a:tc vMerge="1">
                  <a:txBody>
                    <a:bodyPr/>
                    <a:lstStyle/>
                    <a:p>
                      <a:endParaRPr lang="en-MY" dirty="0"/>
                    </a:p>
                  </a:txBody>
                  <a:tcPr/>
                </a:tc>
                <a:tc>
                  <a:txBody>
                    <a:bodyPr/>
                    <a:lstStyle/>
                    <a:p>
                      <a:pPr algn="ctr"/>
                      <a:r>
                        <a:rPr lang="en-US" b="0" dirty="0">
                          <a:latin typeface="Calibri" panose="020F0502020204030204" pitchFamily="34" charset="0"/>
                          <a:cs typeface="Calibri" panose="020F0502020204030204" pitchFamily="34" charset="0"/>
                        </a:rPr>
                        <a:t>o</a:t>
                      </a:r>
                      <a:endParaRPr lang="en-MY" b="0" dirty="0">
                        <a:latin typeface="Calibri" panose="020F0502020204030204" pitchFamily="34" charset="0"/>
                        <a:cs typeface="Calibri" panose="020F0502020204030204" pitchFamily="34" charset="0"/>
                      </a:endParaRPr>
                    </a:p>
                  </a:txBody>
                  <a:tcPr/>
                </a:tc>
                <a:tc>
                  <a:txBody>
                    <a:bodyPr/>
                    <a:lstStyle/>
                    <a:p>
                      <a:pPr algn="ctr"/>
                      <a:r>
                        <a:rPr lang="en-US" b="0" dirty="0">
                          <a:latin typeface="Calibri" panose="020F0502020204030204" pitchFamily="34" charset="0"/>
                          <a:cs typeface="Calibri" panose="020F0502020204030204" pitchFamily="34" charset="0"/>
                        </a:rPr>
                        <a:t>s</a:t>
                      </a:r>
                      <a:endParaRPr lang="en-MY" b="0" dirty="0">
                        <a:latin typeface="Calibri" panose="020F0502020204030204" pitchFamily="34" charset="0"/>
                        <a:cs typeface="Calibri" panose="020F0502020204030204" pitchFamily="34" charset="0"/>
                      </a:endParaRPr>
                    </a:p>
                  </a:txBody>
                  <a:tcPr/>
                </a:tc>
                <a:tc>
                  <a:txBody>
                    <a:bodyPr/>
                    <a:lstStyle/>
                    <a:p>
                      <a:pPr algn="ctr"/>
                      <a:r>
                        <a:rPr lang="en-US" b="0" dirty="0">
                          <a:latin typeface="Calibri" panose="020F0502020204030204" pitchFamily="34" charset="0"/>
                          <a:cs typeface="Calibri" panose="020F0502020204030204" pitchFamily="34" charset="0"/>
                        </a:rPr>
                        <a:t>t</a:t>
                      </a:r>
                      <a:endParaRPr lang="en-MY" b="0" dirty="0">
                        <a:latin typeface="Calibri" panose="020F0502020204030204" pitchFamily="34" charset="0"/>
                        <a:cs typeface="Calibri" panose="020F0502020204030204" pitchFamily="34" charset="0"/>
                      </a:endParaRPr>
                    </a:p>
                  </a:txBody>
                  <a:tcPr/>
                </a:tc>
                <a:tc>
                  <a:txBody>
                    <a:bodyPr/>
                    <a:lstStyle/>
                    <a:p>
                      <a:pPr algn="ctr"/>
                      <a:r>
                        <a:rPr lang="en-US" b="0" dirty="0">
                          <a:latin typeface="Calibri" panose="020F0502020204030204" pitchFamily="34" charset="0"/>
                          <a:cs typeface="Calibri" panose="020F0502020204030204" pitchFamily="34" charset="0"/>
                        </a:rPr>
                        <a:t>p</a:t>
                      </a:r>
                      <a:endParaRPr lang="en-MY" b="0" dirty="0">
                        <a:latin typeface="Calibri" panose="020F0502020204030204" pitchFamily="34" charset="0"/>
                        <a:cs typeface="Calibri" panose="020F0502020204030204" pitchFamily="34" charset="0"/>
                      </a:endParaRPr>
                    </a:p>
                  </a:txBody>
                  <a:tcPr/>
                </a:tc>
                <a:tc>
                  <a:txBody>
                    <a:bodyPr/>
                    <a:lstStyle/>
                    <a:p>
                      <a:pPr algn="ctr"/>
                      <a:r>
                        <a:rPr lang="en-US" b="0" dirty="0">
                          <a:latin typeface="Calibri" panose="020F0502020204030204" pitchFamily="34" charset="0"/>
                          <a:cs typeface="Calibri" panose="020F0502020204030204" pitchFamily="34" charset="0"/>
                        </a:rPr>
                        <a:t>o</a:t>
                      </a:r>
                      <a:endParaRPr lang="en-MY" b="0" dirty="0">
                        <a:latin typeface="Calibri" panose="020F0502020204030204" pitchFamily="34" charset="0"/>
                        <a:cs typeface="Calibri" panose="020F0502020204030204" pitchFamily="34" charset="0"/>
                      </a:endParaRPr>
                    </a:p>
                  </a:txBody>
                  <a:tcPr/>
                </a:tc>
                <a:tc>
                  <a:txBody>
                    <a:bodyPr/>
                    <a:lstStyle/>
                    <a:p>
                      <a:pPr algn="ctr"/>
                      <a:r>
                        <a:rPr lang="en-US" b="0" dirty="0">
                          <a:latin typeface="Calibri" panose="020F0502020204030204" pitchFamily="34" charset="0"/>
                          <a:cs typeface="Calibri" panose="020F0502020204030204" pitchFamily="34" charset="0"/>
                        </a:rPr>
                        <a:t>n</a:t>
                      </a:r>
                      <a:endParaRPr lang="en-MY" b="0" dirty="0">
                        <a:latin typeface="Calibri" panose="020F0502020204030204" pitchFamily="34" charset="0"/>
                        <a:cs typeface="Calibri" panose="020F0502020204030204" pitchFamily="34" charset="0"/>
                      </a:endParaRPr>
                    </a:p>
                  </a:txBody>
                  <a:tcPr/>
                </a:tc>
                <a:tc>
                  <a:txBody>
                    <a:bodyPr/>
                    <a:lstStyle/>
                    <a:p>
                      <a:pPr algn="ctr"/>
                      <a:r>
                        <a:rPr lang="en-US" b="0" dirty="0">
                          <a:latin typeface="Calibri" panose="020F0502020204030204" pitchFamily="34" charset="0"/>
                          <a:cs typeface="Calibri" panose="020F0502020204030204" pitchFamily="34" charset="0"/>
                        </a:rPr>
                        <a:t>e</a:t>
                      </a:r>
                      <a:endParaRPr lang="en-MY" b="0"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592606403"/>
                  </a:ext>
                </a:extLst>
              </a:tr>
              <a:tr h="370840">
                <a:tc vMerge="1">
                  <a:txBody>
                    <a:bodyPr/>
                    <a:lstStyle/>
                    <a:p>
                      <a:endParaRPr lang="en-MY"/>
                    </a:p>
                  </a:txBody>
                  <a:tcPr/>
                </a:tc>
                <a:tc>
                  <a:txBody>
                    <a:bodyPr/>
                    <a:lstStyle/>
                    <a:p>
                      <a:pPr algn="ctr"/>
                      <a:r>
                        <a:rPr lang="en-US" b="0" dirty="0">
                          <a:latin typeface="Calibri" panose="020F0502020204030204" pitchFamily="34" charset="0"/>
                          <a:cs typeface="Calibri" panose="020F0502020204030204" pitchFamily="34" charset="0"/>
                        </a:rPr>
                        <a:t>d</a:t>
                      </a:r>
                      <a:endParaRPr lang="en-MY" b="0" dirty="0">
                        <a:latin typeface="Calibri" panose="020F0502020204030204" pitchFamily="34" charset="0"/>
                        <a:cs typeface="Calibri" panose="020F0502020204030204" pitchFamily="34" charset="0"/>
                      </a:endParaRPr>
                    </a:p>
                  </a:txBody>
                  <a:tcPr/>
                </a:tc>
                <a:tc>
                  <a:txBody>
                    <a:bodyPr/>
                    <a:lstStyle/>
                    <a:p>
                      <a:pPr algn="ctr"/>
                      <a:r>
                        <a:rPr lang="en-US" b="0" dirty="0">
                          <a:latin typeface="Calibri" panose="020F0502020204030204" pitchFamily="34" charset="0"/>
                          <a:cs typeface="Calibri" panose="020F0502020204030204" pitchFamily="34" charset="0"/>
                        </a:rPr>
                        <a:t>u</a:t>
                      </a:r>
                      <a:endParaRPr lang="en-MY" b="0" dirty="0">
                        <a:latin typeface="Calibri" panose="020F0502020204030204" pitchFamily="34" charset="0"/>
                        <a:cs typeface="Calibri" panose="020F0502020204030204" pitchFamily="34" charset="0"/>
                      </a:endParaRPr>
                    </a:p>
                  </a:txBody>
                  <a:tcPr/>
                </a:tc>
                <a:tc>
                  <a:txBody>
                    <a:bodyPr/>
                    <a:lstStyle/>
                    <a:p>
                      <a:pPr algn="ctr"/>
                      <a:r>
                        <a:rPr lang="en-US" b="0" dirty="0">
                          <a:latin typeface="Calibri" panose="020F0502020204030204" pitchFamily="34" charset="0"/>
                          <a:cs typeface="Calibri" panose="020F0502020204030204" pitchFamily="34" charset="0"/>
                        </a:rPr>
                        <a:t>n</a:t>
                      </a:r>
                      <a:endParaRPr lang="en-MY" b="0" dirty="0">
                        <a:latin typeface="Calibri" panose="020F0502020204030204" pitchFamily="34" charset="0"/>
                        <a:cs typeface="Calibri" panose="020F0502020204030204" pitchFamily="34" charset="0"/>
                      </a:endParaRPr>
                    </a:p>
                  </a:txBody>
                  <a:tcPr/>
                </a:tc>
                <a:tc>
                  <a:txBody>
                    <a:bodyPr/>
                    <a:lstStyle/>
                    <a:p>
                      <a:pPr algn="ctr"/>
                      <a:r>
                        <a:rPr lang="en-US" b="0" dirty="0">
                          <a:latin typeface="Calibri" panose="020F0502020204030204" pitchFamily="34" charset="0"/>
                          <a:cs typeface="Calibri" panose="020F0502020204030204" pitchFamily="34" charset="0"/>
                        </a:rPr>
                        <a:t>t</a:t>
                      </a:r>
                      <a:endParaRPr lang="en-MY" b="0" dirty="0">
                        <a:latin typeface="Calibri" panose="020F0502020204030204" pitchFamily="34" charset="0"/>
                        <a:cs typeface="Calibri" panose="020F0502020204030204" pitchFamily="34" charset="0"/>
                      </a:endParaRPr>
                    </a:p>
                  </a:txBody>
                  <a:tcPr/>
                </a:tc>
                <a:tc>
                  <a:txBody>
                    <a:bodyPr/>
                    <a:lstStyle/>
                    <a:p>
                      <a:pPr algn="ctr"/>
                      <a:r>
                        <a:rPr lang="en-US" b="0" dirty="0">
                          <a:latin typeface="Calibri" panose="020F0502020204030204" pitchFamily="34" charset="0"/>
                          <a:cs typeface="Calibri" panose="020F0502020204030204" pitchFamily="34" charset="0"/>
                        </a:rPr>
                        <a:t>i</a:t>
                      </a:r>
                      <a:endParaRPr lang="en-MY" b="0" dirty="0">
                        <a:latin typeface="Calibri" panose="020F0502020204030204" pitchFamily="34" charset="0"/>
                        <a:cs typeface="Calibri" panose="020F0502020204030204" pitchFamily="34" charset="0"/>
                      </a:endParaRPr>
                    </a:p>
                  </a:txBody>
                  <a:tcPr/>
                </a:tc>
                <a:tc>
                  <a:txBody>
                    <a:bodyPr/>
                    <a:lstStyle/>
                    <a:p>
                      <a:pPr algn="ctr"/>
                      <a:r>
                        <a:rPr lang="en-US" b="0" dirty="0">
                          <a:latin typeface="Calibri" panose="020F0502020204030204" pitchFamily="34" charset="0"/>
                          <a:cs typeface="Calibri" panose="020F0502020204030204" pitchFamily="34" charset="0"/>
                        </a:rPr>
                        <a:t>l</a:t>
                      </a:r>
                      <a:endParaRPr lang="en-MY" b="0" dirty="0">
                        <a:latin typeface="Calibri" panose="020F0502020204030204" pitchFamily="34" charset="0"/>
                        <a:cs typeface="Calibri" panose="020F0502020204030204" pitchFamily="34" charset="0"/>
                      </a:endParaRPr>
                    </a:p>
                  </a:txBody>
                  <a:tcPr/>
                </a:tc>
                <a:tc>
                  <a:txBody>
                    <a:bodyPr/>
                    <a:lstStyle/>
                    <a:p>
                      <a:pPr algn="ctr"/>
                      <a:r>
                        <a:rPr lang="en-US" b="0" dirty="0">
                          <a:latin typeface="Calibri" panose="020F0502020204030204" pitchFamily="34" charset="0"/>
                          <a:cs typeface="Calibri" panose="020F0502020204030204" pitchFamily="34" charset="0"/>
                        </a:rPr>
                        <a:t>t</a:t>
                      </a:r>
                      <a:endParaRPr lang="en-MY" b="0"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540075041"/>
                  </a:ext>
                </a:extLst>
              </a:tr>
              <a:tr h="370840">
                <a:tc vMerge="1">
                  <a:txBody>
                    <a:bodyPr/>
                    <a:lstStyle/>
                    <a:p>
                      <a:endParaRPr lang="en-MY" dirty="0"/>
                    </a:p>
                  </a:txBody>
                  <a:tcPr/>
                </a:tc>
                <a:tc>
                  <a:txBody>
                    <a:bodyPr/>
                    <a:lstStyle/>
                    <a:p>
                      <a:pPr algn="ctr"/>
                      <a:r>
                        <a:rPr lang="en-US" b="0" dirty="0">
                          <a:latin typeface="Calibri" panose="020F0502020204030204" pitchFamily="34" charset="0"/>
                          <a:cs typeface="Calibri" panose="020F0502020204030204" pitchFamily="34" charset="0"/>
                        </a:rPr>
                        <a:t>w</a:t>
                      </a:r>
                      <a:endParaRPr lang="en-MY" b="0" dirty="0">
                        <a:latin typeface="Calibri" panose="020F0502020204030204" pitchFamily="34" charset="0"/>
                        <a:cs typeface="Calibri" panose="020F0502020204030204" pitchFamily="34" charset="0"/>
                      </a:endParaRPr>
                    </a:p>
                  </a:txBody>
                  <a:tcPr/>
                </a:tc>
                <a:tc>
                  <a:txBody>
                    <a:bodyPr/>
                    <a:lstStyle/>
                    <a:p>
                      <a:pPr algn="ctr"/>
                      <a:r>
                        <a:rPr lang="en-US" b="0" dirty="0">
                          <a:latin typeface="Calibri" panose="020F0502020204030204" pitchFamily="34" charset="0"/>
                          <a:cs typeface="Calibri" panose="020F0502020204030204" pitchFamily="34" charset="0"/>
                        </a:rPr>
                        <a:t>o</a:t>
                      </a:r>
                      <a:endParaRPr lang="en-MY" b="0" dirty="0">
                        <a:latin typeface="Calibri" panose="020F0502020204030204" pitchFamily="34" charset="0"/>
                        <a:cs typeface="Calibri" panose="020F0502020204030204" pitchFamily="34" charset="0"/>
                      </a:endParaRPr>
                    </a:p>
                  </a:txBody>
                  <a:tcPr/>
                </a:tc>
                <a:tc>
                  <a:txBody>
                    <a:bodyPr/>
                    <a:lstStyle/>
                    <a:p>
                      <a:pPr algn="ctr"/>
                      <a:r>
                        <a:rPr lang="en-US" b="0" dirty="0">
                          <a:latin typeface="Calibri" panose="020F0502020204030204" pitchFamily="34" charset="0"/>
                          <a:cs typeface="Calibri" panose="020F0502020204030204" pitchFamily="34" charset="0"/>
                        </a:rPr>
                        <a:t>a</a:t>
                      </a:r>
                      <a:endParaRPr lang="en-MY" b="0" dirty="0">
                        <a:latin typeface="Calibri" panose="020F0502020204030204" pitchFamily="34" charset="0"/>
                        <a:cs typeface="Calibri" panose="020F0502020204030204" pitchFamily="34" charset="0"/>
                      </a:endParaRPr>
                    </a:p>
                  </a:txBody>
                  <a:tcPr/>
                </a:tc>
                <a:tc>
                  <a:txBody>
                    <a:bodyPr/>
                    <a:lstStyle/>
                    <a:p>
                      <a:pPr algn="ctr"/>
                      <a:r>
                        <a:rPr lang="en-US" b="0" dirty="0">
                          <a:latin typeface="Calibri" panose="020F0502020204030204" pitchFamily="34" charset="0"/>
                          <a:cs typeface="Calibri" panose="020F0502020204030204" pitchFamily="34" charset="0"/>
                        </a:rPr>
                        <a:t>m</a:t>
                      </a:r>
                      <a:endParaRPr lang="en-MY" b="0" dirty="0">
                        <a:latin typeface="Calibri" panose="020F0502020204030204" pitchFamily="34" charset="0"/>
                        <a:cs typeface="Calibri" panose="020F0502020204030204" pitchFamily="34" charset="0"/>
                      </a:endParaRPr>
                    </a:p>
                  </a:txBody>
                  <a:tcPr/>
                </a:tc>
                <a:tc>
                  <a:txBody>
                    <a:bodyPr/>
                    <a:lstStyle/>
                    <a:p>
                      <a:pPr algn="ctr"/>
                      <a:r>
                        <a:rPr lang="en-US" b="0" dirty="0">
                          <a:latin typeface="Calibri" panose="020F0502020204030204" pitchFamily="34" charset="0"/>
                          <a:cs typeface="Calibri" panose="020F0502020204030204" pitchFamily="34" charset="0"/>
                        </a:rPr>
                        <a:t>x</a:t>
                      </a:r>
                      <a:endParaRPr lang="en-MY" b="0" dirty="0">
                        <a:latin typeface="Calibri" panose="020F0502020204030204" pitchFamily="34" charset="0"/>
                        <a:cs typeface="Calibri" panose="020F0502020204030204" pitchFamily="34" charset="0"/>
                      </a:endParaRPr>
                    </a:p>
                  </a:txBody>
                  <a:tcPr/>
                </a:tc>
                <a:tc>
                  <a:txBody>
                    <a:bodyPr/>
                    <a:lstStyle/>
                    <a:p>
                      <a:pPr algn="ctr"/>
                      <a:r>
                        <a:rPr lang="en-US" b="0" dirty="0">
                          <a:latin typeface="Calibri" panose="020F0502020204030204" pitchFamily="34" charset="0"/>
                          <a:cs typeface="Calibri" panose="020F0502020204030204" pitchFamily="34" charset="0"/>
                        </a:rPr>
                        <a:t>y</a:t>
                      </a:r>
                      <a:endParaRPr lang="en-MY" b="0" dirty="0">
                        <a:latin typeface="Calibri" panose="020F0502020204030204" pitchFamily="34" charset="0"/>
                        <a:cs typeface="Calibri" panose="020F0502020204030204" pitchFamily="34" charset="0"/>
                      </a:endParaRPr>
                    </a:p>
                  </a:txBody>
                  <a:tcPr/>
                </a:tc>
                <a:tc>
                  <a:txBody>
                    <a:bodyPr/>
                    <a:lstStyle/>
                    <a:p>
                      <a:pPr algn="ctr"/>
                      <a:r>
                        <a:rPr lang="en-US" b="0" dirty="0">
                          <a:latin typeface="Calibri" panose="020F0502020204030204" pitchFamily="34" charset="0"/>
                          <a:cs typeface="Calibri" panose="020F0502020204030204" pitchFamily="34" charset="0"/>
                        </a:rPr>
                        <a:t>z</a:t>
                      </a:r>
                      <a:endParaRPr lang="en-MY" b="0"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189893637"/>
                  </a:ext>
                </a:extLst>
              </a:tr>
            </a:tbl>
          </a:graphicData>
        </a:graphic>
      </p:graphicFrame>
      <p:graphicFrame>
        <p:nvGraphicFramePr>
          <p:cNvPr id="3" name="Table 3">
            <a:extLst>
              <a:ext uri="{FF2B5EF4-FFF2-40B4-BE49-F238E27FC236}">
                <a16:creationId xmlns:a16="http://schemas.microsoft.com/office/drawing/2014/main" id="{FCD5419C-FFB3-42BD-BE36-006CFD668FED}"/>
              </a:ext>
            </a:extLst>
          </p:cNvPr>
          <p:cNvGraphicFramePr>
            <a:graphicFrameLocks noGrp="1"/>
          </p:cNvGraphicFramePr>
          <p:nvPr>
            <p:extLst>
              <p:ext uri="{D42A27DB-BD31-4B8C-83A1-F6EECF244321}">
                <p14:modId xmlns:p14="http://schemas.microsoft.com/office/powerpoint/2010/main" val="3478944406"/>
              </p:ext>
            </p:extLst>
          </p:nvPr>
        </p:nvGraphicFramePr>
        <p:xfrm>
          <a:off x="179525" y="5769769"/>
          <a:ext cx="8856971" cy="370840"/>
        </p:xfrm>
        <a:graphic>
          <a:graphicData uri="http://schemas.openxmlformats.org/drawingml/2006/table">
            <a:tbl>
              <a:tblPr firstRow="1" bandRow="1">
                <a:tableStyleId>{5C22544A-7EE6-4342-B048-85BDC9FD1C3A}</a:tableStyleId>
              </a:tblPr>
              <a:tblGrid>
                <a:gridCol w="1521329">
                  <a:extLst>
                    <a:ext uri="{9D8B030D-6E8A-4147-A177-3AD203B41FA5}">
                      <a16:colId xmlns:a16="http://schemas.microsoft.com/office/drawing/2014/main" val="1010399898"/>
                    </a:ext>
                  </a:extLst>
                </a:gridCol>
                <a:gridCol w="259671">
                  <a:extLst>
                    <a:ext uri="{9D8B030D-6E8A-4147-A177-3AD203B41FA5}">
                      <a16:colId xmlns:a16="http://schemas.microsoft.com/office/drawing/2014/main" val="1449349006"/>
                    </a:ext>
                  </a:extLst>
                </a:gridCol>
                <a:gridCol w="262073">
                  <a:extLst>
                    <a:ext uri="{9D8B030D-6E8A-4147-A177-3AD203B41FA5}">
                      <a16:colId xmlns:a16="http://schemas.microsoft.com/office/drawing/2014/main" val="3735293130"/>
                    </a:ext>
                  </a:extLst>
                </a:gridCol>
                <a:gridCol w="262073">
                  <a:extLst>
                    <a:ext uri="{9D8B030D-6E8A-4147-A177-3AD203B41FA5}">
                      <a16:colId xmlns:a16="http://schemas.microsoft.com/office/drawing/2014/main" val="2913973082"/>
                    </a:ext>
                  </a:extLst>
                </a:gridCol>
                <a:gridCol w="262073">
                  <a:extLst>
                    <a:ext uri="{9D8B030D-6E8A-4147-A177-3AD203B41FA5}">
                      <a16:colId xmlns:a16="http://schemas.microsoft.com/office/drawing/2014/main" val="2873708363"/>
                    </a:ext>
                  </a:extLst>
                </a:gridCol>
                <a:gridCol w="262073">
                  <a:extLst>
                    <a:ext uri="{9D8B030D-6E8A-4147-A177-3AD203B41FA5}">
                      <a16:colId xmlns:a16="http://schemas.microsoft.com/office/drawing/2014/main" val="3298867217"/>
                    </a:ext>
                  </a:extLst>
                </a:gridCol>
                <a:gridCol w="262073">
                  <a:extLst>
                    <a:ext uri="{9D8B030D-6E8A-4147-A177-3AD203B41FA5}">
                      <a16:colId xmlns:a16="http://schemas.microsoft.com/office/drawing/2014/main" val="3471934043"/>
                    </a:ext>
                  </a:extLst>
                </a:gridCol>
                <a:gridCol w="262073">
                  <a:extLst>
                    <a:ext uri="{9D8B030D-6E8A-4147-A177-3AD203B41FA5}">
                      <a16:colId xmlns:a16="http://schemas.microsoft.com/office/drawing/2014/main" val="4243536165"/>
                    </a:ext>
                  </a:extLst>
                </a:gridCol>
                <a:gridCol w="262073">
                  <a:extLst>
                    <a:ext uri="{9D8B030D-6E8A-4147-A177-3AD203B41FA5}">
                      <a16:colId xmlns:a16="http://schemas.microsoft.com/office/drawing/2014/main" val="722653912"/>
                    </a:ext>
                  </a:extLst>
                </a:gridCol>
                <a:gridCol w="262073">
                  <a:extLst>
                    <a:ext uri="{9D8B030D-6E8A-4147-A177-3AD203B41FA5}">
                      <a16:colId xmlns:a16="http://schemas.microsoft.com/office/drawing/2014/main" val="1670281182"/>
                    </a:ext>
                  </a:extLst>
                </a:gridCol>
                <a:gridCol w="262073">
                  <a:extLst>
                    <a:ext uri="{9D8B030D-6E8A-4147-A177-3AD203B41FA5}">
                      <a16:colId xmlns:a16="http://schemas.microsoft.com/office/drawing/2014/main" val="169240206"/>
                    </a:ext>
                  </a:extLst>
                </a:gridCol>
                <a:gridCol w="262073">
                  <a:extLst>
                    <a:ext uri="{9D8B030D-6E8A-4147-A177-3AD203B41FA5}">
                      <a16:colId xmlns:a16="http://schemas.microsoft.com/office/drawing/2014/main" val="3635596318"/>
                    </a:ext>
                  </a:extLst>
                </a:gridCol>
                <a:gridCol w="262073">
                  <a:extLst>
                    <a:ext uri="{9D8B030D-6E8A-4147-A177-3AD203B41FA5}">
                      <a16:colId xmlns:a16="http://schemas.microsoft.com/office/drawing/2014/main" val="202800149"/>
                    </a:ext>
                  </a:extLst>
                </a:gridCol>
                <a:gridCol w="262073">
                  <a:extLst>
                    <a:ext uri="{9D8B030D-6E8A-4147-A177-3AD203B41FA5}">
                      <a16:colId xmlns:a16="http://schemas.microsoft.com/office/drawing/2014/main" val="2362703430"/>
                    </a:ext>
                  </a:extLst>
                </a:gridCol>
                <a:gridCol w="262073">
                  <a:extLst>
                    <a:ext uri="{9D8B030D-6E8A-4147-A177-3AD203B41FA5}">
                      <a16:colId xmlns:a16="http://schemas.microsoft.com/office/drawing/2014/main" val="3289995361"/>
                    </a:ext>
                  </a:extLst>
                </a:gridCol>
                <a:gridCol w="262073">
                  <a:extLst>
                    <a:ext uri="{9D8B030D-6E8A-4147-A177-3AD203B41FA5}">
                      <a16:colId xmlns:a16="http://schemas.microsoft.com/office/drawing/2014/main" val="3806142826"/>
                    </a:ext>
                  </a:extLst>
                </a:gridCol>
                <a:gridCol w="262073">
                  <a:extLst>
                    <a:ext uri="{9D8B030D-6E8A-4147-A177-3AD203B41FA5}">
                      <a16:colId xmlns:a16="http://schemas.microsoft.com/office/drawing/2014/main" val="3286557822"/>
                    </a:ext>
                  </a:extLst>
                </a:gridCol>
                <a:gridCol w="262073">
                  <a:extLst>
                    <a:ext uri="{9D8B030D-6E8A-4147-A177-3AD203B41FA5}">
                      <a16:colId xmlns:a16="http://schemas.microsoft.com/office/drawing/2014/main" val="4099155488"/>
                    </a:ext>
                  </a:extLst>
                </a:gridCol>
                <a:gridCol w="262073">
                  <a:extLst>
                    <a:ext uri="{9D8B030D-6E8A-4147-A177-3AD203B41FA5}">
                      <a16:colId xmlns:a16="http://schemas.microsoft.com/office/drawing/2014/main" val="1903142220"/>
                    </a:ext>
                  </a:extLst>
                </a:gridCol>
                <a:gridCol w="262073">
                  <a:extLst>
                    <a:ext uri="{9D8B030D-6E8A-4147-A177-3AD203B41FA5}">
                      <a16:colId xmlns:a16="http://schemas.microsoft.com/office/drawing/2014/main" val="3907486711"/>
                    </a:ext>
                  </a:extLst>
                </a:gridCol>
                <a:gridCol w="262073">
                  <a:extLst>
                    <a:ext uri="{9D8B030D-6E8A-4147-A177-3AD203B41FA5}">
                      <a16:colId xmlns:a16="http://schemas.microsoft.com/office/drawing/2014/main" val="1561707348"/>
                    </a:ext>
                  </a:extLst>
                </a:gridCol>
                <a:gridCol w="262073">
                  <a:extLst>
                    <a:ext uri="{9D8B030D-6E8A-4147-A177-3AD203B41FA5}">
                      <a16:colId xmlns:a16="http://schemas.microsoft.com/office/drawing/2014/main" val="4292280824"/>
                    </a:ext>
                  </a:extLst>
                </a:gridCol>
                <a:gridCol w="262073">
                  <a:extLst>
                    <a:ext uri="{9D8B030D-6E8A-4147-A177-3AD203B41FA5}">
                      <a16:colId xmlns:a16="http://schemas.microsoft.com/office/drawing/2014/main" val="1317242767"/>
                    </a:ext>
                  </a:extLst>
                </a:gridCol>
                <a:gridCol w="262073">
                  <a:extLst>
                    <a:ext uri="{9D8B030D-6E8A-4147-A177-3AD203B41FA5}">
                      <a16:colId xmlns:a16="http://schemas.microsoft.com/office/drawing/2014/main" val="290389938"/>
                    </a:ext>
                  </a:extLst>
                </a:gridCol>
                <a:gridCol w="262073">
                  <a:extLst>
                    <a:ext uri="{9D8B030D-6E8A-4147-A177-3AD203B41FA5}">
                      <a16:colId xmlns:a16="http://schemas.microsoft.com/office/drawing/2014/main" val="3730980692"/>
                    </a:ext>
                  </a:extLst>
                </a:gridCol>
                <a:gridCol w="262073">
                  <a:extLst>
                    <a:ext uri="{9D8B030D-6E8A-4147-A177-3AD203B41FA5}">
                      <a16:colId xmlns:a16="http://schemas.microsoft.com/office/drawing/2014/main" val="1713698092"/>
                    </a:ext>
                  </a:extLst>
                </a:gridCol>
                <a:gridCol w="262073">
                  <a:extLst>
                    <a:ext uri="{9D8B030D-6E8A-4147-A177-3AD203B41FA5}">
                      <a16:colId xmlns:a16="http://schemas.microsoft.com/office/drawing/2014/main" val="801539824"/>
                    </a:ext>
                  </a:extLst>
                </a:gridCol>
                <a:gridCol w="262073">
                  <a:extLst>
                    <a:ext uri="{9D8B030D-6E8A-4147-A177-3AD203B41FA5}">
                      <a16:colId xmlns:a16="http://schemas.microsoft.com/office/drawing/2014/main" val="2609589562"/>
                    </a:ext>
                  </a:extLst>
                </a:gridCol>
                <a:gridCol w="262073">
                  <a:extLst>
                    <a:ext uri="{9D8B030D-6E8A-4147-A177-3AD203B41FA5}">
                      <a16:colId xmlns:a16="http://schemas.microsoft.com/office/drawing/2014/main" val="4158511136"/>
                    </a:ext>
                  </a:extLst>
                </a:gridCol>
              </a:tblGrid>
              <a:tr h="370840">
                <a:tc>
                  <a:txBody>
                    <a:bodyPr/>
                    <a:lstStyle/>
                    <a:p>
                      <a:pPr algn="ctr"/>
                      <a:r>
                        <a:rPr lang="en-US" sz="1800" b="0" dirty="0">
                          <a:latin typeface="Calibri" panose="020F0502020204030204" pitchFamily="34" charset="0"/>
                          <a:cs typeface="Calibri" panose="020F0502020204030204" pitchFamily="34" charset="0"/>
                        </a:rPr>
                        <a:t>Ciphertext</a:t>
                      </a:r>
                      <a:endParaRPr lang="en-MY" sz="1800" b="0" dirty="0">
                        <a:latin typeface="Calibri" panose="020F0502020204030204" pitchFamily="34" charset="0"/>
                        <a:cs typeface="Calibri" panose="020F0502020204030204" pitchFamily="34" charset="0"/>
                      </a:endParaRPr>
                    </a:p>
                  </a:txBody>
                  <a:tcPr anchor="ctr"/>
                </a:tc>
                <a:tc>
                  <a:txBody>
                    <a:bodyPr/>
                    <a:lstStyle/>
                    <a:p>
                      <a:pPr algn="ctr"/>
                      <a:r>
                        <a:rPr lang="en-US" sz="1800" b="0" dirty="0">
                          <a:latin typeface="Calibri" panose="020F0502020204030204" pitchFamily="34" charset="0"/>
                          <a:cs typeface="Calibri" panose="020F0502020204030204" pitchFamily="34" charset="0"/>
                        </a:rPr>
                        <a:t>T</a:t>
                      </a:r>
                      <a:endParaRPr lang="en-MY" sz="1800" b="0" dirty="0">
                        <a:latin typeface="Calibri" panose="020F0502020204030204" pitchFamily="34" charset="0"/>
                        <a:cs typeface="Calibri" panose="020F0502020204030204" pitchFamily="34" charset="0"/>
                      </a:endParaRPr>
                    </a:p>
                  </a:txBody>
                  <a:tcPr anchor="ctr"/>
                </a:tc>
                <a:tc>
                  <a:txBody>
                    <a:bodyPr/>
                    <a:lstStyle/>
                    <a:p>
                      <a:pPr algn="ctr"/>
                      <a:r>
                        <a:rPr lang="en-US" sz="1800" b="0" dirty="0">
                          <a:latin typeface="Calibri" panose="020F0502020204030204" pitchFamily="34" charset="0"/>
                          <a:cs typeface="Calibri" panose="020F0502020204030204" pitchFamily="34" charset="0"/>
                        </a:rPr>
                        <a:t>T</a:t>
                      </a:r>
                      <a:endParaRPr lang="en-MY" sz="1800" b="0" dirty="0">
                        <a:latin typeface="Calibri" panose="020F0502020204030204" pitchFamily="34" charset="0"/>
                        <a:cs typeface="Calibri" panose="020F0502020204030204" pitchFamily="34" charset="0"/>
                      </a:endParaRPr>
                    </a:p>
                  </a:txBody>
                  <a:tcPr anchor="ctr"/>
                </a:tc>
                <a:tc>
                  <a:txBody>
                    <a:bodyPr/>
                    <a:lstStyle/>
                    <a:p>
                      <a:pPr algn="ctr"/>
                      <a:r>
                        <a:rPr lang="en-US" sz="1800" b="0" dirty="0">
                          <a:latin typeface="Calibri" panose="020F0502020204030204" pitchFamily="34" charset="0"/>
                          <a:cs typeface="Calibri" panose="020F0502020204030204" pitchFamily="34" charset="0"/>
                        </a:rPr>
                        <a:t>N</a:t>
                      </a:r>
                      <a:endParaRPr lang="en-MY" sz="1800" b="0" dirty="0">
                        <a:latin typeface="Calibri" panose="020F0502020204030204" pitchFamily="34" charset="0"/>
                        <a:cs typeface="Calibri" panose="020F0502020204030204" pitchFamily="34" charset="0"/>
                      </a:endParaRPr>
                    </a:p>
                  </a:txBody>
                  <a:tcPr anchor="ctr"/>
                </a:tc>
                <a:tc>
                  <a:txBody>
                    <a:bodyPr/>
                    <a:lstStyle/>
                    <a:p>
                      <a:pPr algn="ctr"/>
                      <a:r>
                        <a:rPr lang="en-US" sz="1800" b="0" dirty="0">
                          <a:latin typeface="Calibri" panose="020F0502020204030204" pitchFamily="34" charset="0"/>
                          <a:cs typeface="Calibri" panose="020F0502020204030204" pitchFamily="34" charset="0"/>
                        </a:rPr>
                        <a:t>A</a:t>
                      </a:r>
                      <a:endParaRPr lang="en-MY" sz="1800" b="0" dirty="0">
                        <a:latin typeface="Calibri" panose="020F0502020204030204" pitchFamily="34" charset="0"/>
                        <a:cs typeface="Calibri" panose="020F0502020204030204" pitchFamily="34" charset="0"/>
                      </a:endParaRPr>
                    </a:p>
                  </a:txBody>
                  <a:tcPr anchor="ctr"/>
                </a:tc>
                <a:tc>
                  <a:txBody>
                    <a:bodyPr/>
                    <a:lstStyle/>
                    <a:p>
                      <a:pPr algn="ctr"/>
                      <a:r>
                        <a:rPr lang="en-US" sz="1800" b="0" dirty="0">
                          <a:latin typeface="Calibri" panose="020F0502020204030204" pitchFamily="34" charset="0"/>
                          <a:cs typeface="Calibri" panose="020F0502020204030204" pitchFamily="34" charset="0"/>
                        </a:rPr>
                        <a:t>A</a:t>
                      </a:r>
                      <a:endParaRPr lang="en-MY" sz="1800" b="0" dirty="0">
                        <a:latin typeface="Calibri" panose="020F0502020204030204" pitchFamily="34" charset="0"/>
                        <a:cs typeface="Calibri" panose="020F0502020204030204" pitchFamily="34" charset="0"/>
                      </a:endParaRPr>
                    </a:p>
                  </a:txBody>
                  <a:tcPr anchor="ctr"/>
                </a:tc>
                <a:tc>
                  <a:txBody>
                    <a:bodyPr/>
                    <a:lstStyle/>
                    <a:p>
                      <a:pPr algn="ctr"/>
                      <a:r>
                        <a:rPr lang="en-US" sz="1800" b="0" dirty="0">
                          <a:latin typeface="Calibri" panose="020F0502020204030204" pitchFamily="34" charset="0"/>
                          <a:cs typeface="Calibri" panose="020F0502020204030204" pitchFamily="34" charset="0"/>
                        </a:rPr>
                        <a:t>P</a:t>
                      </a:r>
                      <a:endParaRPr lang="en-MY" sz="1800" b="0" dirty="0">
                        <a:latin typeface="Calibri" panose="020F0502020204030204" pitchFamily="34" charset="0"/>
                        <a:cs typeface="Calibri" panose="020F0502020204030204" pitchFamily="34" charset="0"/>
                      </a:endParaRPr>
                    </a:p>
                  </a:txBody>
                  <a:tcPr anchor="ctr"/>
                </a:tc>
                <a:tc>
                  <a:txBody>
                    <a:bodyPr/>
                    <a:lstStyle/>
                    <a:p>
                      <a:pPr algn="ctr"/>
                      <a:r>
                        <a:rPr lang="en-US" sz="1800" b="0" dirty="0">
                          <a:latin typeface="Calibri" panose="020F0502020204030204" pitchFamily="34" charset="0"/>
                          <a:cs typeface="Calibri" panose="020F0502020204030204" pitchFamily="34" charset="0"/>
                        </a:rPr>
                        <a:t>T</a:t>
                      </a:r>
                      <a:endParaRPr lang="en-MY" sz="1800" b="0" dirty="0">
                        <a:latin typeface="Calibri" panose="020F0502020204030204" pitchFamily="34" charset="0"/>
                        <a:cs typeface="Calibri" panose="020F0502020204030204" pitchFamily="34" charset="0"/>
                      </a:endParaRPr>
                    </a:p>
                  </a:txBody>
                  <a:tcPr anchor="ctr"/>
                </a:tc>
                <a:tc>
                  <a:txBody>
                    <a:bodyPr/>
                    <a:lstStyle/>
                    <a:p>
                      <a:pPr algn="ctr"/>
                      <a:r>
                        <a:rPr lang="en-US" sz="1800" b="0" dirty="0">
                          <a:latin typeface="Calibri" panose="020F0502020204030204" pitchFamily="34" charset="0"/>
                          <a:cs typeface="Calibri" panose="020F0502020204030204" pitchFamily="34" charset="0"/>
                        </a:rPr>
                        <a:t>M</a:t>
                      </a:r>
                      <a:endParaRPr lang="en-MY" sz="1800" b="0" dirty="0">
                        <a:latin typeface="Calibri" panose="020F0502020204030204" pitchFamily="34" charset="0"/>
                        <a:cs typeface="Calibri" panose="020F0502020204030204" pitchFamily="34" charset="0"/>
                      </a:endParaRPr>
                    </a:p>
                  </a:txBody>
                  <a:tcPr anchor="ctr"/>
                </a:tc>
                <a:tc>
                  <a:txBody>
                    <a:bodyPr/>
                    <a:lstStyle/>
                    <a:p>
                      <a:pPr algn="ctr"/>
                      <a:r>
                        <a:rPr lang="en-US" sz="1800" b="0" dirty="0">
                          <a:latin typeface="Calibri" panose="020F0502020204030204" pitchFamily="34" charset="0"/>
                          <a:cs typeface="Calibri" panose="020F0502020204030204" pitchFamily="34" charset="0"/>
                        </a:rPr>
                        <a:t>T</a:t>
                      </a:r>
                      <a:endParaRPr lang="en-MY" sz="1800" b="0" dirty="0">
                        <a:latin typeface="Calibri" panose="020F0502020204030204" pitchFamily="34" charset="0"/>
                        <a:cs typeface="Calibri" panose="020F0502020204030204" pitchFamily="34" charset="0"/>
                      </a:endParaRPr>
                    </a:p>
                  </a:txBody>
                  <a:tcPr anchor="ctr"/>
                </a:tc>
                <a:tc>
                  <a:txBody>
                    <a:bodyPr/>
                    <a:lstStyle/>
                    <a:p>
                      <a:pPr algn="ctr"/>
                      <a:r>
                        <a:rPr lang="en-US" sz="1800" b="0" dirty="0">
                          <a:latin typeface="Calibri" panose="020F0502020204030204" pitchFamily="34" charset="0"/>
                          <a:cs typeface="Calibri" panose="020F0502020204030204" pitchFamily="34" charset="0"/>
                        </a:rPr>
                        <a:t>S</a:t>
                      </a:r>
                      <a:endParaRPr lang="en-MY" sz="1800" b="0" dirty="0">
                        <a:latin typeface="Calibri" panose="020F0502020204030204" pitchFamily="34" charset="0"/>
                        <a:cs typeface="Calibri" panose="020F0502020204030204" pitchFamily="34" charset="0"/>
                      </a:endParaRPr>
                    </a:p>
                  </a:txBody>
                  <a:tcPr anchor="ctr"/>
                </a:tc>
                <a:tc>
                  <a:txBody>
                    <a:bodyPr/>
                    <a:lstStyle/>
                    <a:p>
                      <a:pPr algn="ctr"/>
                      <a:r>
                        <a:rPr lang="en-US" sz="1800" b="0" dirty="0">
                          <a:latin typeface="Calibri" panose="020F0502020204030204" pitchFamily="34" charset="0"/>
                          <a:cs typeface="Calibri" panose="020F0502020204030204" pitchFamily="34" charset="0"/>
                        </a:rPr>
                        <a:t>U</a:t>
                      </a:r>
                      <a:endParaRPr lang="en-MY" sz="1800" b="0" dirty="0">
                        <a:latin typeface="Calibri" panose="020F0502020204030204" pitchFamily="34" charset="0"/>
                        <a:cs typeface="Calibri" panose="020F0502020204030204" pitchFamily="34" charset="0"/>
                      </a:endParaRPr>
                    </a:p>
                  </a:txBody>
                  <a:tcPr anchor="ctr"/>
                </a:tc>
                <a:tc>
                  <a:txBody>
                    <a:bodyPr/>
                    <a:lstStyle/>
                    <a:p>
                      <a:pPr algn="ctr"/>
                      <a:r>
                        <a:rPr lang="en-US" sz="1800" b="0" dirty="0">
                          <a:latin typeface="Calibri" panose="020F0502020204030204" pitchFamily="34" charset="0"/>
                          <a:cs typeface="Calibri" panose="020F0502020204030204" pitchFamily="34" charset="0"/>
                        </a:rPr>
                        <a:t>O</a:t>
                      </a:r>
                      <a:endParaRPr lang="en-MY" sz="1800" b="0" dirty="0">
                        <a:latin typeface="Calibri" panose="020F0502020204030204" pitchFamily="34" charset="0"/>
                        <a:cs typeface="Calibri" panose="020F0502020204030204" pitchFamily="34" charset="0"/>
                      </a:endParaRPr>
                    </a:p>
                  </a:txBody>
                  <a:tcPr anchor="ctr"/>
                </a:tc>
                <a:tc>
                  <a:txBody>
                    <a:bodyPr/>
                    <a:lstStyle/>
                    <a:p>
                      <a:pPr algn="ctr"/>
                      <a:r>
                        <a:rPr lang="en-US" sz="1800" b="0" dirty="0">
                          <a:latin typeface="Calibri" panose="020F0502020204030204" pitchFamily="34" charset="0"/>
                          <a:cs typeface="Calibri" panose="020F0502020204030204" pitchFamily="34" charset="0"/>
                        </a:rPr>
                        <a:t>A</a:t>
                      </a:r>
                      <a:endParaRPr lang="en-MY" sz="1800" b="0" dirty="0">
                        <a:latin typeface="Calibri" panose="020F0502020204030204" pitchFamily="34" charset="0"/>
                        <a:cs typeface="Calibri" panose="020F0502020204030204" pitchFamily="34" charset="0"/>
                      </a:endParaRPr>
                    </a:p>
                  </a:txBody>
                  <a:tcPr anchor="ctr"/>
                </a:tc>
                <a:tc>
                  <a:txBody>
                    <a:bodyPr/>
                    <a:lstStyle/>
                    <a:p>
                      <a:pPr algn="ctr"/>
                      <a:r>
                        <a:rPr lang="en-US" sz="1800" b="0" dirty="0">
                          <a:latin typeface="Calibri" panose="020F0502020204030204" pitchFamily="34" charset="0"/>
                          <a:cs typeface="Calibri" panose="020F0502020204030204" pitchFamily="34" charset="0"/>
                        </a:rPr>
                        <a:t>O</a:t>
                      </a:r>
                      <a:endParaRPr lang="en-MY" sz="1800" b="0" dirty="0">
                        <a:latin typeface="Calibri" panose="020F0502020204030204" pitchFamily="34" charset="0"/>
                        <a:cs typeface="Calibri" panose="020F0502020204030204" pitchFamily="34" charset="0"/>
                      </a:endParaRPr>
                    </a:p>
                  </a:txBody>
                  <a:tcPr anchor="ctr"/>
                </a:tc>
                <a:tc>
                  <a:txBody>
                    <a:bodyPr/>
                    <a:lstStyle/>
                    <a:p>
                      <a:pPr algn="ctr"/>
                      <a:r>
                        <a:rPr lang="en-US" sz="1800" b="0" dirty="0">
                          <a:latin typeface="Calibri" panose="020F0502020204030204" pitchFamily="34" charset="0"/>
                          <a:cs typeface="Calibri" panose="020F0502020204030204" pitchFamily="34" charset="0"/>
                        </a:rPr>
                        <a:t>D</a:t>
                      </a:r>
                      <a:endParaRPr lang="en-MY" sz="1800" b="0" dirty="0">
                        <a:latin typeface="Calibri" panose="020F0502020204030204" pitchFamily="34" charset="0"/>
                        <a:cs typeface="Calibri" panose="020F0502020204030204" pitchFamily="34" charset="0"/>
                      </a:endParaRPr>
                    </a:p>
                  </a:txBody>
                  <a:tcPr anchor="ctr"/>
                </a:tc>
                <a:tc>
                  <a:txBody>
                    <a:bodyPr/>
                    <a:lstStyle/>
                    <a:p>
                      <a:pPr algn="ctr"/>
                      <a:r>
                        <a:rPr lang="en-US" sz="1800" b="0" dirty="0">
                          <a:latin typeface="Calibri" panose="020F0502020204030204" pitchFamily="34" charset="0"/>
                          <a:cs typeface="Calibri" panose="020F0502020204030204" pitchFamily="34" charset="0"/>
                        </a:rPr>
                        <a:t>W</a:t>
                      </a:r>
                      <a:endParaRPr lang="en-MY" sz="1800" b="0" dirty="0">
                        <a:latin typeface="Calibri" panose="020F0502020204030204" pitchFamily="34" charset="0"/>
                        <a:cs typeface="Calibri" panose="020F0502020204030204" pitchFamily="34" charset="0"/>
                      </a:endParaRPr>
                    </a:p>
                  </a:txBody>
                  <a:tcPr anchor="ctr"/>
                </a:tc>
                <a:tc>
                  <a:txBody>
                    <a:bodyPr/>
                    <a:lstStyle/>
                    <a:p>
                      <a:pPr algn="ctr"/>
                      <a:r>
                        <a:rPr lang="en-US" sz="1800" b="0" dirty="0">
                          <a:latin typeface="Calibri" panose="020F0502020204030204" pitchFamily="34" charset="0"/>
                          <a:cs typeface="Calibri" panose="020F0502020204030204" pitchFamily="34" charset="0"/>
                        </a:rPr>
                        <a:t>C</a:t>
                      </a:r>
                      <a:endParaRPr lang="en-MY" sz="1800" b="0" dirty="0">
                        <a:latin typeface="Calibri" panose="020F0502020204030204" pitchFamily="34" charset="0"/>
                        <a:cs typeface="Calibri" panose="020F0502020204030204" pitchFamily="34" charset="0"/>
                      </a:endParaRPr>
                    </a:p>
                  </a:txBody>
                  <a:tcPr anchor="ctr"/>
                </a:tc>
                <a:tc>
                  <a:txBody>
                    <a:bodyPr/>
                    <a:lstStyle/>
                    <a:p>
                      <a:pPr algn="ctr"/>
                      <a:r>
                        <a:rPr lang="en-US" sz="1800" b="0" dirty="0">
                          <a:latin typeface="Calibri" panose="020F0502020204030204" pitchFamily="34" charset="0"/>
                          <a:cs typeface="Calibri" panose="020F0502020204030204" pitchFamily="34" charset="0"/>
                        </a:rPr>
                        <a:t>O</a:t>
                      </a:r>
                      <a:endParaRPr lang="en-MY" sz="1800" b="0" dirty="0">
                        <a:latin typeface="Calibri" panose="020F0502020204030204" pitchFamily="34" charset="0"/>
                        <a:cs typeface="Calibri" panose="020F0502020204030204" pitchFamily="34" charset="0"/>
                      </a:endParaRPr>
                    </a:p>
                  </a:txBody>
                  <a:tcPr anchor="ctr"/>
                </a:tc>
                <a:tc>
                  <a:txBody>
                    <a:bodyPr/>
                    <a:lstStyle/>
                    <a:p>
                      <a:pPr algn="ctr"/>
                      <a:r>
                        <a:rPr lang="en-US" sz="1800" b="0" dirty="0">
                          <a:latin typeface="Calibri" panose="020F0502020204030204" pitchFamily="34" charset="0"/>
                          <a:cs typeface="Calibri" panose="020F0502020204030204" pitchFamily="34" charset="0"/>
                        </a:rPr>
                        <a:t>I</a:t>
                      </a:r>
                      <a:endParaRPr lang="en-MY" sz="1800" b="0" dirty="0">
                        <a:latin typeface="Calibri" panose="020F0502020204030204" pitchFamily="34" charset="0"/>
                        <a:cs typeface="Calibri" panose="020F0502020204030204" pitchFamily="34" charset="0"/>
                      </a:endParaRPr>
                    </a:p>
                  </a:txBody>
                  <a:tcPr anchor="ctr"/>
                </a:tc>
                <a:tc>
                  <a:txBody>
                    <a:bodyPr/>
                    <a:lstStyle/>
                    <a:p>
                      <a:pPr algn="ctr"/>
                      <a:r>
                        <a:rPr lang="en-US" sz="1800" b="0" dirty="0">
                          <a:latin typeface="Calibri" panose="020F0502020204030204" pitchFamily="34" charset="0"/>
                          <a:cs typeface="Calibri" panose="020F0502020204030204" pitchFamily="34" charset="0"/>
                        </a:rPr>
                        <a:t>X</a:t>
                      </a:r>
                      <a:endParaRPr lang="en-MY" sz="1800" b="0" dirty="0">
                        <a:latin typeface="Calibri" panose="020F0502020204030204" pitchFamily="34" charset="0"/>
                        <a:cs typeface="Calibri" panose="020F0502020204030204" pitchFamily="34" charset="0"/>
                      </a:endParaRPr>
                    </a:p>
                  </a:txBody>
                  <a:tcPr anchor="ctr"/>
                </a:tc>
                <a:tc>
                  <a:txBody>
                    <a:bodyPr/>
                    <a:lstStyle/>
                    <a:p>
                      <a:pPr algn="ctr"/>
                      <a:r>
                        <a:rPr lang="en-US" sz="1800" b="0" dirty="0">
                          <a:latin typeface="Calibri" panose="020F0502020204030204" pitchFamily="34" charset="0"/>
                          <a:cs typeface="Calibri" panose="020F0502020204030204" pitchFamily="34" charset="0"/>
                        </a:rPr>
                        <a:t>K</a:t>
                      </a:r>
                      <a:endParaRPr lang="en-MY" sz="1800" b="0" dirty="0">
                        <a:latin typeface="Calibri" panose="020F0502020204030204" pitchFamily="34" charset="0"/>
                        <a:cs typeface="Calibri" panose="020F0502020204030204" pitchFamily="34" charset="0"/>
                      </a:endParaRPr>
                    </a:p>
                  </a:txBody>
                  <a:tcPr anchor="ctr"/>
                </a:tc>
                <a:tc>
                  <a:txBody>
                    <a:bodyPr/>
                    <a:lstStyle/>
                    <a:p>
                      <a:pPr algn="ctr"/>
                      <a:r>
                        <a:rPr lang="en-US" sz="1800" b="0" dirty="0">
                          <a:latin typeface="Calibri" panose="020F0502020204030204" pitchFamily="34" charset="0"/>
                          <a:cs typeface="Calibri" panose="020F0502020204030204" pitchFamily="34" charset="0"/>
                        </a:rPr>
                        <a:t>N</a:t>
                      </a:r>
                      <a:endParaRPr lang="en-MY" sz="1800" b="0" dirty="0">
                        <a:latin typeface="Calibri" panose="020F0502020204030204" pitchFamily="34" charset="0"/>
                        <a:cs typeface="Calibri" panose="020F0502020204030204" pitchFamily="34" charset="0"/>
                      </a:endParaRPr>
                    </a:p>
                  </a:txBody>
                  <a:tcPr anchor="ctr"/>
                </a:tc>
                <a:tc>
                  <a:txBody>
                    <a:bodyPr/>
                    <a:lstStyle/>
                    <a:p>
                      <a:pPr algn="ctr"/>
                      <a:r>
                        <a:rPr lang="en-US" sz="1800" b="0" dirty="0">
                          <a:latin typeface="Calibri" panose="020F0502020204030204" pitchFamily="34" charset="0"/>
                          <a:cs typeface="Calibri" panose="020F0502020204030204" pitchFamily="34" charset="0"/>
                        </a:rPr>
                        <a:t>L</a:t>
                      </a:r>
                      <a:endParaRPr lang="en-MY" sz="1800" b="0" dirty="0">
                        <a:latin typeface="Calibri" panose="020F0502020204030204" pitchFamily="34" charset="0"/>
                        <a:cs typeface="Calibri" panose="020F0502020204030204" pitchFamily="34" charset="0"/>
                      </a:endParaRPr>
                    </a:p>
                  </a:txBody>
                  <a:tcPr anchor="ctr"/>
                </a:tc>
                <a:tc>
                  <a:txBody>
                    <a:bodyPr/>
                    <a:lstStyle/>
                    <a:p>
                      <a:pPr algn="ctr"/>
                      <a:r>
                        <a:rPr lang="en-US" sz="1800" b="0" dirty="0">
                          <a:latin typeface="Calibri" panose="020F0502020204030204" pitchFamily="34" charset="0"/>
                          <a:cs typeface="Calibri" panose="020F0502020204030204" pitchFamily="34" charset="0"/>
                        </a:rPr>
                        <a:t>Y</a:t>
                      </a:r>
                      <a:endParaRPr lang="en-MY" sz="1800" b="0" dirty="0">
                        <a:latin typeface="Calibri" panose="020F0502020204030204" pitchFamily="34" charset="0"/>
                        <a:cs typeface="Calibri" panose="020F0502020204030204" pitchFamily="34" charset="0"/>
                      </a:endParaRPr>
                    </a:p>
                  </a:txBody>
                  <a:tcPr anchor="ctr"/>
                </a:tc>
                <a:tc>
                  <a:txBody>
                    <a:bodyPr/>
                    <a:lstStyle/>
                    <a:p>
                      <a:pPr algn="ctr"/>
                      <a:r>
                        <a:rPr lang="en-US" sz="1800" b="0" dirty="0">
                          <a:latin typeface="Calibri" panose="020F0502020204030204" pitchFamily="34" charset="0"/>
                          <a:cs typeface="Calibri" panose="020F0502020204030204" pitchFamily="34" charset="0"/>
                        </a:rPr>
                        <a:t>P</a:t>
                      </a:r>
                      <a:endParaRPr lang="en-MY" sz="1800" b="0" dirty="0">
                        <a:latin typeface="Calibri" panose="020F0502020204030204" pitchFamily="34" charset="0"/>
                        <a:cs typeface="Calibri" panose="020F0502020204030204" pitchFamily="34" charset="0"/>
                      </a:endParaRPr>
                    </a:p>
                  </a:txBody>
                  <a:tcPr anchor="ctr"/>
                </a:tc>
                <a:tc>
                  <a:txBody>
                    <a:bodyPr/>
                    <a:lstStyle/>
                    <a:p>
                      <a:pPr algn="ctr"/>
                      <a:r>
                        <a:rPr lang="en-US" sz="1800" b="0" dirty="0">
                          <a:latin typeface="Calibri" panose="020F0502020204030204" pitchFamily="34" charset="0"/>
                          <a:cs typeface="Calibri" panose="020F0502020204030204" pitchFamily="34" charset="0"/>
                        </a:rPr>
                        <a:t>E</a:t>
                      </a:r>
                      <a:endParaRPr lang="en-MY" sz="1800" b="0" dirty="0">
                        <a:latin typeface="Calibri" panose="020F0502020204030204" pitchFamily="34" charset="0"/>
                        <a:cs typeface="Calibri" panose="020F0502020204030204" pitchFamily="34" charset="0"/>
                      </a:endParaRPr>
                    </a:p>
                  </a:txBody>
                  <a:tcPr anchor="ctr"/>
                </a:tc>
                <a:tc>
                  <a:txBody>
                    <a:bodyPr/>
                    <a:lstStyle/>
                    <a:p>
                      <a:pPr algn="ctr"/>
                      <a:r>
                        <a:rPr lang="en-US" sz="1800" b="0" dirty="0">
                          <a:latin typeface="Calibri" panose="020F0502020204030204" pitchFamily="34" charset="0"/>
                          <a:cs typeface="Calibri" panose="020F0502020204030204" pitchFamily="34" charset="0"/>
                        </a:rPr>
                        <a:t>T</a:t>
                      </a:r>
                      <a:endParaRPr lang="en-MY" sz="1800" b="0" dirty="0">
                        <a:latin typeface="Calibri" panose="020F0502020204030204" pitchFamily="34" charset="0"/>
                        <a:cs typeface="Calibri" panose="020F0502020204030204" pitchFamily="34" charset="0"/>
                      </a:endParaRPr>
                    </a:p>
                  </a:txBody>
                  <a:tcPr anchor="ctr"/>
                </a:tc>
                <a:tc>
                  <a:txBody>
                    <a:bodyPr/>
                    <a:lstStyle/>
                    <a:p>
                      <a:pPr algn="ctr"/>
                      <a:r>
                        <a:rPr lang="en-US" sz="1800" b="0" dirty="0">
                          <a:latin typeface="Calibri" panose="020F0502020204030204" pitchFamily="34" charset="0"/>
                          <a:cs typeface="Calibri" panose="020F0502020204030204" pitchFamily="34" charset="0"/>
                        </a:rPr>
                        <a:t>Z</a:t>
                      </a:r>
                      <a:endParaRPr lang="en-MY" sz="1800" b="0" dirty="0">
                        <a:latin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2949913304"/>
                  </a:ext>
                </a:extLst>
              </a:tr>
            </a:tbl>
          </a:graphicData>
        </a:graphic>
      </p:graphicFrame>
      <p:sp>
        <p:nvSpPr>
          <p:cNvPr id="4" name="TextBox 3">
            <a:extLst>
              <a:ext uri="{FF2B5EF4-FFF2-40B4-BE49-F238E27FC236}">
                <a16:creationId xmlns:a16="http://schemas.microsoft.com/office/drawing/2014/main" id="{6217FA4B-E0F0-4E0E-93DA-398047B1CE5F}"/>
              </a:ext>
            </a:extLst>
          </p:cNvPr>
          <p:cNvSpPr txBox="1"/>
          <p:nvPr/>
        </p:nvSpPr>
        <p:spPr>
          <a:xfrm>
            <a:off x="179525" y="3217831"/>
            <a:ext cx="3647152" cy="369332"/>
          </a:xfrm>
          <a:prstGeom prst="rect">
            <a:avLst/>
          </a:prstGeom>
          <a:solidFill>
            <a:schemeClr val="accent5">
              <a:lumMod val="60000"/>
              <a:lumOff val="4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none" rtlCol="0">
            <a:spAutoFit/>
          </a:bodyPr>
          <a:lstStyle/>
          <a:p>
            <a:r>
              <a:rPr lang="en-US" dirty="0"/>
              <a:t>attack postponed until two am xyz</a:t>
            </a:r>
            <a:endParaRPr lang="en-MY"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60" name="Rectangle 3">
            <a:extLst>
              <a:ext uri="{FF2B5EF4-FFF2-40B4-BE49-F238E27FC236}">
                <a16:creationId xmlns:a16="http://schemas.microsoft.com/office/drawing/2014/main" id="{007B6EB7-0B73-4E0D-A5DA-14B1A57A1298}"/>
              </a:ext>
            </a:extLst>
          </p:cNvPr>
          <p:cNvSpPr>
            <a:spLocks noGrp="1" noChangeArrowheads="1"/>
          </p:cNvSpPr>
          <p:nvPr>
            <p:ph idx="1"/>
          </p:nvPr>
        </p:nvSpPr>
        <p:spPr>
          <a:xfrm>
            <a:off x="190500" y="1697038"/>
            <a:ext cx="8810625" cy="4525962"/>
          </a:xfrm>
        </p:spPr>
        <p:txBody>
          <a:bodyPr/>
          <a:lstStyle/>
          <a:p>
            <a:r>
              <a:rPr lang="en-US" altLang="en-US" dirty="0"/>
              <a:t>KEY – LOVES</a:t>
            </a:r>
          </a:p>
          <a:p>
            <a:r>
              <a:rPr lang="en-US" altLang="en-US"/>
              <a:t>Plaintext – TOO SLEEPY</a:t>
            </a:r>
            <a:endParaRPr lang="en-US" altLang="en-US" dirty="0"/>
          </a:p>
          <a:p>
            <a:r>
              <a:rPr lang="en-AU" altLang="en-US" dirty="0"/>
              <a:t>CIPHERTEXT - SYTEOELOP</a:t>
            </a:r>
          </a:p>
        </p:txBody>
      </p:sp>
      <p:sp>
        <p:nvSpPr>
          <p:cNvPr id="249859" name="Rectangle 2">
            <a:extLst>
              <a:ext uri="{FF2B5EF4-FFF2-40B4-BE49-F238E27FC236}">
                <a16:creationId xmlns:a16="http://schemas.microsoft.com/office/drawing/2014/main" id="{B71BA2C2-8ECC-43B0-8D8A-D5F8F9D71BF7}"/>
              </a:ext>
            </a:extLst>
          </p:cNvPr>
          <p:cNvSpPr>
            <a:spLocks noGrp="1" noChangeArrowheads="1"/>
          </p:cNvSpPr>
          <p:nvPr>
            <p:ph type="title"/>
          </p:nvPr>
        </p:nvSpPr>
        <p:spPr>
          <a:xfrm>
            <a:off x="221514" y="274638"/>
            <a:ext cx="7843030" cy="1143000"/>
          </a:xfrm>
        </p:spPr>
        <p:txBody>
          <a:bodyPr/>
          <a:lstStyle/>
          <a:p>
            <a:r>
              <a:rPr lang="en-AU" altLang="en-US" dirty="0"/>
              <a:t>Row Transposition Ciphers</a:t>
            </a:r>
          </a:p>
        </p:txBody>
      </p:sp>
      <p:graphicFrame>
        <p:nvGraphicFramePr>
          <p:cNvPr id="2" name="Table 2">
            <a:extLst>
              <a:ext uri="{FF2B5EF4-FFF2-40B4-BE49-F238E27FC236}">
                <a16:creationId xmlns:a16="http://schemas.microsoft.com/office/drawing/2014/main" id="{2BC639D5-6094-4841-B274-83A0302350E1}"/>
              </a:ext>
            </a:extLst>
          </p:cNvPr>
          <p:cNvGraphicFramePr>
            <a:graphicFrameLocks noGrp="1"/>
          </p:cNvGraphicFramePr>
          <p:nvPr>
            <p:extLst>
              <p:ext uri="{D42A27DB-BD31-4B8C-83A1-F6EECF244321}">
                <p14:modId xmlns:p14="http://schemas.microsoft.com/office/powerpoint/2010/main" val="4165213511"/>
              </p:ext>
            </p:extLst>
          </p:nvPr>
        </p:nvGraphicFramePr>
        <p:xfrm>
          <a:off x="1043608" y="3140968"/>
          <a:ext cx="6620765" cy="2151380"/>
        </p:xfrm>
        <a:graphic>
          <a:graphicData uri="http://schemas.openxmlformats.org/drawingml/2006/table">
            <a:tbl>
              <a:tblPr firstRow="1" bandRow="1">
                <a:tableStyleId>{5C22544A-7EE6-4342-B048-85BDC9FD1C3A}</a:tableStyleId>
              </a:tblPr>
              <a:tblGrid>
                <a:gridCol w="1897335">
                  <a:extLst>
                    <a:ext uri="{9D8B030D-6E8A-4147-A177-3AD203B41FA5}">
                      <a16:colId xmlns:a16="http://schemas.microsoft.com/office/drawing/2014/main" val="256502720"/>
                    </a:ext>
                  </a:extLst>
                </a:gridCol>
                <a:gridCol w="944686">
                  <a:extLst>
                    <a:ext uri="{9D8B030D-6E8A-4147-A177-3AD203B41FA5}">
                      <a16:colId xmlns:a16="http://schemas.microsoft.com/office/drawing/2014/main" val="2296441581"/>
                    </a:ext>
                  </a:extLst>
                </a:gridCol>
                <a:gridCol w="944686">
                  <a:extLst>
                    <a:ext uri="{9D8B030D-6E8A-4147-A177-3AD203B41FA5}">
                      <a16:colId xmlns:a16="http://schemas.microsoft.com/office/drawing/2014/main" val="4045721255"/>
                    </a:ext>
                  </a:extLst>
                </a:gridCol>
                <a:gridCol w="944686">
                  <a:extLst>
                    <a:ext uri="{9D8B030D-6E8A-4147-A177-3AD203B41FA5}">
                      <a16:colId xmlns:a16="http://schemas.microsoft.com/office/drawing/2014/main" val="3054193654"/>
                    </a:ext>
                  </a:extLst>
                </a:gridCol>
                <a:gridCol w="944686">
                  <a:extLst>
                    <a:ext uri="{9D8B030D-6E8A-4147-A177-3AD203B41FA5}">
                      <a16:colId xmlns:a16="http://schemas.microsoft.com/office/drawing/2014/main" val="1768801127"/>
                    </a:ext>
                  </a:extLst>
                </a:gridCol>
                <a:gridCol w="944686">
                  <a:extLst>
                    <a:ext uri="{9D8B030D-6E8A-4147-A177-3AD203B41FA5}">
                      <a16:colId xmlns:a16="http://schemas.microsoft.com/office/drawing/2014/main" val="1500525574"/>
                    </a:ext>
                  </a:extLst>
                </a:gridCol>
              </a:tblGrid>
              <a:tr h="370840">
                <a:tc>
                  <a:txBody>
                    <a:bodyPr/>
                    <a:lstStyle/>
                    <a:p>
                      <a:r>
                        <a:rPr lang="en-US" dirty="0">
                          <a:latin typeface="Calibri" panose="020F0502020204030204" pitchFamily="34" charset="0"/>
                          <a:cs typeface="Calibri" panose="020F0502020204030204" pitchFamily="34" charset="0"/>
                        </a:rPr>
                        <a:t>Key</a:t>
                      </a:r>
                      <a:endParaRPr lang="en-MY" dirty="0">
                        <a:latin typeface="Calibri" panose="020F0502020204030204" pitchFamily="34" charset="0"/>
                        <a:cs typeface="Calibri" panose="020F0502020204030204" pitchFamily="34" charset="0"/>
                      </a:endParaRPr>
                    </a:p>
                  </a:txBody>
                  <a:tcPr/>
                </a:tc>
                <a:tc>
                  <a:txBody>
                    <a:bodyPr/>
                    <a:lstStyle/>
                    <a:p>
                      <a:pPr algn="ctr"/>
                      <a:r>
                        <a:rPr lang="en-MY" b="0" dirty="0">
                          <a:latin typeface="Calibri" panose="020F0502020204030204" pitchFamily="34" charset="0"/>
                          <a:cs typeface="Calibri" panose="020F0502020204030204" pitchFamily="34" charset="0"/>
                        </a:rPr>
                        <a:t>L</a:t>
                      </a:r>
                    </a:p>
                  </a:txBody>
                  <a:tcPr/>
                </a:tc>
                <a:tc>
                  <a:txBody>
                    <a:bodyPr/>
                    <a:lstStyle/>
                    <a:p>
                      <a:pPr algn="ctr"/>
                      <a:r>
                        <a:rPr lang="en-MY" b="0" dirty="0">
                          <a:latin typeface="Calibri" panose="020F0502020204030204" pitchFamily="34" charset="0"/>
                          <a:cs typeface="Calibri" panose="020F0502020204030204" pitchFamily="34" charset="0"/>
                        </a:rPr>
                        <a:t>O</a:t>
                      </a:r>
                    </a:p>
                  </a:txBody>
                  <a:tcPr/>
                </a:tc>
                <a:tc>
                  <a:txBody>
                    <a:bodyPr/>
                    <a:lstStyle/>
                    <a:p>
                      <a:pPr algn="ctr"/>
                      <a:r>
                        <a:rPr lang="en-MY" b="0" dirty="0">
                          <a:latin typeface="Calibri" panose="020F0502020204030204" pitchFamily="34" charset="0"/>
                          <a:cs typeface="Calibri" panose="020F0502020204030204" pitchFamily="34" charset="0"/>
                        </a:rPr>
                        <a:t>V</a:t>
                      </a:r>
                    </a:p>
                  </a:txBody>
                  <a:tcPr/>
                </a:tc>
                <a:tc>
                  <a:txBody>
                    <a:bodyPr/>
                    <a:lstStyle/>
                    <a:p>
                      <a:pPr algn="ctr"/>
                      <a:r>
                        <a:rPr lang="en-MY" b="0" dirty="0">
                          <a:latin typeface="Calibri" panose="020F0502020204030204" pitchFamily="34" charset="0"/>
                          <a:cs typeface="Calibri" panose="020F0502020204030204" pitchFamily="34" charset="0"/>
                        </a:rPr>
                        <a:t>E</a:t>
                      </a:r>
                    </a:p>
                  </a:txBody>
                  <a:tcPr/>
                </a:tc>
                <a:tc>
                  <a:txBody>
                    <a:bodyPr/>
                    <a:lstStyle/>
                    <a:p>
                      <a:pPr algn="ctr"/>
                      <a:r>
                        <a:rPr lang="en-MY" b="0" dirty="0">
                          <a:latin typeface="Calibri" panose="020F0502020204030204" pitchFamily="34" charset="0"/>
                          <a:cs typeface="Calibri" panose="020F0502020204030204" pitchFamily="34" charset="0"/>
                        </a:rPr>
                        <a:t>S</a:t>
                      </a:r>
                    </a:p>
                  </a:txBody>
                  <a:tcPr/>
                </a:tc>
                <a:extLst>
                  <a:ext uri="{0D108BD9-81ED-4DB2-BD59-A6C34878D82A}">
                    <a16:rowId xmlns:a16="http://schemas.microsoft.com/office/drawing/2014/main" val="2428782721"/>
                  </a:ext>
                </a:extLst>
              </a:tr>
              <a:tr h="277232">
                <a:tc>
                  <a:txBody>
                    <a:bodyPr/>
                    <a:lstStyle/>
                    <a:p>
                      <a:pPr algn="r"/>
                      <a:r>
                        <a:rPr lang="en-US" sz="1100" dirty="0">
                          <a:latin typeface="Calibri" panose="020F0502020204030204" pitchFamily="34" charset="0"/>
                          <a:cs typeface="Calibri" panose="020F0502020204030204" pitchFamily="34" charset="0"/>
                        </a:rPr>
                        <a:t>Number arrangement</a:t>
                      </a:r>
                      <a:endParaRPr lang="en-MY" sz="1100" dirty="0">
                        <a:latin typeface="Calibri" panose="020F0502020204030204" pitchFamily="34" charset="0"/>
                        <a:cs typeface="Calibri" panose="020F0502020204030204" pitchFamily="34" charset="0"/>
                      </a:endParaRPr>
                    </a:p>
                  </a:txBody>
                  <a:tcPr/>
                </a:tc>
                <a:tc>
                  <a:txBody>
                    <a:bodyPr/>
                    <a:lstStyle/>
                    <a:p>
                      <a:pPr algn="ctr"/>
                      <a:r>
                        <a:rPr lang="en-MY" b="0" dirty="0">
                          <a:latin typeface="Calibri" panose="020F0502020204030204" pitchFamily="34" charset="0"/>
                          <a:cs typeface="Calibri" panose="020F0502020204030204" pitchFamily="34" charset="0"/>
                        </a:rPr>
                        <a:t>2</a:t>
                      </a:r>
                    </a:p>
                  </a:txBody>
                  <a:tcPr/>
                </a:tc>
                <a:tc>
                  <a:txBody>
                    <a:bodyPr/>
                    <a:lstStyle/>
                    <a:p>
                      <a:pPr algn="ctr"/>
                      <a:r>
                        <a:rPr lang="en-MY" b="0" dirty="0">
                          <a:latin typeface="Calibri" panose="020F0502020204030204" pitchFamily="34" charset="0"/>
                          <a:cs typeface="Calibri" panose="020F0502020204030204" pitchFamily="34" charset="0"/>
                        </a:rPr>
                        <a:t>3</a:t>
                      </a:r>
                    </a:p>
                  </a:txBody>
                  <a:tcPr/>
                </a:tc>
                <a:tc>
                  <a:txBody>
                    <a:bodyPr/>
                    <a:lstStyle/>
                    <a:p>
                      <a:pPr algn="ctr"/>
                      <a:r>
                        <a:rPr lang="en-MY" b="0" dirty="0">
                          <a:latin typeface="Calibri" panose="020F0502020204030204" pitchFamily="34" charset="0"/>
                          <a:cs typeface="Calibri" panose="020F0502020204030204" pitchFamily="34" charset="0"/>
                        </a:rPr>
                        <a:t>5</a:t>
                      </a:r>
                    </a:p>
                  </a:txBody>
                  <a:tcPr/>
                </a:tc>
                <a:tc>
                  <a:txBody>
                    <a:bodyPr/>
                    <a:lstStyle/>
                    <a:p>
                      <a:pPr algn="ctr"/>
                      <a:r>
                        <a:rPr lang="en-MY" b="0" dirty="0">
                          <a:latin typeface="Calibri" panose="020F0502020204030204" pitchFamily="34" charset="0"/>
                          <a:cs typeface="Calibri" panose="020F0502020204030204" pitchFamily="34" charset="0"/>
                        </a:rPr>
                        <a:t>1</a:t>
                      </a:r>
                    </a:p>
                  </a:txBody>
                  <a:tcPr/>
                </a:tc>
                <a:tc>
                  <a:txBody>
                    <a:bodyPr/>
                    <a:lstStyle/>
                    <a:p>
                      <a:pPr algn="ctr"/>
                      <a:r>
                        <a:rPr lang="en-MY" b="0" dirty="0">
                          <a:latin typeface="Calibri" panose="020F0502020204030204" pitchFamily="34" charset="0"/>
                          <a:cs typeface="Calibri" panose="020F0502020204030204" pitchFamily="34" charset="0"/>
                        </a:rPr>
                        <a:t>4</a:t>
                      </a:r>
                    </a:p>
                  </a:txBody>
                  <a:tcPr/>
                </a:tc>
                <a:extLst>
                  <a:ext uri="{0D108BD9-81ED-4DB2-BD59-A6C34878D82A}">
                    <a16:rowId xmlns:a16="http://schemas.microsoft.com/office/drawing/2014/main" val="2777090689"/>
                  </a:ext>
                </a:extLst>
              </a:tr>
              <a:tr h="370840">
                <a:tc rowSpan="4">
                  <a:txBody>
                    <a:bodyPr/>
                    <a:lstStyle/>
                    <a:p>
                      <a:r>
                        <a:rPr lang="en-US" dirty="0">
                          <a:latin typeface="Calibri" panose="020F0502020204030204" pitchFamily="34" charset="0"/>
                          <a:cs typeface="Calibri" panose="020F0502020204030204" pitchFamily="34" charset="0"/>
                        </a:rPr>
                        <a:t>Plaintext</a:t>
                      </a:r>
                      <a:endParaRPr lang="en-MY" dirty="0">
                        <a:latin typeface="Calibri" panose="020F0502020204030204" pitchFamily="34" charset="0"/>
                        <a:cs typeface="Calibri" panose="020F0502020204030204" pitchFamily="34" charset="0"/>
                      </a:endParaRPr>
                    </a:p>
                  </a:txBody>
                  <a:tcPr/>
                </a:tc>
                <a:tc>
                  <a:txBody>
                    <a:bodyPr/>
                    <a:lstStyle/>
                    <a:p>
                      <a:pPr algn="ctr"/>
                      <a:r>
                        <a:rPr lang="en-MY" b="0" dirty="0">
                          <a:latin typeface="Calibri" panose="020F0502020204030204" pitchFamily="34" charset="0"/>
                          <a:cs typeface="Calibri" panose="020F0502020204030204" pitchFamily="34" charset="0"/>
                        </a:rPr>
                        <a:t>T</a:t>
                      </a:r>
                    </a:p>
                  </a:txBody>
                  <a:tcPr/>
                </a:tc>
                <a:tc>
                  <a:txBody>
                    <a:bodyPr/>
                    <a:lstStyle/>
                    <a:p>
                      <a:pPr algn="ctr"/>
                      <a:r>
                        <a:rPr lang="en-MY" b="0" dirty="0">
                          <a:latin typeface="Calibri" panose="020F0502020204030204" pitchFamily="34" charset="0"/>
                          <a:cs typeface="Calibri" panose="020F0502020204030204" pitchFamily="34" charset="0"/>
                        </a:rPr>
                        <a:t>O</a:t>
                      </a:r>
                    </a:p>
                  </a:txBody>
                  <a:tcPr/>
                </a:tc>
                <a:tc>
                  <a:txBody>
                    <a:bodyPr/>
                    <a:lstStyle/>
                    <a:p>
                      <a:pPr algn="ctr"/>
                      <a:r>
                        <a:rPr lang="en-MY" b="0" dirty="0">
                          <a:latin typeface="Calibri" panose="020F0502020204030204" pitchFamily="34" charset="0"/>
                          <a:cs typeface="Calibri" panose="020F0502020204030204" pitchFamily="34" charset="0"/>
                        </a:rPr>
                        <a:t>O</a:t>
                      </a:r>
                    </a:p>
                  </a:txBody>
                  <a:tcPr/>
                </a:tc>
                <a:tc>
                  <a:txBody>
                    <a:bodyPr/>
                    <a:lstStyle/>
                    <a:p>
                      <a:pPr algn="ctr"/>
                      <a:r>
                        <a:rPr lang="en-MY" b="0" dirty="0">
                          <a:latin typeface="Calibri" panose="020F0502020204030204" pitchFamily="34" charset="0"/>
                          <a:cs typeface="Calibri" panose="020F0502020204030204" pitchFamily="34" charset="0"/>
                        </a:rPr>
                        <a:t>S</a:t>
                      </a:r>
                    </a:p>
                  </a:txBody>
                  <a:tcPr/>
                </a:tc>
                <a:tc>
                  <a:txBody>
                    <a:bodyPr/>
                    <a:lstStyle/>
                    <a:p>
                      <a:pPr algn="ctr"/>
                      <a:r>
                        <a:rPr lang="en-MY" b="0" dirty="0">
                          <a:latin typeface="Calibri" panose="020F0502020204030204" pitchFamily="34" charset="0"/>
                          <a:cs typeface="Calibri" panose="020F0502020204030204" pitchFamily="34" charset="0"/>
                        </a:rPr>
                        <a:t>L</a:t>
                      </a:r>
                    </a:p>
                  </a:txBody>
                  <a:tcPr/>
                </a:tc>
                <a:extLst>
                  <a:ext uri="{0D108BD9-81ED-4DB2-BD59-A6C34878D82A}">
                    <a16:rowId xmlns:a16="http://schemas.microsoft.com/office/drawing/2014/main" val="3364869131"/>
                  </a:ext>
                </a:extLst>
              </a:tr>
              <a:tr h="370840">
                <a:tc vMerge="1">
                  <a:txBody>
                    <a:bodyPr/>
                    <a:lstStyle/>
                    <a:p>
                      <a:endParaRPr lang="en-MY" dirty="0"/>
                    </a:p>
                  </a:txBody>
                  <a:tcPr/>
                </a:tc>
                <a:tc>
                  <a:txBody>
                    <a:bodyPr/>
                    <a:lstStyle/>
                    <a:p>
                      <a:pPr algn="ctr"/>
                      <a:r>
                        <a:rPr lang="en-MY" b="0" dirty="0">
                          <a:latin typeface="Calibri" panose="020F0502020204030204" pitchFamily="34" charset="0"/>
                          <a:cs typeface="Calibri" panose="020F0502020204030204" pitchFamily="34" charset="0"/>
                        </a:rPr>
                        <a:t>E</a:t>
                      </a:r>
                    </a:p>
                  </a:txBody>
                  <a:tcPr/>
                </a:tc>
                <a:tc>
                  <a:txBody>
                    <a:bodyPr/>
                    <a:lstStyle/>
                    <a:p>
                      <a:pPr algn="ctr"/>
                      <a:r>
                        <a:rPr lang="en-MY" b="0" dirty="0">
                          <a:latin typeface="Calibri" panose="020F0502020204030204" pitchFamily="34" charset="0"/>
                          <a:cs typeface="Calibri" panose="020F0502020204030204" pitchFamily="34" charset="0"/>
                        </a:rPr>
                        <a:t>E</a:t>
                      </a:r>
                    </a:p>
                  </a:txBody>
                  <a:tcPr/>
                </a:tc>
                <a:tc>
                  <a:txBody>
                    <a:bodyPr/>
                    <a:lstStyle/>
                    <a:p>
                      <a:pPr algn="ctr"/>
                      <a:r>
                        <a:rPr lang="en-MY" b="0" dirty="0">
                          <a:latin typeface="Calibri" panose="020F0502020204030204" pitchFamily="34" charset="0"/>
                          <a:cs typeface="Calibri" panose="020F0502020204030204" pitchFamily="34" charset="0"/>
                        </a:rPr>
                        <a:t>P</a:t>
                      </a:r>
                    </a:p>
                  </a:txBody>
                  <a:tcPr/>
                </a:tc>
                <a:tc>
                  <a:txBody>
                    <a:bodyPr/>
                    <a:lstStyle/>
                    <a:p>
                      <a:pPr algn="ctr"/>
                      <a:r>
                        <a:rPr lang="en-MY" b="0" dirty="0">
                          <a:latin typeface="Calibri" panose="020F0502020204030204" pitchFamily="34" charset="0"/>
                          <a:cs typeface="Calibri" panose="020F0502020204030204" pitchFamily="34" charset="0"/>
                        </a:rPr>
                        <a:t>Y</a:t>
                      </a:r>
                    </a:p>
                  </a:txBody>
                  <a:tcPr/>
                </a:tc>
                <a:tc>
                  <a:txBody>
                    <a:bodyPr/>
                    <a:lstStyle/>
                    <a:p>
                      <a:pPr algn="ctr"/>
                      <a:endParaRPr lang="en-MY" b="0"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592606403"/>
                  </a:ext>
                </a:extLst>
              </a:tr>
              <a:tr h="370840">
                <a:tc vMerge="1">
                  <a:txBody>
                    <a:bodyPr/>
                    <a:lstStyle/>
                    <a:p>
                      <a:endParaRPr lang="en-MY"/>
                    </a:p>
                  </a:txBody>
                  <a:tcPr/>
                </a:tc>
                <a:tc>
                  <a:txBody>
                    <a:bodyPr/>
                    <a:lstStyle/>
                    <a:p>
                      <a:pPr algn="ctr"/>
                      <a:endParaRPr lang="en-MY" b="0" dirty="0">
                        <a:latin typeface="Calibri" panose="020F0502020204030204" pitchFamily="34" charset="0"/>
                        <a:cs typeface="Calibri" panose="020F0502020204030204" pitchFamily="34" charset="0"/>
                      </a:endParaRPr>
                    </a:p>
                  </a:txBody>
                  <a:tcPr/>
                </a:tc>
                <a:tc>
                  <a:txBody>
                    <a:bodyPr/>
                    <a:lstStyle/>
                    <a:p>
                      <a:pPr algn="ctr"/>
                      <a:endParaRPr lang="en-MY" b="0" dirty="0">
                        <a:latin typeface="Calibri" panose="020F0502020204030204" pitchFamily="34" charset="0"/>
                        <a:cs typeface="Calibri" panose="020F0502020204030204" pitchFamily="34" charset="0"/>
                      </a:endParaRPr>
                    </a:p>
                  </a:txBody>
                  <a:tcPr/>
                </a:tc>
                <a:tc>
                  <a:txBody>
                    <a:bodyPr/>
                    <a:lstStyle/>
                    <a:p>
                      <a:pPr algn="ctr"/>
                      <a:endParaRPr lang="en-MY" b="0" dirty="0">
                        <a:latin typeface="Calibri" panose="020F0502020204030204" pitchFamily="34" charset="0"/>
                        <a:cs typeface="Calibri" panose="020F0502020204030204" pitchFamily="34" charset="0"/>
                      </a:endParaRPr>
                    </a:p>
                  </a:txBody>
                  <a:tcPr/>
                </a:tc>
                <a:tc>
                  <a:txBody>
                    <a:bodyPr/>
                    <a:lstStyle/>
                    <a:p>
                      <a:pPr algn="ctr"/>
                      <a:endParaRPr lang="en-MY" b="0" dirty="0">
                        <a:latin typeface="Calibri" panose="020F0502020204030204" pitchFamily="34" charset="0"/>
                        <a:cs typeface="Calibri" panose="020F0502020204030204" pitchFamily="34" charset="0"/>
                      </a:endParaRPr>
                    </a:p>
                  </a:txBody>
                  <a:tcPr/>
                </a:tc>
                <a:tc>
                  <a:txBody>
                    <a:bodyPr/>
                    <a:lstStyle/>
                    <a:p>
                      <a:pPr algn="ctr"/>
                      <a:endParaRPr lang="en-MY" b="0"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540075041"/>
                  </a:ext>
                </a:extLst>
              </a:tr>
              <a:tr h="370840">
                <a:tc vMerge="1">
                  <a:txBody>
                    <a:bodyPr/>
                    <a:lstStyle/>
                    <a:p>
                      <a:endParaRPr lang="en-MY" dirty="0"/>
                    </a:p>
                  </a:txBody>
                  <a:tcPr/>
                </a:tc>
                <a:tc>
                  <a:txBody>
                    <a:bodyPr/>
                    <a:lstStyle/>
                    <a:p>
                      <a:pPr algn="ctr"/>
                      <a:endParaRPr lang="en-MY" b="0" dirty="0">
                        <a:latin typeface="Calibri" panose="020F0502020204030204" pitchFamily="34" charset="0"/>
                        <a:cs typeface="Calibri" panose="020F0502020204030204" pitchFamily="34" charset="0"/>
                      </a:endParaRPr>
                    </a:p>
                  </a:txBody>
                  <a:tcPr/>
                </a:tc>
                <a:tc>
                  <a:txBody>
                    <a:bodyPr/>
                    <a:lstStyle/>
                    <a:p>
                      <a:pPr algn="ctr"/>
                      <a:endParaRPr lang="en-MY" b="0" dirty="0">
                        <a:latin typeface="Calibri" panose="020F0502020204030204" pitchFamily="34" charset="0"/>
                        <a:cs typeface="Calibri" panose="020F0502020204030204" pitchFamily="34" charset="0"/>
                      </a:endParaRPr>
                    </a:p>
                  </a:txBody>
                  <a:tcPr/>
                </a:tc>
                <a:tc>
                  <a:txBody>
                    <a:bodyPr/>
                    <a:lstStyle/>
                    <a:p>
                      <a:pPr algn="ctr"/>
                      <a:endParaRPr lang="en-MY" b="0" dirty="0">
                        <a:latin typeface="Calibri" panose="020F0502020204030204" pitchFamily="34" charset="0"/>
                        <a:cs typeface="Calibri" panose="020F0502020204030204" pitchFamily="34" charset="0"/>
                      </a:endParaRPr>
                    </a:p>
                  </a:txBody>
                  <a:tcPr/>
                </a:tc>
                <a:tc>
                  <a:txBody>
                    <a:bodyPr/>
                    <a:lstStyle/>
                    <a:p>
                      <a:pPr algn="ctr"/>
                      <a:endParaRPr lang="en-MY" b="0" dirty="0">
                        <a:latin typeface="Calibri" panose="020F0502020204030204" pitchFamily="34" charset="0"/>
                        <a:cs typeface="Calibri" panose="020F0502020204030204" pitchFamily="34" charset="0"/>
                      </a:endParaRPr>
                    </a:p>
                  </a:txBody>
                  <a:tcPr/>
                </a:tc>
                <a:tc>
                  <a:txBody>
                    <a:bodyPr/>
                    <a:lstStyle/>
                    <a:p>
                      <a:pPr algn="ctr"/>
                      <a:endParaRPr lang="en-MY" b="0"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189893637"/>
                  </a:ext>
                </a:extLst>
              </a:tr>
            </a:tbl>
          </a:graphicData>
        </a:graphic>
      </p:graphicFrame>
      <p:sp>
        <p:nvSpPr>
          <p:cNvPr id="4" name="TextBox 3">
            <a:extLst>
              <a:ext uri="{FF2B5EF4-FFF2-40B4-BE49-F238E27FC236}">
                <a16:creationId xmlns:a16="http://schemas.microsoft.com/office/drawing/2014/main" id="{38246E62-8337-FFC8-3474-ED0DFAC25CEE}"/>
              </a:ext>
            </a:extLst>
          </p:cNvPr>
          <p:cNvSpPr txBox="1"/>
          <p:nvPr/>
        </p:nvSpPr>
        <p:spPr>
          <a:xfrm>
            <a:off x="5364088" y="1354892"/>
            <a:ext cx="1296144" cy="369332"/>
          </a:xfrm>
          <a:prstGeom prst="rect">
            <a:avLst/>
          </a:prstGeom>
          <a:noFill/>
        </p:spPr>
        <p:txBody>
          <a:bodyPr wrap="square" rtlCol="0">
            <a:spAutoFit/>
          </a:bodyPr>
          <a:lstStyle/>
          <a:p>
            <a:r>
              <a:rPr lang="en-MY" dirty="0"/>
              <a:t>Let’s try!</a:t>
            </a:r>
          </a:p>
        </p:txBody>
      </p:sp>
    </p:spTree>
    <p:extLst>
      <p:ext uri="{BB962C8B-B14F-4D97-AF65-F5344CB8AC3E}">
        <p14:creationId xmlns:p14="http://schemas.microsoft.com/office/powerpoint/2010/main" val="34925155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8" name="Rectangle 3">
            <a:extLst>
              <a:ext uri="{FF2B5EF4-FFF2-40B4-BE49-F238E27FC236}">
                <a16:creationId xmlns:a16="http://schemas.microsoft.com/office/drawing/2014/main" id="{3737E52F-D25C-4455-991A-07082387722F}"/>
              </a:ext>
            </a:extLst>
          </p:cNvPr>
          <p:cNvSpPr>
            <a:spLocks noGrp="1" noChangeArrowheads="1"/>
          </p:cNvSpPr>
          <p:nvPr>
            <p:ph idx="1"/>
          </p:nvPr>
        </p:nvSpPr>
        <p:spPr>
          <a:xfrm>
            <a:off x="190500" y="1697038"/>
            <a:ext cx="8810625" cy="4525962"/>
          </a:xfrm>
        </p:spPr>
        <p:txBody>
          <a:bodyPr/>
          <a:lstStyle/>
          <a:p>
            <a:r>
              <a:rPr lang="en-AU" altLang="en-US" dirty="0"/>
              <a:t>Ciphers using substitutions or transpositions are not secure because of language characteristics</a:t>
            </a:r>
          </a:p>
          <a:p>
            <a:r>
              <a:rPr lang="en-AU" altLang="en-US" dirty="0"/>
              <a:t>Hence consider using several ciphers in succession to make it harder, but: </a:t>
            </a:r>
          </a:p>
          <a:p>
            <a:pPr lvl="1"/>
            <a:r>
              <a:rPr lang="en-AU" altLang="en-US" dirty="0"/>
              <a:t>two substitutions make a more complex substitution </a:t>
            </a:r>
          </a:p>
          <a:p>
            <a:pPr lvl="1"/>
            <a:r>
              <a:rPr lang="en-AU" altLang="en-US" dirty="0"/>
              <a:t>two transpositions make more complex transposition </a:t>
            </a:r>
          </a:p>
          <a:p>
            <a:pPr lvl="1"/>
            <a:r>
              <a:rPr lang="en-AU" altLang="en-US" dirty="0"/>
              <a:t>but a substitution followed by a transposition makes a new much harder cipher </a:t>
            </a:r>
          </a:p>
          <a:p>
            <a:r>
              <a:rPr lang="en-US" altLang="en-US" dirty="0"/>
              <a:t>this is bridge from classical to modern ciphers</a:t>
            </a:r>
            <a:endParaRPr lang="en-AU" altLang="en-US" dirty="0"/>
          </a:p>
          <a:p>
            <a:endParaRPr lang="en-AU" altLang="en-US" dirty="0"/>
          </a:p>
        </p:txBody>
      </p:sp>
      <p:sp>
        <p:nvSpPr>
          <p:cNvPr id="251907" name="Rectangle 2">
            <a:extLst>
              <a:ext uri="{FF2B5EF4-FFF2-40B4-BE49-F238E27FC236}">
                <a16:creationId xmlns:a16="http://schemas.microsoft.com/office/drawing/2014/main" id="{F231046D-B4F7-45E8-91C8-A2F18680FF9C}"/>
              </a:ext>
            </a:extLst>
          </p:cNvPr>
          <p:cNvSpPr>
            <a:spLocks noGrp="1" noChangeArrowheads="1"/>
          </p:cNvSpPr>
          <p:nvPr>
            <p:ph type="title"/>
          </p:nvPr>
        </p:nvSpPr>
        <p:spPr>
          <a:xfrm>
            <a:off x="221514" y="274638"/>
            <a:ext cx="7843030" cy="1143000"/>
          </a:xfrm>
        </p:spPr>
        <p:txBody>
          <a:bodyPr/>
          <a:lstStyle/>
          <a:p>
            <a:r>
              <a:rPr lang="en-US" altLang="en-US" dirty="0"/>
              <a:t>Product Ciphers</a:t>
            </a:r>
            <a:endParaRPr lang="en-AU" alt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3"/>
          <p:cNvSpPr>
            <a:spLocks noGrp="1"/>
          </p:cNvSpPr>
          <p:nvPr>
            <p:ph type="ctrTitle"/>
          </p:nvPr>
        </p:nvSpPr>
        <p:spPr>
          <a:xfrm>
            <a:off x="2172456" y="2200277"/>
            <a:ext cx="6754812" cy="1470025"/>
          </a:xfrm>
        </p:spPr>
        <p:txBody>
          <a:bodyPr/>
          <a:lstStyle/>
          <a:p>
            <a:r>
              <a:rPr lang="en-US" dirty="0"/>
              <a:t>Block Ciphers</a:t>
            </a:r>
            <a:endParaRPr lang="en-GB" dirty="0"/>
          </a:p>
        </p:txBody>
      </p:sp>
      <p:sp>
        <p:nvSpPr>
          <p:cNvPr id="3" name="Subtitle 2">
            <a:extLst>
              <a:ext uri="{FF2B5EF4-FFF2-40B4-BE49-F238E27FC236}">
                <a16:creationId xmlns:a16="http://schemas.microsoft.com/office/drawing/2014/main" id="{0BABECB7-6DD7-4979-3495-E620E9006A35}"/>
              </a:ext>
            </a:extLst>
          </p:cNvPr>
          <p:cNvSpPr>
            <a:spLocks noGrp="1"/>
          </p:cNvSpPr>
          <p:nvPr>
            <p:ph type="subTitle" idx="1"/>
          </p:nvPr>
        </p:nvSpPr>
        <p:spPr/>
        <p:txBody>
          <a:bodyPr/>
          <a:lstStyle/>
          <a:p>
            <a:endParaRPr lang="en-MY"/>
          </a:p>
        </p:txBody>
      </p:sp>
    </p:spTree>
    <p:extLst>
      <p:ext uri="{BB962C8B-B14F-4D97-AF65-F5344CB8AC3E}">
        <p14:creationId xmlns:p14="http://schemas.microsoft.com/office/powerpoint/2010/main" val="332902833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435" name="Text Box 2">
            <a:extLst>
              <a:ext uri="{FF2B5EF4-FFF2-40B4-BE49-F238E27FC236}">
                <a16:creationId xmlns:a16="http://schemas.microsoft.com/office/drawing/2014/main" id="{54CFC76E-0711-401C-BE46-235647E295E4}"/>
              </a:ext>
            </a:extLst>
          </p:cNvPr>
          <p:cNvSpPr txBox="1">
            <a:spLocks noChangeArrowheads="1"/>
          </p:cNvSpPr>
          <p:nvPr/>
        </p:nvSpPr>
        <p:spPr bwMode="auto">
          <a:xfrm>
            <a:off x="3048000" y="381000"/>
            <a:ext cx="23812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r>
              <a:rPr lang="en-US" altLang="en-US" sz="2800"/>
              <a:t>Block Ciphers</a:t>
            </a:r>
          </a:p>
        </p:txBody>
      </p:sp>
      <p:sp>
        <p:nvSpPr>
          <p:cNvPr id="274436" name="Text Box 3">
            <a:extLst>
              <a:ext uri="{FF2B5EF4-FFF2-40B4-BE49-F238E27FC236}">
                <a16:creationId xmlns:a16="http://schemas.microsoft.com/office/drawing/2014/main" id="{B57808E2-5D2A-4BA0-BF54-EB1298CA085A}"/>
              </a:ext>
            </a:extLst>
          </p:cNvPr>
          <p:cNvSpPr txBox="1">
            <a:spLocks noChangeArrowheads="1"/>
          </p:cNvSpPr>
          <p:nvPr/>
        </p:nvSpPr>
        <p:spPr bwMode="auto">
          <a:xfrm>
            <a:off x="228600" y="1371600"/>
            <a:ext cx="8426450"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chemeClr val="tx1"/>
                </a:solidFill>
                <a:latin typeface="Arial" panose="020B0604020202020204" pitchFamily="34" charset="0"/>
              </a:defRPr>
            </a:lvl1pPr>
            <a:lvl2pPr>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marL="342900" indent="-342900" eaLnBrk="1" hangingPunct="1">
              <a:buFont typeface="Arial" panose="020B0604020202020204" pitchFamily="34" charset="0"/>
              <a:buChar char="•"/>
            </a:pPr>
            <a:r>
              <a:rPr lang="en-US" altLang="en-US" dirty="0">
                <a:latin typeface="Arial (Body)"/>
              </a:rPr>
              <a:t>A block cipher is one in which a block of plaintext is treated as a  whole and used to produce a ciphertext block of equal length. </a:t>
            </a:r>
          </a:p>
          <a:p>
            <a:pPr marL="342900" indent="-342900" eaLnBrk="1" hangingPunct="1">
              <a:buFont typeface="Arial" panose="020B0604020202020204" pitchFamily="34" charset="0"/>
              <a:buChar char="•"/>
            </a:pPr>
            <a:endParaRPr lang="en-US" altLang="en-US" dirty="0">
              <a:latin typeface="Arial (Body)"/>
            </a:endParaRPr>
          </a:p>
          <a:p>
            <a:pPr marL="342900" indent="-342900" eaLnBrk="1" hangingPunct="1">
              <a:buFont typeface="Arial" panose="020B0604020202020204" pitchFamily="34" charset="0"/>
              <a:buChar char="•"/>
            </a:pPr>
            <a:r>
              <a:rPr lang="en-US" altLang="en-US" dirty="0">
                <a:latin typeface="Arial (Body)"/>
              </a:rPr>
              <a:t>Typically, a block size of 64 or 128 bits is used. </a:t>
            </a:r>
          </a:p>
          <a:p>
            <a:pPr eaLnBrk="1" hangingPunct="1"/>
            <a:endParaRPr lang="en-US" altLang="en-US" dirty="0">
              <a:latin typeface="Arial (Body)"/>
            </a:endParaRPr>
          </a:p>
          <a:p>
            <a:pPr marL="342900" indent="-342900" eaLnBrk="1" hangingPunct="1">
              <a:buFont typeface="Arial" panose="020B0604020202020204" pitchFamily="34" charset="0"/>
              <a:buChar char="•"/>
            </a:pPr>
            <a:r>
              <a:rPr lang="en-US" altLang="en-US" dirty="0">
                <a:latin typeface="Arial (Body)"/>
              </a:rPr>
              <a:t>Block cipher algorithms can operate in many Modes. A block cipher   algorithm can be a :</a:t>
            </a:r>
          </a:p>
          <a:p>
            <a:pPr marL="800100" lvl="1" indent="-342900" eaLnBrk="1" hangingPunct="1">
              <a:buFont typeface="Wingdings" panose="05000000000000000000" pitchFamily="2" charset="2"/>
              <a:buChar char="ü"/>
            </a:pPr>
            <a:r>
              <a:rPr lang="en-US" altLang="en-US" dirty="0">
                <a:latin typeface="Arial (Body)"/>
              </a:rPr>
              <a:t>Electronic Codebook Mode</a:t>
            </a:r>
          </a:p>
          <a:p>
            <a:pPr marL="800100" lvl="1" indent="-342900" eaLnBrk="1" hangingPunct="1">
              <a:buFont typeface="Wingdings" panose="05000000000000000000" pitchFamily="2" charset="2"/>
              <a:buChar char="ü"/>
            </a:pPr>
            <a:r>
              <a:rPr lang="en-US" altLang="en-US" dirty="0">
                <a:latin typeface="Arial (Body)"/>
              </a:rPr>
              <a:t>Cipher block Chaining Mode</a:t>
            </a:r>
          </a:p>
          <a:p>
            <a:pPr marL="800100" lvl="1" indent="-342900" eaLnBrk="1" hangingPunct="1">
              <a:buFont typeface="Wingdings" panose="05000000000000000000" pitchFamily="2" charset="2"/>
              <a:buChar char="ü"/>
            </a:pPr>
            <a:r>
              <a:rPr lang="en-US" altLang="en-US" dirty="0">
                <a:latin typeface="Arial (Body)"/>
              </a:rPr>
              <a:t>Cipher Feedback Mode</a:t>
            </a:r>
          </a:p>
          <a:p>
            <a:pPr marL="800100" lvl="1" indent="-342900" eaLnBrk="1" hangingPunct="1">
              <a:buFont typeface="Wingdings" panose="05000000000000000000" pitchFamily="2" charset="2"/>
              <a:buChar char="ü"/>
            </a:pPr>
            <a:r>
              <a:rPr lang="en-US" altLang="en-US" dirty="0">
                <a:latin typeface="Arial (Body)"/>
              </a:rPr>
              <a:t>Output Feedback Mode </a:t>
            </a:r>
          </a:p>
          <a:p>
            <a:pPr marL="800100" lvl="1" indent="-342900" eaLnBrk="1" hangingPunct="1">
              <a:buFont typeface="Wingdings" panose="05000000000000000000" pitchFamily="2" charset="2"/>
              <a:buChar char="ü"/>
            </a:pPr>
            <a:r>
              <a:rPr lang="en-US" altLang="en-US" dirty="0">
                <a:latin typeface="Arial (Body)"/>
              </a:rPr>
              <a:t>Counter Mode</a:t>
            </a:r>
          </a:p>
          <a:p>
            <a:pPr marL="342900" indent="-342900" eaLnBrk="1" hangingPunct="1">
              <a:buFont typeface="Arial" panose="020B0604020202020204" pitchFamily="34" charset="0"/>
              <a:buChar char="•"/>
            </a:pPr>
            <a:endParaRPr lang="en-US" altLang="en-US" dirty="0">
              <a:latin typeface="Arial (Body)"/>
            </a:endParaRPr>
          </a:p>
          <a:p>
            <a:pPr marL="342900" indent="-342900" eaLnBrk="1" hangingPunct="1">
              <a:buFont typeface="Arial" panose="020B0604020202020204" pitchFamily="34" charset="0"/>
              <a:buChar char="•"/>
            </a:pPr>
            <a:r>
              <a:rPr lang="en-AU" altLang="en-US" dirty="0">
                <a:latin typeface="Arial (Body)"/>
              </a:rPr>
              <a:t>provide secrecy and/or authentication services</a:t>
            </a:r>
          </a:p>
          <a:p>
            <a:pPr eaLnBrk="1" hangingPunct="1">
              <a:buFontTx/>
              <a:buChar char="•"/>
            </a:pPr>
            <a:endParaRPr lang="en-US" altLang="en-US" dirty="0">
              <a:latin typeface="Arial (Body)"/>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168B0BC-4F3E-FC0A-B471-B70296BE6160}"/>
              </a:ext>
            </a:extLst>
          </p:cNvPr>
          <p:cNvSpPr>
            <a:spLocks noGrp="1"/>
          </p:cNvSpPr>
          <p:nvPr>
            <p:ph idx="1"/>
          </p:nvPr>
        </p:nvSpPr>
        <p:spPr/>
        <p:txBody>
          <a:bodyPr/>
          <a:lstStyle/>
          <a:p>
            <a:endParaRPr lang="en-MY"/>
          </a:p>
        </p:txBody>
      </p:sp>
      <p:sp>
        <p:nvSpPr>
          <p:cNvPr id="278531" name="Rectangle 2">
            <a:extLst>
              <a:ext uri="{FF2B5EF4-FFF2-40B4-BE49-F238E27FC236}">
                <a16:creationId xmlns:a16="http://schemas.microsoft.com/office/drawing/2014/main" id="{606CFC71-761E-4E5C-9F52-6AFC85489058}"/>
              </a:ext>
            </a:extLst>
          </p:cNvPr>
          <p:cNvSpPr>
            <a:spLocks noGrp="1" noChangeArrowheads="1"/>
          </p:cNvSpPr>
          <p:nvPr>
            <p:ph type="title"/>
          </p:nvPr>
        </p:nvSpPr>
        <p:spPr>
          <a:xfrm>
            <a:off x="221514" y="274638"/>
            <a:ext cx="7843030" cy="1143000"/>
          </a:xfrm>
        </p:spPr>
        <p:txBody>
          <a:bodyPr/>
          <a:lstStyle/>
          <a:p>
            <a:r>
              <a:rPr lang="en-AU" altLang="en-US"/>
              <a:t>Block Cipher Design</a:t>
            </a:r>
          </a:p>
        </p:txBody>
      </p:sp>
      <p:sp>
        <p:nvSpPr>
          <p:cNvPr id="278532" name="Rectangle 3">
            <a:extLst>
              <a:ext uri="{FF2B5EF4-FFF2-40B4-BE49-F238E27FC236}">
                <a16:creationId xmlns:a16="http://schemas.microsoft.com/office/drawing/2014/main" id="{92540C8F-CF0C-45AE-A2C1-7E906459DA47}"/>
              </a:ext>
            </a:extLst>
          </p:cNvPr>
          <p:cNvSpPr>
            <a:spLocks noChangeArrowheads="1"/>
          </p:cNvSpPr>
          <p:nvPr/>
        </p:nvSpPr>
        <p:spPr bwMode="auto">
          <a:xfrm>
            <a:off x="381000" y="1219200"/>
            <a:ext cx="8427720" cy="152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57200" indent="-457200">
              <a:defRPr sz="2000">
                <a:solidFill>
                  <a:schemeClr val="tx1"/>
                </a:solidFill>
                <a:latin typeface="Arial" panose="020B0604020202020204" pitchFamily="34" charset="0"/>
              </a:defRPr>
            </a:lvl1pPr>
            <a:lvl2pPr marL="914400" indent="-457200">
              <a:defRPr sz="2000">
                <a:solidFill>
                  <a:schemeClr val="tx1"/>
                </a:solidFill>
                <a:latin typeface="Arial" panose="020B0604020202020204" pitchFamily="34" charset="0"/>
              </a:defRPr>
            </a:lvl2pPr>
            <a:lvl3pPr marL="1371600" indent="-457200">
              <a:defRPr sz="2000">
                <a:solidFill>
                  <a:schemeClr val="tx1"/>
                </a:solidFill>
                <a:latin typeface="Arial" panose="020B0604020202020204" pitchFamily="34" charset="0"/>
              </a:defRPr>
            </a:lvl3pPr>
            <a:lvl4pPr marL="1828800" indent="-457200">
              <a:defRPr sz="2000">
                <a:solidFill>
                  <a:schemeClr val="tx1"/>
                </a:solidFill>
                <a:latin typeface="Arial" panose="020B0604020202020204" pitchFamily="34" charset="0"/>
              </a:defRPr>
            </a:lvl4pPr>
            <a:lvl5pPr marL="2286000" indent="-457200">
              <a:defRPr sz="2000">
                <a:solidFill>
                  <a:schemeClr val="tx1"/>
                </a:solidFill>
                <a:latin typeface="Arial" panose="020B0604020202020204" pitchFamily="34" charset="0"/>
              </a:defRPr>
            </a:lvl5pPr>
            <a:lvl6pPr marL="2743200" indent="-457200" eaLnBrk="0" fontAlgn="base" hangingPunct="0">
              <a:spcBef>
                <a:spcPct val="0"/>
              </a:spcBef>
              <a:spcAft>
                <a:spcPct val="0"/>
              </a:spcAft>
              <a:defRPr sz="2000">
                <a:solidFill>
                  <a:schemeClr val="tx1"/>
                </a:solidFill>
                <a:latin typeface="Arial" panose="020B0604020202020204" pitchFamily="34" charset="0"/>
              </a:defRPr>
            </a:lvl6pPr>
            <a:lvl7pPr marL="3200400" indent="-457200" eaLnBrk="0" fontAlgn="base" hangingPunct="0">
              <a:spcBef>
                <a:spcPct val="0"/>
              </a:spcBef>
              <a:spcAft>
                <a:spcPct val="0"/>
              </a:spcAft>
              <a:defRPr sz="2000">
                <a:solidFill>
                  <a:schemeClr val="tx1"/>
                </a:solidFill>
                <a:latin typeface="Arial" panose="020B0604020202020204" pitchFamily="34" charset="0"/>
              </a:defRPr>
            </a:lvl7pPr>
            <a:lvl8pPr marL="3657600" indent="-457200" eaLnBrk="0" fontAlgn="base" hangingPunct="0">
              <a:spcBef>
                <a:spcPct val="0"/>
              </a:spcBef>
              <a:spcAft>
                <a:spcPct val="0"/>
              </a:spcAft>
              <a:defRPr sz="2000">
                <a:solidFill>
                  <a:schemeClr val="tx1"/>
                </a:solidFill>
                <a:latin typeface="Arial" panose="020B0604020202020204" pitchFamily="34" charset="0"/>
              </a:defRPr>
            </a:lvl8pPr>
            <a:lvl9pPr marL="4114800" indent="-457200"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lnSpc>
                <a:spcPct val="90000"/>
              </a:lnSpc>
              <a:spcBef>
                <a:spcPct val="20000"/>
              </a:spcBef>
              <a:buFontTx/>
              <a:buChar char="•"/>
            </a:pPr>
            <a:r>
              <a:rPr lang="en-US" altLang="en-US" dirty="0">
                <a:latin typeface="Arial (Body)"/>
                <a:cs typeface="Arial" panose="020B0604020202020204" pitchFamily="34" charset="0"/>
              </a:rPr>
              <a:t>Divide input bit stream into n-bit sections, encrypt only that section, </a:t>
            </a:r>
            <a:br>
              <a:rPr lang="en-US" altLang="en-US" dirty="0">
                <a:latin typeface="Arial (Body)"/>
                <a:cs typeface="Arial" panose="020B0604020202020204" pitchFamily="34" charset="0"/>
              </a:rPr>
            </a:br>
            <a:r>
              <a:rPr lang="en-US" altLang="en-US" dirty="0">
                <a:latin typeface="Arial (Body)"/>
                <a:cs typeface="Arial" panose="020B0604020202020204" pitchFamily="34" charset="0"/>
              </a:rPr>
              <a:t>no dependency/history between sections</a:t>
            </a:r>
          </a:p>
        </p:txBody>
      </p:sp>
      <p:sp>
        <p:nvSpPr>
          <p:cNvPr id="1189892" name="Rectangle 4">
            <a:extLst>
              <a:ext uri="{FF2B5EF4-FFF2-40B4-BE49-F238E27FC236}">
                <a16:creationId xmlns:a16="http://schemas.microsoft.com/office/drawing/2014/main" id="{0F9D1B84-540D-4AA2-8844-D50913F52548}"/>
              </a:ext>
            </a:extLst>
          </p:cNvPr>
          <p:cNvSpPr>
            <a:spLocks noChangeArrowheads="1"/>
          </p:cNvSpPr>
          <p:nvPr/>
        </p:nvSpPr>
        <p:spPr bwMode="auto">
          <a:xfrm>
            <a:off x="304800" y="1524000"/>
            <a:ext cx="8839200" cy="518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57200" indent="-457200">
              <a:defRPr sz="2000">
                <a:solidFill>
                  <a:schemeClr val="tx1"/>
                </a:solidFill>
                <a:latin typeface="Arial" panose="020B0604020202020204" pitchFamily="34" charset="0"/>
              </a:defRPr>
            </a:lvl1pPr>
            <a:lvl2pPr marL="914400" indent="-457200">
              <a:defRPr sz="2000">
                <a:solidFill>
                  <a:schemeClr val="tx1"/>
                </a:solidFill>
                <a:latin typeface="Arial" panose="020B0604020202020204" pitchFamily="34" charset="0"/>
              </a:defRPr>
            </a:lvl2pPr>
            <a:lvl3pPr marL="1371600" indent="-457200">
              <a:defRPr sz="2000">
                <a:solidFill>
                  <a:schemeClr val="tx1"/>
                </a:solidFill>
                <a:latin typeface="Arial" panose="020B0604020202020204" pitchFamily="34" charset="0"/>
              </a:defRPr>
            </a:lvl3pPr>
            <a:lvl4pPr marL="1828800" indent="-457200">
              <a:defRPr sz="2000">
                <a:solidFill>
                  <a:schemeClr val="tx1"/>
                </a:solidFill>
                <a:latin typeface="Arial" panose="020B0604020202020204" pitchFamily="34" charset="0"/>
              </a:defRPr>
            </a:lvl4pPr>
            <a:lvl5pPr marL="2286000" indent="-457200">
              <a:defRPr sz="2000">
                <a:solidFill>
                  <a:schemeClr val="tx1"/>
                </a:solidFill>
                <a:latin typeface="Arial" panose="020B0604020202020204" pitchFamily="34" charset="0"/>
              </a:defRPr>
            </a:lvl5pPr>
            <a:lvl6pPr marL="2743200" indent="-457200" eaLnBrk="0" fontAlgn="base" hangingPunct="0">
              <a:spcBef>
                <a:spcPct val="0"/>
              </a:spcBef>
              <a:spcAft>
                <a:spcPct val="0"/>
              </a:spcAft>
              <a:defRPr sz="2000">
                <a:solidFill>
                  <a:schemeClr val="tx1"/>
                </a:solidFill>
                <a:latin typeface="Arial" panose="020B0604020202020204" pitchFamily="34" charset="0"/>
              </a:defRPr>
            </a:lvl6pPr>
            <a:lvl7pPr marL="3200400" indent="-457200" eaLnBrk="0" fontAlgn="base" hangingPunct="0">
              <a:spcBef>
                <a:spcPct val="0"/>
              </a:spcBef>
              <a:spcAft>
                <a:spcPct val="0"/>
              </a:spcAft>
              <a:defRPr sz="2000">
                <a:solidFill>
                  <a:schemeClr val="tx1"/>
                </a:solidFill>
                <a:latin typeface="Arial" panose="020B0604020202020204" pitchFamily="34" charset="0"/>
              </a:defRPr>
            </a:lvl7pPr>
            <a:lvl8pPr marL="3657600" indent="-457200" eaLnBrk="0" fontAlgn="base" hangingPunct="0">
              <a:spcBef>
                <a:spcPct val="0"/>
              </a:spcBef>
              <a:spcAft>
                <a:spcPct val="0"/>
              </a:spcAft>
              <a:defRPr sz="2000">
                <a:solidFill>
                  <a:schemeClr val="tx1"/>
                </a:solidFill>
                <a:latin typeface="Arial" panose="020B0604020202020204" pitchFamily="34" charset="0"/>
              </a:defRPr>
            </a:lvl8pPr>
            <a:lvl9pPr marL="4114800" indent="-457200"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lnSpc>
                <a:spcPct val="90000"/>
              </a:lnSpc>
              <a:spcBef>
                <a:spcPct val="20000"/>
              </a:spcBef>
              <a:buFontTx/>
              <a:buChar char="•"/>
            </a:pPr>
            <a:endParaRPr lang="en-US" altLang="en-US" sz="2400">
              <a:latin typeface="Comic Sans MS" panose="030F0702030302020204" pitchFamily="66" charset="0"/>
              <a:cs typeface="Arial" panose="020B0604020202020204" pitchFamily="34" charset="0"/>
            </a:endParaRPr>
          </a:p>
        </p:txBody>
      </p:sp>
      <p:pic>
        <p:nvPicPr>
          <p:cNvPr id="278534" name="Picture 5">
            <a:extLst>
              <a:ext uri="{FF2B5EF4-FFF2-40B4-BE49-F238E27FC236}">
                <a16:creationId xmlns:a16="http://schemas.microsoft.com/office/drawing/2014/main" id="{27AEFDBE-C8ED-4930-8844-980978798C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8475" y="2719696"/>
            <a:ext cx="5851525" cy="318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8535" name="Rectangle 6">
            <a:extLst>
              <a:ext uri="{FF2B5EF4-FFF2-40B4-BE49-F238E27FC236}">
                <a16:creationId xmlns:a16="http://schemas.microsoft.com/office/drawing/2014/main" id="{5CF54708-9189-4694-9D0B-3434DEF4553E}"/>
              </a:ext>
            </a:extLst>
          </p:cNvPr>
          <p:cNvSpPr>
            <a:spLocks noChangeArrowheads="1"/>
          </p:cNvSpPr>
          <p:nvPr/>
        </p:nvSpPr>
        <p:spPr bwMode="auto">
          <a:xfrm>
            <a:off x="399048" y="1935560"/>
            <a:ext cx="8409672" cy="8907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57200" indent="-457200">
              <a:defRPr sz="2000">
                <a:solidFill>
                  <a:schemeClr val="tx1"/>
                </a:solidFill>
                <a:latin typeface="Arial" panose="020B0604020202020204" pitchFamily="34" charset="0"/>
              </a:defRPr>
            </a:lvl1pPr>
            <a:lvl2pPr marL="914400" indent="-457200">
              <a:defRPr sz="2000">
                <a:solidFill>
                  <a:schemeClr val="tx1"/>
                </a:solidFill>
                <a:latin typeface="Arial" panose="020B0604020202020204" pitchFamily="34" charset="0"/>
              </a:defRPr>
            </a:lvl2pPr>
            <a:lvl3pPr marL="1371600" indent="-457200">
              <a:defRPr sz="2000">
                <a:solidFill>
                  <a:schemeClr val="tx1"/>
                </a:solidFill>
                <a:latin typeface="Arial" panose="020B0604020202020204" pitchFamily="34" charset="0"/>
              </a:defRPr>
            </a:lvl3pPr>
            <a:lvl4pPr marL="1828800" indent="-457200">
              <a:defRPr sz="2000">
                <a:solidFill>
                  <a:schemeClr val="tx1"/>
                </a:solidFill>
                <a:latin typeface="Arial" panose="020B0604020202020204" pitchFamily="34" charset="0"/>
              </a:defRPr>
            </a:lvl4pPr>
            <a:lvl5pPr marL="2286000" indent="-457200">
              <a:defRPr sz="2000">
                <a:solidFill>
                  <a:schemeClr val="tx1"/>
                </a:solidFill>
                <a:latin typeface="Arial" panose="020B0604020202020204" pitchFamily="34" charset="0"/>
              </a:defRPr>
            </a:lvl5pPr>
            <a:lvl6pPr marL="2743200" indent="-457200" eaLnBrk="0" fontAlgn="base" hangingPunct="0">
              <a:spcBef>
                <a:spcPct val="0"/>
              </a:spcBef>
              <a:spcAft>
                <a:spcPct val="0"/>
              </a:spcAft>
              <a:defRPr sz="2000">
                <a:solidFill>
                  <a:schemeClr val="tx1"/>
                </a:solidFill>
                <a:latin typeface="Arial" panose="020B0604020202020204" pitchFamily="34" charset="0"/>
              </a:defRPr>
            </a:lvl6pPr>
            <a:lvl7pPr marL="3200400" indent="-457200" eaLnBrk="0" fontAlgn="base" hangingPunct="0">
              <a:spcBef>
                <a:spcPct val="0"/>
              </a:spcBef>
              <a:spcAft>
                <a:spcPct val="0"/>
              </a:spcAft>
              <a:defRPr sz="2000">
                <a:solidFill>
                  <a:schemeClr val="tx1"/>
                </a:solidFill>
                <a:latin typeface="Arial" panose="020B0604020202020204" pitchFamily="34" charset="0"/>
              </a:defRPr>
            </a:lvl7pPr>
            <a:lvl8pPr marL="3657600" indent="-457200" eaLnBrk="0" fontAlgn="base" hangingPunct="0">
              <a:spcBef>
                <a:spcPct val="0"/>
              </a:spcBef>
              <a:spcAft>
                <a:spcPct val="0"/>
              </a:spcAft>
              <a:defRPr sz="2000">
                <a:solidFill>
                  <a:schemeClr val="tx1"/>
                </a:solidFill>
                <a:latin typeface="Arial" panose="020B0604020202020204" pitchFamily="34" charset="0"/>
              </a:defRPr>
            </a:lvl8pPr>
            <a:lvl9pPr marL="4114800" indent="-457200"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lnSpc>
                <a:spcPct val="90000"/>
              </a:lnSpc>
              <a:spcBef>
                <a:spcPct val="20000"/>
              </a:spcBef>
              <a:buFontTx/>
              <a:buChar char="•"/>
            </a:pPr>
            <a:r>
              <a:rPr lang="en-US" altLang="en-US" dirty="0">
                <a:latin typeface="Arial (Body)"/>
                <a:cs typeface="Arial" panose="020B0604020202020204" pitchFamily="34" charset="0"/>
              </a:rPr>
              <a:t>In a good block cipher, each output bit is a function of all n input bits and all k key bits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nodePh="1">
                                  <p:stCondLst>
                                    <p:cond delay="0"/>
                                  </p:stCondLst>
                                  <p:endCondLst>
                                    <p:cond evt="begin" delay="0">
                                      <p:tn val="5"/>
                                    </p:cond>
                                  </p:endCondLst>
                                  <p:childTnLst>
                                    <p:set>
                                      <p:cBhvr>
                                        <p:cTn id="6" dur="1" fill="hold">
                                          <p:stCondLst>
                                            <p:cond delay="0"/>
                                          </p:stCondLst>
                                        </p:cTn>
                                        <p:tgtEl>
                                          <p:spTgt spid="1189892">
                                            <p:txEl>
                                              <p:pRg st="0" end="0"/>
                                            </p:txEl>
                                          </p:spTgt>
                                        </p:tgtEl>
                                        <p:attrNameLst>
                                          <p:attrName>style.visibility</p:attrName>
                                        </p:attrNameLst>
                                      </p:cBhvr>
                                      <p:to>
                                        <p:strVal val="visible"/>
                                      </p:to>
                                    </p:set>
                                    <p:animEffect transition="in" filter="dissolve">
                                      <p:cBhvr>
                                        <p:cTn id="7" dur="500"/>
                                        <p:tgtEl>
                                          <p:spTgt spid="118989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9892" grpId="0" build="p" bldLvl="2"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3"/>
          <p:cNvSpPr>
            <a:spLocks noGrp="1"/>
          </p:cNvSpPr>
          <p:nvPr>
            <p:ph type="ctrTitle"/>
          </p:nvPr>
        </p:nvSpPr>
        <p:spPr>
          <a:xfrm>
            <a:off x="2172456" y="2200277"/>
            <a:ext cx="6754812" cy="1470025"/>
          </a:xfrm>
        </p:spPr>
        <p:txBody>
          <a:bodyPr/>
          <a:lstStyle/>
          <a:p>
            <a:r>
              <a:rPr lang="en-US" dirty="0"/>
              <a:t>Public-key Cryptography</a:t>
            </a:r>
            <a:endParaRPr lang="en-GB" dirty="0"/>
          </a:p>
        </p:txBody>
      </p:sp>
      <p:sp>
        <p:nvSpPr>
          <p:cNvPr id="3" name="Subtitle 2">
            <a:extLst>
              <a:ext uri="{FF2B5EF4-FFF2-40B4-BE49-F238E27FC236}">
                <a16:creationId xmlns:a16="http://schemas.microsoft.com/office/drawing/2014/main" id="{6055033F-AA0B-FFE5-0692-43227F6E8882}"/>
              </a:ext>
            </a:extLst>
          </p:cNvPr>
          <p:cNvSpPr>
            <a:spLocks noGrp="1"/>
          </p:cNvSpPr>
          <p:nvPr>
            <p:ph type="subTitle" idx="1"/>
          </p:nvPr>
        </p:nvSpPr>
        <p:spPr/>
        <p:txBody>
          <a:bodyPr/>
          <a:lstStyle/>
          <a:p>
            <a:endParaRPr lang="en-MY"/>
          </a:p>
        </p:txBody>
      </p:sp>
    </p:spTree>
    <p:extLst>
      <p:ext uri="{BB962C8B-B14F-4D97-AF65-F5344CB8AC3E}">
        <p14:creationId xmlns:p14="http://schemas.microsoft.com/office/powerpoint/2010/main" val="66538649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7746" name="Rectangle 2">
            <a:extLst>
              <a:ext uri="{FF2B5EF4-FFF2-40B4-BE49-F238E27FC236}">
                <a16:creationId xmlns:a16="http://schemas.microsoft.com/office/drawing/2014/main" id="{42AB217E-56A2-4170-9D3C-A2A22A073E0B}"/>
              </a:ext>
            </a:extLst>
          </p:cNvPr>
          <p:cNvSpPr>
            <a:spLocks noGrp="1" noChangeArrowheads="1"/>
          </p:cNvSpPr>
          <p:nvPr>
            <p:ph idx="1"/>
          </p:nvPr>
        </p:nvSpPr>
        <p:spPr>
          <a:xfrm>
            <a:off x="190500" y="1697038"/>
            <a:ext cx="8810625" cy="4525962"/>
          </a:xfrm>
        </p:spPr>
        <p:txBody>
          <a:bodyPr/>
          <a:lstStyle/>
          <a:p>
            <a:r>
              <a:rPr lang="en-AU" altLang="en-US" dirty="0"/>
              <a:t>Public-key/two-key/asymmetric cryptography involves the use of two keys: </a:t>
            </a:r>
          </a:p>
          <a:p>
            <a:pPr lvl="1"/>
            <a:r>
              <a:rPr lang="en-AU" altLang="en-US" dirty="0"/>
              <a:t>a </a:t>
            </a:r>
            <a:r>
              <a:rPr lang="en-AU" altLang="en-US" b="1" dirty="0">
                <a:solidFill>
                  <a:srgbClr val="FF0000"/>
                </a:solidFill>
              </a:rPr>
              <a:t>public-key</a:t>
            </a:r>
            <a:r>
              <a:rPr lang="en-AU" altLang="en-US" dirty="0"/>
              <a:t>, which may be known by anybody, and can be used to encrypt messages, and verify signatures </a:t>
            </a:r>
          </a:p>
          <a:p>
            <a:pPr lvl="1"/>
            <a:r>
              <a:rPr lang="en-AU" altLang="en-US" dirty="0"/>
              <a:t>a </a:t>
            </a:r>
            <a:r>
              <a:rPr lang="en-AU" altLang="en-US" b="1" dirty="0">
                <a:solidFill>
                  <a:srgbClr val="FF0000"/>
                </a:solidFill>
              </a:rPr>
              <a:t>private-key</a:t>
            </a:r>
            <a:r>
              <a:rPr lang="en-AU" altLang="en-US" dirty="0"/>
              <a:t>, known only to the recipient, used to decrypt messages, and sign (create) signatures</a:t>
            </a:r>
          </a:p>
          <a:p>
            <a:pPr lvl="1"/>
            <a:endParaRPr lang="en-AU" altLang="en-US" dirty="0"/>
          </a:p>
          <a:p>
            <a:r>
              <a:rPr lang="en-AU" altLang="en-US" dirty="0"/>
              <a:t>Asymmetric because</a:t>
            </a:r>
          </a:p>
          <a:p>
            <a:pPr lvl="1"/>
            <a:r>
              <a:rPr lang="en-AU" altLang="en-US" dirty="0"/>
              <a:t>those who encrypt messages or verify signatures cannot decrypt messages or create signatures</a:t>
            </a:r>
          </a:p>
          <a:p>
            <a:endParaRPr lang="en-AU" altLang="en-US" dirty="0"/>
          </a:p>
        </p:txBody>
      </p:sp>
      <p:sp>
        <p:nvSpPr>
          <p:cNvPr id="3" name="Title 2">
            <a:extLst>
              <a:ext uri="{FF2B5EF4-FFF2-40B4-BE49-F238E27FC236}">
                <a16:creationId xmlns:a16="http://schemas.microsoft.com/office/drawing/2014/main" id="{F904087A-0F24-F743-22D1-6950C7217D72}"/>
              </a:ext>
            </a:extLst>
          </p:cNvPr>
          <p:cNvSpPr>
            <a:spLocks noGrp="1"/>
          </p:cNvSpPr>
          <p:nvPr>
            <p:ph type="title"/>
          </p:nvPr>
        </p:nvSpPr>
        <p:spPr/>
        <p:txBody>
          <a:bodyPr/>
          <a:lstStyle/>
          <a:p>
            <a:endParaRPr lang="en-MY"/>
          </a:p>
        </p:txBody>
      </p:sp>
      <p:sp>
        <p:nvSpPr>
          <p:cNvPr id="1567747" name="Rectangle 3">
            <a:extLst>
              <a:ext uri="{FF2B5EF4-FFF2-40B4-BE49-F238E27FC236}">
                <a16:creationId xmlns:a16="http://schemas.microsoft.com/office/drawing/2014/main" id="{3EE1E65C-68F2-4741-9C88-E0E98F962D15}"/>
              </a:ext>
            </a:extLst>
          </p:cNvPr>
          <p:cNvSpPr>
            <a:spLocks noChangeArrowheads="1"/>
          </p:cNvSpPr>
          <p:nvPr/>
        </p:nvSpPr>
        <p:spPr bwMode="auto">
          <a:xfrm>
            <a:off x="478177" y="254793"/>
            <a:ext cx="7315200" cy="71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defRPr sz="4400">
                <a:solidFill>
                  <a:schemeClr val="tx2"/>
                </a:solidFill>
                <a:latin typeface="Arial" panose="020B0604020202020204" pitchFamily="34" charset="0"/>
              </a:defRPr>
            </a:lvl1pPr>
            <a:lvl2pPr algn="ctr">
              <a:defRPr sz="4400">
                <a:solidFill>
                  <a:schemeClr val="tx2"/>
                </a:solidFill>
                <a:latin typeface="Arial" panose="020B0604020202020204" pitchFamily="34" charset="0"/>
              </a:defRPr>
            </a:lvl2pPr>
            <a:lvl3pPr algn="ctr">
              <a:defRPr sz="4400">
                <a:solidFill>
                  <a:schemeClr val="tx2"/>
                </a:solidFill>
                <a:latin typeface="Arial" panose="020B0604020202020204" pitchFamily="34" charset="0"/>
              </a:defRPr>
            </a:lvl3pPr>
            <a:lvl4pPr algn="ctr">
              <a:defRPr sz="4400">
                <a:solidFill>
                  <a:schemeClr val="tx2"/>
                </a:solidFill>
                <a:latin typeface="Arial" panose="020B0604020202020204" pitchFamily="34" charset="0"/>
              </a:defRPr>
            </a:lvl4pPr>
            <a:lvl5pPr algn="ctr">
              <a:defRPr sz="4400">
                <a:solidFill>
                  <a:schemeClr val="tx2"/>
                </a:solidFill>
                <a:latin typeface="Arial" panose="020B0604020202020204" pitchFamily="34" charset="0"/>
              </a:defRPr>
            </a:lvl5pPr>
            <a:lvl6pPr marL="457200" algn="ctr" fontAlgn="base">
              <a:spcBef>
                <a:spcPct val="0"/>
              </a:spcBef>
              <a:spcAft>
                <a:spcPct val="0"/>
              </a:spcAft>
              <a:defRPr sz="4400">
                <a:solidFill>
                  <a:schemeClr val="tx2"/>
                </a:solidFill>
                <a:latin typeface="Arial" panose="020B0604020202020204" pitchFamily="34" charset="0"/>
              </a:defRPr>
            </a:lvl6pPr>
            <a:lvl7pPr marL="914400" algn="ctr" fontAlgn="base">
              <a:spcBef>
                <a:spcPct val="0"/>
              </a:spcBef>
              <a:spcAft>
                <a:spcPct val="0"/>
              </a:spcAft>
              <a:defRPr sz="4400">
                <a:solidFill>
                  <a:schemeClr val="tx2"/>
                </a:solidFill>
                <a:latin typeface="Arial" panose="020B0604020202020204" pitchFamily="34" charset="0"/>
              </a:defRPr>
            </a:lvl7pPr>
            <a:lvl8pPr marL="1371600" algn="ctr" fontAlgn="base">
              <a:spcBef>
                <a:spcPct val="0"/>
              </a:spcBef>
              <a:spcAft>
                <a:spcPct val="0"/>
              </a:spcAft>
              <a:defRPr sz="4400">
                <a:solidFill>
                  <a:schemeClr val="tx2"/>
                </a:solidFill>
                <a:latin typeface="Arial" panose="020B0604020202020204" pitchFamily="34" charset="0"/>
              </a:defRPr>
            </a:lvl8pPr>
            <a:lvl9pPr marL="1828800" algn="ctr" fontAlgn="base">
              <a:spcBef>
                <a:spcPct val="0"/>
              </a:spcBef>
              <a:spcAft>
                <a:spcPct val="0"/>
              </a:spcAft>
              <a:defRPr sz="4400">
                <a:solidFill>
                  <a:schemeClr val="tx2"/>
                </a:solidFill>
                <a:latin typeface="Arial" panose="020B0604020202020204" pitchFamily="34" charset="0"/>
              </a:defRPr>
            </a:lvl9pPr>
          </a:lstStyle>
          <a:p>
            <a:r>
              <a:rPr lang="en-AU" altLang="en-US" sz="2800" dirty="0">
                <a:solidFill>
                  <a:schemeClr val="tx1"/>
                </a:solidFill>
              </a:rPr>
              <a:t>Private-Key Cryptography Definition</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569794" name="Rectangle 2">
            <a:extLst>
              <a:ext uri="{FF2B5EF4-FFF2-40B4-BE49-F238E27FC236}">
                <a16:creationId xmlns:a16="http://schemas.microsoft.com/office/drawing/2014/main" id="{51381B9F-8E23-438F-9047-D52022E165A5}"/>
              </a:ext>
            </a:extLst>
          </p:cNvPr>
          <p:cNvSpPr>
            <a:spLocks noGrp="1" noChangeArrowheads="1"/>
          </p:cNvSpPr>
          <p:nvPr>
            <p:ph idx="1"/>
          </p:nvPr>
        </p:nvSpPr>
        <p:spPr>
          <a:xfrm>
            <a:off x="190500" y="1697038"/>
            <a:ext cx="8810625" cy="4525962"/>
          </a:xfrm>
        </p:spPr>
        <p:txBody>
          <a:bodyPr/>
          <a:lstStyle/>
          <a:p>
            <a:r>
              <a:rPr lang="en-US" altLang="en-US" dirty="0"/>
              <a:t>Allows users to communicate securely without having prior access to a shared secret key, </a:t>
            </a:r>
          </a:p>
          <a:p>
            <a:pPr lvl="1"/>
            <a:r>
              <a:rPr lang="en-US" altLang="en-US" dirty="0"/>
              <a:t>by using a pair of cryptographic keys, designated </a:t>
            </a:r>
          </a:p>
          <a:p>
            <a:pPr lvl="2"/>
            <a:r>
              <a:rPr lang="en-US" altLang="en-US" dirty="0"/>
              <a:t>as public key and </a:t>
            </a:r>
          </a:p>
          <a:p>
            <a:pPr lvl="2"/>
            <a:r>
              <a:rPr lang="en-US" altLang="en-US" dirty="0"/>
              <a:t>private key, which are related mathematically.</a:t>
            </a:r>
          </a:p>
          <a:p>
            <a:endParaRPr lang="en-US" altLang="en-US" dirty="0"/>
          </a:p>
          <a:p>
            <a:r>
              <a:rPr lang="en-US" altLang="en-US" dirty="0"/>
              <a:t>The private key is generally kept secret, while the public key may be widely distributed. </a:t>
            </a:r>
          </a:p>
          <a:p>
            <a:r>
              <a:rPr lang="en-US" altLang="en-US" dirty="0"/>
              <a:t>In a sense, one key "locks" a lock; while the other is required to unlock it. It should not be possible to deduce the private key of a pair given the public key.</a:t>
            </a:r>
          </a:p>
          <a:p>
            <a:pPr lvl="1"/>
            <a:endParaRPr lang="en-US" altLang="en-US" dirty="0"/>
          </a:p>
          <a:p>
            <a:pPr lvl="1"/>
            <a:endParaRPr lang="en-US" altLang="en-US" dirty="0"/>
          </a:p>
          <a:p>
            <a:endParaRPr lang="en-US" altLang="en-US" dirty="0"/>
          </a:p>
        </p:txBody>
      </p:sp>
      <p:sp>
        <p:nvSpPr>
          <p:cNvPr id="3" name="Title 2">
            <a:extLst>
              <a:ext uri="{FF2B5EF4-FFF2-40B4-BE49-F238E27FC236}">
                <a16:creationId xmlns:a16="http://schemas.microsoft.com/office/drawing/2014/main" id="{6601CE26-8735-B342-9600-24238757BEC5}"/>
              </a:ext>
            </a:extLst>
          </p:cNvPr>
          <p:cNvSpPr>
            <a:spLocks noGrp="1"/>
          </p:cNvSpPr>
          <p:nvPr>
            <p:ph type="title"/>
          </p:nvPr>
        </p:nvSpPr>
        <p:spPr/>
        <p:txBody>
          <a:bodyPr/>
          <a:lstStyle/>
          <a:p>
            <a:endParaRPr lang="en-MY"/>
          </a:p>
        </p:txBody>
      </p:sp>
      <p:sp>
        <p:nvSpPr>
          <p:cNvPr id="1569795" name="Rectangle 3">
            <a:extLst>
              <a:ext uri="{FF2B5EF4-FFF2-40B4-BE49-F238E27FC236}">
                <a16:creationId xmlns:a16="http://schemas.microsoft.com/office/drawing/2014/main" id="{03C72BE3-BB2F-4F4F-ABBC-B0168CF72551}"/>
              </a:ext>
            </a:extLst>
          </p:cNvPr>
          <p:cNvSpPr>
            <a:spLocks noChangeArrowheads="1"/>
          </p:cNvSpPr>
          <p:nvPr/>
        </p:nvSpPr>
        <p:spPr bwMode="auto">
          <a:xfrm>
            <a:off x="457200" y="274638"/>
            <a:ext cx="8229600"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defRPr sz="4400">
                <a:solidFill>
                  <a:schemeClr val="tx2"/>
                </a:solidFill>
                <a:latin typeface="Arial" panose="020B0604020202020204" pitchFamily="34" charset="0"/>
              </a:defRPr>
            </a:lvl1pPr>
            <a:lvl2pPr algn="ctr">
              <a:defRPr sz="4400">
                <a:solidFill>
                  <a:schemeClr val="tx2"/>
                </a:solidFill>
                <a:latin typeface="Arial" panose="020B0604020202020204" pitchFamily="34" charset="0"/>
              </a:defRPr>
            </a:lvl2pPr>
            <a:lvl3pPr algn="ctr">
              <a:defRPr sz="4400">
                <a:solidFill>
                  <a:schemeClr val="tx2"/>
                </a:solidFill>
                <a:latin typeface="Arial" panose="020B0604020202020204" pitchFamily="34" charset="0"/>
              </a:defRPr>
            </a:lvl3pPr>
            <a:lvl4pPr algn="ctr">
              <a:defRPr sz="4400">
                <a:solidFill>
                  <a:schemeClr val="tx2"/>
                </a:solidFill>
                <a:latin typeface="Arial" panose="020B0604020202020204" pitchFamily="34" charset="0"/>
              </a:defRPr>
            </a:lvl4pPr>
            <a:lvl5pPr algn="ctr">
              <a:defRPr sz="4400">
                <a:solidFill>
                  <a:schemeClr val="tx2"/>
                </a:solidFill>
                <a:latin typeface="Arial" panose="020B0604020202020204" pitchFamily="34" charset="0"/>
              </a:defRPr>
            </a:lvl5pPr>
            <a:lvl6pPr marL="457200" algn="ctr" fontAlgn="base">
              <a:spcBef>
                <a:spcPct val="0"/>
              </a:spcBef>
              <a:spcAft>
                <a:spcPct val="0"/>
              </a:spcAft>
              <a:defRPr sz="4400">
                <a:solidFill>
                  <a:schemeClr val="tx2"/>
                </a:solidFill>
                <a:latin typeface="Arial" panose="020B0604020202020204" pitchFamily="34" charset="0"/>
              </a:defRPr>
            </a:lvl6pPr>
            <a:lvl7pPr marL="914400" algn="ctr" fontAlgn="base">
              <a:spcBef>
                <a:spcPct val="0"/>
              </a:spcBef>
              <a:spcAft>
                <a:spcPct val="0"/>
              </a:spcAft>
              <a:defRPr sz="4400">
                <a:solidFill>
                  <a:schemeClr val="tx2"/>
                </a:solidFill>
                <a:latin typeface="Arial" panose="020B0604020202020204" pitchFamily="34" charset="0"/>
              </a:defRPr>
            </a:lvl7pPr>
            <a:lvl8pPr marL="1371600" algn="ctr" fontAlgn="base">
              <a:spcBef>
                <a:spcPct val="0"/>
              </a:spcBef>
              <a:spcAft>
                <a:spcPct val="0"/>
              </a:spcAft>
              <a:defRPr sz="4400">
                <a:solidFill>
                  <a:schemeClr val="tx2"/>
                </a:solidFill>
                <a:latin typeface="Arial" panose="020B0604020202020204" pitchFamily="34" charset="0"/>
              </a:defRPr>
            </a:lvl8pPr>
            <a:lvl9pPr marL="1828800" algn="ctr" fontAlgn="base">
              <a:spcBef>
                <a:spcPct val="0"/>
              </a:spcBef>
              <a:spcAft>
                <a:spcPct val="0"/>
              </a:spcAft>
              <a:defRPr sz="4400">
                <a:solidFill>
                  <a:schemeClr val="tx2"/>
                </a:solidFill>
                <a:latin typeface="Arial" panose="020B0604020202020204" pitchFamily="34" charset="0"/>
              </a:defRPr>
            </a:lvl9pPr>
          </a:lstStyle>
          <a:p>
            <a:r>
              <a:rPr lang="en-AU" altLang="en-US" sz="2800" dirty="0">
                <a:solidFill>
                  <a:schemeClr val="tx1"/>
                </a:solidFill>
              </a:rPr>
              <a:t>Private-Key Cryptography - Concept </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570818" name="Text Box 2">
            <a:extLst>
              <a:ext uri="{FF2B5EF4-FFF2-40B4-BE49-F238E27FC236}">
                <a16:creationId xmlns:a16="http://schemas.microsoft.com/office/drawing/2014/main" id="{5357FE9C-1744-4EE3-A4F0-E19E41070DE2}"/>
              </a:ext>
            </a:extLst>
          </p:cNvPr>
          <p:cNvSpPr txBox="1">
            <a:spLocks noChangeArrowheads="1"/>
          </p:cNvSpPr>
          <p:nvPr/>
        </p:nvSpPr>
        <p:spPr bwMode="auto">
          <a:xfrm>
            <a:off x="2422525" y="3109913"/>
            <a:ext cx="193833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a:latin typeface="Times New Roman" panose="02020603050405020304" pitchFamily="18" charset="0"/>
              </a:rPr>
              <a:t>Message is encrypted</a:t>
            </a:r>
          </a:p>
        </p:txBody>
      </p:sp>
      <p:grpSp>
        <p:nvGrpSpPr>
          <p:cNvPr id="1570819" name="Group 3">
            <a:extLst>
              <a:ext uri="{FF2B5EF4-FFF2-40B4-BE49-F238E27FC236}">
                <a16:creationId xmlns:a16="http://schemas.microsoft.com/office/drawing/2014/main" id="{6B605862-B3B8-4B9D-A81A-19CB250F0383}"/>
              </a:ext>
            </a:extLst>
          </p:cNvPr>
          <p:cNvGrpSpPr>
            <a:grpSpLocks/>
          </p:cNvGrpSpPr>
          <p:nvPr/>
        </p:nvGrpSpPr>
        <p:grpSpPr bwMode="auto">
          <a:xfrm>
            <a:off x="2895600" y="3505200"/>
            <a:ext cx="762000" cy="381000"/>
            <a:chOff x="1920" y="2688"/>
            <a:chExt cx="912" cy="384"/>
          </a:xfrm>
        </p:grpSpPr>
        <p:sp>
          <p:nvSpPr>
            <p:cNvPr id="1570820" name="Arc 4">
              <a:extLst>
                <a:ext uri="{FF2B5EF4-FFF2-40B4-BE49-F238E27FC236}">
                  <a16:creationId xmlns:a16="http://schemas.microsoft.com/office/drawing/2014/main" id="{DA73FDFC-5887-4BFC-AA1E-CF89A5A2CDD4}"/>
                </a:ext>
              </a:extLst>
            </p:cNvPr>
            <p:cNvSpPr>
              <a:spLocks/>
            </p:cNvSpPr>
            <p:nvPr/>
          </p:nvSpPr>
          <p:spPr bwMode="auto">
            <a:xfrm rot="-10800000">
              <a:off x="2621" y="2905"/>
              <a:ext cx="26" cy="61"/>
            </a:xfrm>
            <a:custGeom>
              <a:avLst/>
              <a:gdLst>
                <a:gd name="G0" fmla="+- 2832 0 0"/>
                <a:gd name="G1" fmla="+- 21600 0 0"/>
                <a:gd name="G2" fmla="+- 21600 0 0"/>
                <a:gd name="T0" fmla="*/ 2832 w 24432"/>
                <a:gd name="T1" fmla="*/ 0 h 43200"/>
                <a:gd name="T2" fmla="*/ 0 w 24432"/>
                <a:gd name="T3" fmla="*/ 43014 h 43200"/>
                <a:gd name="T4" fmla="*/ 2832 w 24432"/>
                <a:gd name="T5" fmla="*/ 21600 h 43200"/>
              </a:gdLst>
              <a:ahLst/>
              <a:cxnLst>
                <a:cxn ang="0">
                  <a:pos x="T0" y="T1"/>
                </a:cxn>
                <a:cxn ang="0">
                  <a:pos x="T2" y="T3"/>
                </a:cxn>
                <a:cxn ang="0">
                  <a:pos x="T4" y="T5"/>
                </a:cxn>
              </a:cxnLst>
              <a:rect l="0" t="0" r="r" b="b"/>
              <a:pathLst>
                <a:path w="24432" h="43200" fill="none" extrusionOk="0">
                  <a:moveTo>
                    <a:pt x="2832" y="0"/>
                  </a:moveTo>
                  <a:cubicBezTo>
                    <a:pt x="14761" y="0"/>
                    <a:pt x="24432" y="9670"/>
                    <a:pt x="24432" y="21600"/>
                  </a:cubicBezTo>
                  <a:cubicBezTo>
                    <a:pt x="24432" y="33529"/>
                    <a:pt x="14761" y="43200"/>
                    <a:pt x="2832" y="43200"/>
                  </a:cubicBezTo>
                  <a:cubicBezTo>
                    <a:pt x="1884" y="43199"/>
                    <a:pt x="938" y="43137"/>
                    <a:pt x="0" y="43013"/>
                  </a:cubicBezTo>
                </a:path>
                <a:path w="24432" h="43200" stroke="0" extrusionOk="0">
                  <a:moveTo>
                    <a:pt x="2832" y="0"/>
                  </a:moveTo>
                  <a:cubicBezTo>
                    <a:pt x="14761" y="0"/>
                    <a:pt x="24432" y="9670"/>
                    <a:pt x="24432" y="21600"/>
                  </a:cubicBezTo>
                  <a:cubicBezTo>
                    <a:pt x="24432" y="33529"/>
                    <a:pt x="14761" y="43200"/>
                    <a:pt x="2832" y="43200"/>
                  </a:cubicBezTo>
                  <a:cubicBezTo>
                    <a:pt x="1884" y="43199"/>
                    <a:pt x="938" y="43137"/>
                    <a:pt x="0" y="43013"/>
                  </a:cubicBezTo>
                  <a:lnTo>
                    <a:pt x="2832" y="21600"/>
                  </a:lnTo>
                  <a:close/>
                </a:path>
              </a:pathLst>
            </a:cu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70821" name="Rectangle 5">
              <a:extLst>
                <a:ext uri="{FF2B5EF4-FFF2-40B4-BE49-F238E27FC236}">
                  <a16:creationId xmlns:a16="http://schemas.microsoft.com/office/drawing/2014/main" id="{2F90F86C-9275-4D57-B7C9-FC7F1D1CEBBF}"/>
                </a:ext>
              </a:extLst>
            </p:cNvPr>
            <p:cNvSpPr>
              <a:spLocks noChangeArrowheads="1"/>
            </p:cNvSpPr>
            <p:nvPr/>
          </p:nvSpPr>
          <p:spPr bwMode="auto">
            <a:xfrm>
              <a:off x="2638" y="2844"/>
              <a:ext cx="148" cy="61"/>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70822" name="Arc 6">
              <a:extLst>
                <a:ext uri="{FF2B5EF4-FFF2-40B4-BE49-F238E27FC236}">
                  <a16:creationId xmlns:a16="http://schemas.microsoft.com/office/drawing/2014/main" id="{6851AD22-9B5F-477F-996C-D043D9F5BA36}"/>
                </a:ext>
              </a:extLst>
            </p:cNvPr>
            <p:cNvSpPr>
              <a:spLocks/>
            </p:cNvSpPr>
            <p:nvPr/>
          </p:nvSpPr>
          <p:spPr bwMode="auto">
            <a:xfrm>
              <a:off x="2770" y="2905"/>
              <a:ext cx="42" cy="61"/>
            </a:xfrm>
            <a:custGeom>
              <a:avLst/>
              <a:gdLst>
                <a:gd name="G0" fmla="+- 2832 0 0"/>
                <a:gd name="G1" fmla="+- 21600 0 0"/>
                <a:gd name="G2" fmla="+- 21600 0 0"/>
                <a:gd name="T0" fmla="*/ 2832 w 24432"/>
                <a:gd name="T1" fmla="*/ 0 h 43200"/>
                <a:gd name="T2" fmla="*/ 0 w 24432"/>
                <a:gd name="T3" fmla="*/ 43014 h 43200"/>
                <a:gd name="T4" fmla="*/ 2832 w 24432"/>
                <a:gd name="T5" fmla="*/ 21600 h 43200"/>
              </a:gdLst>
              <a:ahLst/>
              <a:cxnLst>
                <a:cxn ang="0">
                  <a:pos x="T0" y="T1"/>
                </a:cxn>
                <a:cxn ang="0">
                  <a:pos x="T2" y="T3"/>
                </a:cxn>
                <a:cxn ang="0">
                  <a:pos x="T4" y="T5"/>
                </a:cxn>
              </a:cxnLst>
              <a:rect l="0" t="0" r="r" b="b"/>
              <a:pathLst>
                <a:path w="24432" h="43200" fill="none" extrusionOk="0">
                  <a:moveTo>
                    <a:pt x="2832" y="0"/>
                  </a:moveTo>
                  <a:cubicBezTo>
                    <a:pt x="14761" y="0"/>
                    <a:pt x="24432" y="9670"/>
                    <a:pt x="24432" y="21600"/>
                  </a:cubicBezTo>
                  <a:cubicBezTo>
                    <a:pt x="24432" y="33529"/>
                    <a:pt x="14761" y="43200"/>
                    <a:pt x="2832" y="43200"/>
                  </a:cubicBezTo>
                  <a:cubicBezTo>
                    <a:pt x="1884" y="43199"/>
                    <a:pt x="938" y="43137"/>
                    <a:pt x="0" y="43013"/>
                  </a:cubicBezTo>
                </a:path>
                <a:path w="24432" h="43200" stroke="0" extrusionOk="0">
                  <a:moveTo>
                    <a:pt x="2832" y="0"/>
                  </a:moveTo>
                  <a:cubicBezTo>
                    <a:pt x="14761" y="0"/>
                    <a:pt x="24432" y="9670"/>
                    <a:pt x="24432" y="21600"/>
                  </a:cubicBezTo>
                  <a:cubicBezTo>
                    <a:pt x="24432" y="33529"/>
                    <a:pt x="14761" y="43200"/>
                    <a:pt x="2832" y="43200"/>
                  </a:cubicBezTo>
                  <a:cubicBezTo>
                    <a:pt x="1884" y="43199"/>
                    <a:pt x="938" y="43137"/>
                    <a:pt x="0" y="43013"/>
                  </a:cubicBezTo>
                  <a:lnTo>
                    <a:pt x="2832" y="21600"/>
                  </a:lnTo>
                  <a:close/>
                </a:path>
              </a:pathLst>
            </a:cu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70823" name="Rectangle 7">
              <a:extLst>
                <a:ext uri="{FF2B5EF4-FFF2-40B4-BE49-F238E27FC236}">
                  <a16:creationId xmlns:a16="http://schemas.microsoft.com/office/drawing/2014/main" id="{0DCBF5EC-EF2D-46B4-9634-AF798E9F6E78}"/>
                </a:ext>
              </a:extLst>
            </p:cNvPr>
            <p:cNvSpPr>
              <a:spLocks noChangeArrowheads="1"/>
            </p:cNvSpPr>
            <p:nvPr/>
          </p:nvSpPr>
          <p:spPr bwMode="auto">
            <a:xfrm>
              <a:off x="2638" y="2905"/>
              <a:ext cx="148" cy="61"/>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70824" name="Rectangle 8">
              <a:extLst>
                <a:ext uri="{FF2B5EF4-FFF2-40B4-BE49-F238E27FC236}">
                  <a16:creationId xmlns:a16="http://schemas.microsoft.com/office/drawing/2014/main" id="{4A0F93F7-48CB-4ACD-8780-7ED8506126C8}"/>
                </a:ext>
              </a:extLst>
            </p:cNvPr>
            <p:cNvSpPr>
              <a:spLocks noChangeArrowheads="1"/>
            </p:cNvSpPr>
            <p:nvPr/>
          </p:nvSpPr>
          <p:spPr bwMode="auto">
            <a:xfrm>
              <a:off x="2638" y="2996"/>
              <a:ext cx="49" cy="7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70825" name="Rectangle 9">
              <a:extLst>
                <a:ext uri="{FF2B5EF4-FFF2-40B4-BE49-F238E27FC236}">
                  <a16:creationId xmlns:a16="http://schemas.microsoft.com/office/drawing/2014/main" id="{BF929B23-EB6C-4FEC-B709-BED6F723BA75}"/>
                </a:ext>
              </a:extLst>
            </p:cNvPr>
            <p:cNvSpPr>
              <a:spLocks noChangeArrowheads="1"/>
            </p:cNvSpPr>
            <p:nvPr/>
          </p:nvSpPr>
          <p:spPr bwMode="auto">
            <a:xfrm>
              <a:off x="2737" y="2996"/>
              <a:ext cx="49" cy="7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70826" name="Rectangle 10">
              <a:extLst>
                <a:ext uri="{FF2B5EF4-FFF2-40B4-BE49-F238E27FC236}">
                  <a16:creationId xmlns:a16="http://schemas.microsoft.com/office/drawing/2014/main" id="{20A0C7FB-A9F1-4D52-8450-B62B27EFCBB6}"/>
                </a:ext>
              </a:extLst>
            </p:cNvPr>
            <p:cNvSpPr>
              <a:spLocks noChangeArrowheads="1"/>
            </p:cNvSpPr>
            <p:nvPr/>
          </p:nvSpPr>
          <p:spPr bwMode="auto">
            <a:xfrm>
              <a:off x="2638" y="2966"/>
              <a:ext cx="148" cy="3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70827" name="AutoShape 11">
              <a:extLst>
                <a:ext uri="{FF2B5EF4-FFF2-40B4-BE49-F238E27FC236}">
                  <a16:creationId xmlns:a16="http://schemas.microsoft.com/office/drawing/2014/main" id="{B7931C33-AFA6-445B-B411-20B933A989AC}"/>
                </a:ext>
              </a:extLst>
            </p:cNvPr>
            <p:cNvSpPr>
              <a:spLocks noChangeArrowheads="1"/>
            </p:cNvSpPr>
            <p:nvPr/>
          </p:nvSpPr>
          <p:spPr bwMode="auto">
            <a:xfrm rot="5400000">
              <a:off x="2411" y="2447"/>
              <a:ext cx="91" cy="750"/>
            </a:xfrm>
            <a:prstGeom prst="can">
              <a:avLst>
                <a:gd name="adj" fmla="val 33387"/>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grpSp>
          <p:nvGrpSpPr>
            <p:cNvPr id="1570828" name="Group 12">
              <a:extLst>
                <a:ext uri="{FF2B5EF4-FFF2-40B4-BE49-F238E27FC236}">
                  <a16:creationId xmlns:a16="http://schemas.microsoft.com/office/drawing/2014/main" id="{0A5BC786-B3B4-4878-84C6-51B35B44E46D}"/>
                </a:ext>
              </a:extLst>
            </p:cNvPr>
            <p:cNvGrpSpPr>
              <a:grpSpLocks/>
            </p:cNvGrpSpPr>
            <p:nvPr/>
          </p:nvGrpSpPr>
          <p:grpSpPr bwMode="auto">
            <a:xfrm>
              <a:off x="1920" y="2688"/>
              <a:ext cx="192" cy="288"/>
              <a:chOff x="1920" y="2640"/>
              <a:chExt cx="177" cy="407"/>
            </a:xfrm>
          </p:grpSpPr>
          <p:sp>
            <p:nvSpPr>
              <p:cNvPr id="1570829" name="Oval 13">
                <a:extLst>
                  <a:ext uri="{FF2B5EF4-FFF2-40B4-BE49-F238E27FC236}">
                    <a16:creationId xmlns:a16="http://schemas.microsoft.com/office/drawing/2014/main" id="{602D43EC-AB32-4319-B70F-A44E74C9DCA9}"/>
                  </a:ext>
                </a:extLst>
              </p:cNvPr>
              <p:cNvSpPr>
                <a:spLocks noChangeArrowheads="1"/>
              </p:cNvSpPr>
              <p:nvPr/>
            </p:nvSpPr>
            <p:spPr bwMode="auto">
              <a:xfrm>
                <a:off x="1920" y="2640"/>
                <a:ext cx="177" cy="407"/>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70830" name="Oval 14">
                <a:extLst>
                  <a:ext uri="{FF2B5EF4-FFF2-40B4-BE49-F238E27FC236}">
                    <a16:creationId xmlns:a16="http://schemas.microsoft.com/office/drawing/2014/main" id="{0F261F84-94BB-412E-AEB5-54ED5B718F04}"/>
                  </a:ext>
                </a:extLst>
              </p:cNvPr>
              <p:cNvSpPr>
                <a:spLocks noChangeArrowheads="1"/>
              </p:cNvSpPr>
              <p:nvPr/>
            </p:nvSpPr>
            <p:spPr bwMode="auto">
              <a:xfrm>
                <a:off x="1964" y="2730"/>
                <a:ext cx="88" cy="227"/>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grpSp>
      </p:grpSp>
      <p:sp>
        <p:nvSpPr>
          <p:cNvPr id="1570831" name="Text Box 15">
            <a:extLst>
              <a:ext uri="{FF2B5EF4-FFF2-40B4-BE49-F238E27FC236}">
                <a16:creationId xmlns:a16="http://schemas.microsoft.com/office/drawing/2014/main" id="{4B9B876D-AEE1-4CDE-B741-AD44E603B80D}"/>
              </a:ext>
            </a:extLst>
          </p:cNvPr>
          <p:cNvSpPr txBox="1">
            <a:spLocks noChangeArrowheads="1"/>
          </p:cNvSpPr>
          <p:nvPr/>
        </p:nvSpPr>
        <p:spPr bwMode="auto">
          <a:xfrm>
            <a:off x="3032125" y="3695700"/>
            <a:ext cx="425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a:latin typeface="Times New Roman" panose="02020603050405020304" pitchFamily="18" charset="0"/>
              </a:rPr>
              <a:t>E</a:t>
            </a:r>
            <a:r>
              <a:rPr lang="en-US" altLang="en-US" sz="1800" baseline="-25000">
                <a:latin typeface="Times New Roman" panose="02020603050405020304" pitchFamily="18" charset="0"/>
              </a:rPr>
              <a:t>B</a:t>
            </a:r>
          </a:p>
        </p:txBody>
      </p:sp>
      <p:sp>
        <p:nvSpPr>
          <p:cNvPr id="1570832" name="Line 16">
            <a:extLst>
              <a:ext uri="{FF2B5EF4-FFF2-40B4-BE49-F238E27FC236}">
                <a16:creationId xmlns:a16="http://schemas.microsoft.com/office/drawing/2014/main" id="{D36C890C-6BF3-45BF-9AD0-B80E08922856}"/>
              </a:ext>
            </a:extLst>
          </p:cNvPr>
          <p:cNvSpPr>
            <a:spLocks noChangeShapeType="1"/>
          </p:cNvSpPr>
          <p:nvPr/>
        </p:nvSpPr>
        <p:spPr bwMode="auto">
          <a:xfrm>
            <a:off x="2514600" y="2971800"/>
            <a:ext cx="175260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grpSp>
        <p:nvGrpSpPr>
          <p:cNvPr id="1570833" name="Group 17">
            <a:extLst>
              <a:ext uri="{FF2B5EF4-FFF2-40B4-BE49-F238E27FC236}">
                <a16:creationId xmlns:a16="http://schemas.microsoft.com/office/drawing/2014/main" id="{110B68C4-456B-4127-B8C8-F9FE725E5A5A}"/>
              </a:ext>
            </a:extLst>
          </p:cNvPr>
          <p:cNvGrpSpPr>
            <a:grpSpLocks/>
          </p:cNvGrpSpPr>
          <p:nvPr/>
        </p:nvGrpSpPr>
        <p:grpSpPr bwMode="auto">
          <a:xfrm>
            <a:off x="5105400" y="2971800"/>
            <a:ext cx="1938338" cy="1090613"/>
            <a:chOff x="3216" y="1872"/>
            <a:chExt cx="1221" cy="687"/>
          </a:xfrm>
        </p:grpSpPr>
        <p:sp>
          <p:nvSpPr>
            <p:cNvPr id="1570834" name="Text Box 18">
              <a:extLst>
                <a:ext uri="{FF2B5EF4-FFF2-40B4-BE49-F238E27FC236}">
                  <a16:creationId xmlns:a16="http://schemas.microsoft.com/office/drawing/2014/main" id="{BDA99058-AE47-4FA8-8466-84DFD930F8B4}"/>
                </a:ext>
              </a:extLst>
            </p:cNvPr>
            <p:cNvSpPr txBox="1">
              <a:spLocks noChangeArrowheads="1"/>
            </p:cNvSpPr>
            <p:nvPr/>
          </p:nvSpPr>
          <p:spPr bwMode="auto">
            <a:xfrm>
              <a:off x="3216" y="1968"/>
              <a:ext cx="1221"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a:latin typeface="Times New Roman" panose="02020603050405020304" pitchFamily="18" charset="0"/>
                </a:rPr>
                <a:t>Message is decrypted</a:t>
              </a:r>
            </a:p>
          </p:txBody>
        </p:sp>
        <p:grpSp>
          <p:nvGrpSpPr>
            <p:cNvPr id="1570835" name="Group 19">
              <a:extLst>
                <a:ext uri="{FF2B5EF4-FFF2-40B4-BE49-F238E27FC236}">
                  <a16:creationId xmlns:a16="http://schemas.microsoft.com/office/drawing/2014/main" id="{EFD94B5E-9259-479B-8129-AA67E96098D2}"/>
                </a:ext>
              </a:extLst>
            </p:cNvPr>
            <p:cNvGrpSpPr>
              <a:grpSpLocks/>
            </p:cNvGrpSpPr>
            <p:nvPr/>
          </p:nvGrpSpPr>
          <p:grpSpPr bwMode="auto">
            <a:xfrm>
              <a:off x="3216" y="1872"/>
              <a:ext cx="1104" cy="687"/>
              <a:chOff x="3216" y="1680"/>
              <a:chExt cx="1104" cy="687"/>
            </a:xfrm>
          </p:grpSpPr>
          <p:grpSp>
            <p:nvGrpSpPr>
              <p:cNvPr id="1570836" name="Group 20">
                <a:extLst>
                  <a:ext uri="{FF2B5EF4-FFF2-40B4-BE49-F238E27FC236}">
                    <a16:creationId xmlns:a16="http://schemas.microsoft.com/office/drawing/2014/main" id="{BC4E578E-4E47-4B00-B997-60C210AA6C12}"/>
                  </a:ext>
                </a:extLst>
              </p:cNvPr>
              <p:cNvGrpSpPr>
                <a:grpSpLocks/>
              </p:cNvGrpSpPr>
              <p:nvPr/>
            </p:nvGrpSpPr>
            <p:grpSpPr bwMode="auto">
              <a:xfrm>
                <a:off x="3552" y="2016"/>
                <a:ext cx="480" cy="351"/>
                <a:chOff x="1968" y="2400"/>
                <a:chExt cx="480" cy="351"/>
              </a:xfrm>
            </p:grpSpPr>
            <p:grpSp>
              <p:nvGrpSpPr>
                <p:cNvPr id="1570837" name="Group 21">
                  <a:extLst>
                    <a:ext uri="{FF2B5EF4-FFF2-40B4-BE49-F238E27FC236}">
                      <a16:creationId xmlns:a16="http://schemas.microsoft.com/office/drawing/2014/main" id="{12704BDA-34C7-4029-A798-712D4CFAD0DF}"/>
                    </a:ext>
                  </a:extLst>
                </p:cNvPr>
                <p:cNvGrpSpPr>
                  <a:grpSpLocks/>
                </p:cNvGrpSpPr>
                <p:nvPr/>
              </p:nvGrpSpPr>
              <p:grpSpPr bwMode="auto">
                <a:xfrm>
                  <a:off x="1968" y="2400"/>
                  <a:ext cx="480" cy="240"/>
                  <a:chOff x="1920" y="2688"/>
                  <a:chExt cx="912" cy="384"/>
                </a:xfrm>
              </p:grpSpPr>
              <p:sp>
                <p:nvSpPr>
                  <p:cNvPr id="1570838" name="Arc 22">
                    <a:extLst>
                      <a:ext uri="{FF2B5EF4-FFF2-40B4-BE49-F238E27FC236}">
                        <a16:creationId xmlns:a16="http://schemas.microsoft.com/office/drawing/2014/main" id="{CF850F22-6515-4755-932B-466372BB4E81}"/>
                      </a:ext>
                    </a:extLst>
                  </p:cNvPr>
                  <p:cNvSpPr>
                    <a:spLocks/>
                  </p:cNvSpPr>
                  <p:nvPr/>
                </p:nvSpPr>
                <p:spPr bwMode="auto">
                  <a:xfrm rot="-10800000">
                    <a:off x="2621" y="2905"/>
                    <a:ext cx="26" cy="61"/>
                  </a:xfrm>
                  <a:custGeom>
                    <a:avLst/>
                    <a:gdLst>
                      <a:gd name="G0" fmla="+- 2832 0 0"/>
                      <a:gd name="G1" fmla="+- 21600 0 0"/>
                      <a:gd name="G2" fmla="+- 21600 0 0"/>
                      <a:gd name="T0" fmla="*/ 2832 w 24432"/>
                      <a:gd name="T1" fmla="*/ 0 h 43200"/>
                      <a:gd name="T2" fmla="*/ 0 w 24432"/>
                      <a:gd name="T3" fmla="*/ 43014 h 43200"/>
                      <a:gd name="T4" fmla="*/ 2832 w 24432"/>
                      <a:gd name="T5" fmla="*/ 21600 h 43200"/>
                    </a:gdLst>
                    <a:ahLst/>
                    <a:cxnLst>
                      <a:cxn ang="0">
                        <a:pos x="T0" y="T1"/>
                      </a:cxn>
                      <a:cxn ang="0">
                        <a:pos x="T2" y="T3"/>
                      </a:cxn>
                      <a:cxn ang="0">
                        <a:pos x="T4" y="T5"/>
                      </a:cxn>
                    </a:cxnLst>
                    <a:rect l="0" t="0" r="r" b="b"/>
                    <a:pathLst>
                      <a:path w="24432" h="43200" fill="none" extrusionOk="0">
                        <a:moveTo>
                          <a:pt x="2832" y="0"/>
                        </a:moveTo>
                        <a:cubicBezTo>
                          <a:pt x="14761" y="0"/>
                          <a:pt x="24432" y="9670"/>
                          <a:pt x="24432" y="21600"/>
                        </a:cubicBezTo>
                        <a:cubicBezTo>
                          <a:pt x="24432" y="33529"/>
                          <a:pt x="14761" y="43200"/>
                          <a:pt x="2832" y="43200"/>
                        </a:cubicBezTo>
                        <a:cubicBezTo>
                          <a:pt x="1884" y="43199"/>
                          <a:pt x="938" y="43137"/>
                          <a:pt x="0" y="43013"/>
                        </a:cubicBezTo>
                      </a:path>
                      <a:path w="24432" h="43200" stroke="0" extrusionOk="0">
                        <a:moveTo>
                          <a:pt x="2832" y="0"/>
                        </a:moveTo>
                        <a:cubicBezTo>
                          <a:pt x="14761" y="0"/>
                          <a:pt x="24432" y="9670"/>
                          <a:pt x="24432" y="21600"/>
                        </a:cubicBezTo>
                        <a:cubicBezTo>
                          <a:pt x="24432" y="33529"/>
                          <a:pt x="14761" y="43200"/>
                          <a:pt x="2832" y="43200"/>
                        </a:cubicBezTo>
                        <a:cubicBezTo>
                          <a:pt x="1884" y="43199"/>
                          <a:pt x="938" y="43137"/>
                          <a:pt x="0" y="43013"/>
                        </a:cubicBezTo>
                        <a:lnTo>
                          <a:pt x="2832" y="21600"/>
                        </a:lnTo>
                        <a:close/>
                      </a:path>
                    </a:pathLst>
                  </a:cu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70839" name="Rectangle 23">
                    <a:extLst>
                      <a:ext uri="{FF2B5EF4-FFF2-40B4-BE49-F238E27FC236}">
                        <a16:creationId xmlns:a16="http://schemas.microsoft.com/office/drawing/2014/main" id="{E1289A33-52DF-45C2-8488-C5CEA02C3F41}"/>
                      </a:ext>
                    </a:extLst>
                  </p:cNvPr>
                  <p:cNvSpPr>
                    <a:spLocks noChangeArrowheads="1"/>
                  </p:cNvSpPr>
                  <p:nvPr/>
                </p:nvSpPr>
                <p:spPr bwMode="auto">
                  <a:xfrm>
                    <a:off x="2638" y="2844"/>
                    <a:ext cx="148" cy="61"/>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70840" name="Arc 24">
                    <a:extLst>
                      <a:ext uri="{FF2B5EF4-FFF2-40B4-BE49-F238E27FC236}">
                        <a16:creationId xmlns:a16="http://schemas.microsoft.com/office/drawing/2014/main" id="{1AB4EFC6-6A35-4E82-83A5-F87DA87D421E}"/>
                      </a:ext>
                    </a:extLst>
                  </p:cNvPr>
                  <p:cNvSpPr>
                    <a:spLocks/>
                  </p:cNvSpPr>
                  <p:nvPr/>
                </p:nvSpPr>
                <p:spPr bwMode="auto">
                  <a:xfrm>
                    <a:off x="2770" y="2905"/>
                    <a:ext cx="42" cy="61"/>
                  </a:xfrm>
                  <a:custGeom>
                    <a:avLst/>
                    <a:gdLst>
                      <a:gd name="G0" fmla="+- 2832 0 0"/>
                      <a:gd name="G1" fmla="+- 21600 0 0"/>
                      <a:gd name="G2" fmla="+- 21600 0 0"/>
                      <a:gd name="T0" fmla="*/ 2832 w 24432"/>
                      <a:gd name="T1" fmla="*/ 0 h 43200"/>
                      <a:gd name="T2" fmla="*/ 0 w 24432"/>
                      <a:gd name="T3" fmla="*/ 43014 h 43200"/>
                      <a:gd name="T4" fmla="*/ 2832 w 24432"/>
                      <a:gd name="T5" fmla="*/ 21600 h 43200"/>
                    </a:gdLst>
                    <a:ahLst/>
                    <a:cxnLst>
                      <a:cxn ang="0">
                        <a:pos x="T0" y="T1"/>
                      </a:cxn>
                      <a:cxn ang="0">
                        <a:pos x="T2" y="T3"/>
                      </a:cxn>
                      <a:cxn ang="0">
                        <a:pos x="T4" y="T5"/>
                      </a:cxn>
                    </a:cxnLst>
                    <a:rect l="0" t="0" r="r" b="b"/>
                    <a:pathLst>
                      <a:path w="24432" h="43200" fill="none" extrusionOk="0">
                        <a:moveTo>
                          <a:pt x="2832" y="0"/>
                        </a:moveTo>
                        <a:cubicBezTo>
                          <a:pt x="14761" y="0"/>
                          <a:pt x="24432" y="9670"/>
                          <a:pt x="24432" y="21600"/>
                        </a:cubicBezTo>
                        <a:cubicBezTo>
                          <a:pt x="24432" y="33529"/>
                          <a:pt x="14761" y="43200"/>
                          <a:pt x="2832" y="43200"/>
                        </a:cubicBezTo>
                        <a:cubicBezTo>
                          <a:pt x="1884" y="43199"/>
                          <a:pt x="938" y="43137"/>
                          <a:pt x="0" y="43013"/>
                        </a:cubicBezTo>
                      </a:path>
                      <a:path w="24432" h="43200" stroke="0" extrusionOk="0">
                        <a:moveTo>
                          <a:pt x="2832" y="0"/>
                        </a:moveTo>
                        <a:cubicBezTo>
                          <a:pt x="14761" y="0"/>
                          <a:pt x="24432" y="9670"/>
                          <a:pt x="24432" y="21600"/>
                        </a:cubicBezTo>
                        <a:cubicBezTo>
                          <a:pt x="24432" y="33529"/>
                          <a:pt x="14761" y="43200"/>
                          <a:pt x="2832" y="43200"/>
                        </a:cubicBezTo>
                        <a:cubicBezTo>
                          <a:pt x="1884" y="43199"/>
                          <a:pt x="938" y="43137"/>
                          <a:pt x="0" y="43013"/>
                        </a:cubicBezTo>
                        <a:lnTo>
                          <a:pt x="2832" y="21600"/>
                        </a:lnTo>
                        <a:close/>
                      </a:path>
                    </a:pathLst>
                  </a:cu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70841" name="Rectangle 25">
                    <a:extLst>
                      <a:ext uri="{FF2B5EF4-FFF2-40B4-BE49-F238E27FC236}">
                        <a16:creationId xmlns:a16="http://schemas.microsoft.com/office/drawing/2014/main" id="{CC20C3B7-E933-45B8-A9C1-0CDD9B15915C}"/>
                      </a:ext>
                    </a:extLst>
                  </p:cNvPr>
                  <p:cNvSpPr>
                    <a:spLocks noChangeArrowheads="1"/>
                  </p:cNvSpPr>
                  <p:nvPr/>
                </p:nvSpPr>
                <p:spPr bwMode="auto">
                  <a:xfrm>
                    <a:off x="2638" y="2905"/>
                    <a:ext cx="148" cy="61"/>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70842" name="Rectangle 26">
                    <a:extLst>
                      <a:ext uri="{FF2B5EF4-FFF2-40B4-BE49-F238E27FC236}">
                        <a16:creationId xmlns:a16="http://schemas.microsoft.com/office/drawing/2014/main" id="{EF33684B-4D6D-4176-9009-BAB6E80DE2E6}"/>
                      </a:ext>
                    </a:extLst>
                  </p:cNvPr>
                  <p:cNvSpPr>
                    <a:spLocks noChangeArrowheads="1"/>
                  </p:cNvSpPr>
                  <p:nvPr/>
                </p:nvSpPr>
                <p:spPr bwMode="auto">
                  <a:xfrm>
                    <a:off x="2638" y="2996"/>
                    <a:ext cx="49" cy="7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70843" name="Rectangle 27">
                    <a:extLst>
                      <a:ext uri="{FF2B5EF4-FFF2-40B4-BE49-F238E27FC236}">
                        <a16:creationId xmlns:a16="http://schemas.microsoft.com/office/drawing/2014/main" id="{CBE7C372-4143-4A8D-AA11-373518F1237A}"/>
                      </a:ext>
                    </a:extLst>
                  </p:cNvPr>
                  <p:cNvSpPr>
                    <a:spLocks noChangeArrowheads="1"/>
                  </p:cNvSpPr>
                  <p:nvPr/>
                </p:nvSpPr>
                <p:spPr bwMode="auto">
                  <a:xfrm>
                    <a:off x="2737" y="2996"/>
                    <a:ext cx="49" cy="7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70844" name="Rectangle 28">
                    <a:extLst>
                      <a:ext uri="{FF2B5EF4-FFF2-40B4-BE49-F238E27FC236}">
                        <a16:creationId xmlns:a16="http://schemas.microsoft.com/office/drawing/2014/main" id="{6F49439D-EA8B-4C15-A3A1-031ED8AFE39F}"/>
                      </a:ext>
                    </a:extLst>
                  </p:cNvPr>
                  <p:cNvSpPr>
                    <a:spLocks noChangeArrowheads="1"/>
                  </p:cNvSpPr>
                  <p:nvPr/>
                </p:nvSpPr>
                <p:spPr bwMode="auto">
                  <a:xfrm>
                    <a:off x="2638" y="2966"/>
                    <a:ext cx="148" cy="3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70845" name="AutoShape 29">
                    <a:extLst>
                      <a:ext uri="{FF2B5EF4-FFF2-40B4-BE49-F238E27FC236}">
                        <a16:creationId xmlns:a16="http://schemas.microsoft.com/office/drawing/2014/main" id="{2479CBB2-51B9-4139-B62C-AC78C1707007}"/>
                      </a:ext>
                    </a:extLst>
                  </p:cNvPr>
                  <p:cNvSpPr>
                    <a:spLocks noChangeArrowheads="1"/>
                  </p:cNvSpPr>
                  <p:nvPr/>
                </p:nvSpPr>
                <p:spPr bwMode="auto">
                  <a:xfrm rot="5400000">
                    <a:off x="2411" y="2447"/>
                    <a:ext cx="91" cy="750"/>
                  </a:xfrm>
                  <a:prstGeom prst="can">
                    <a:avLst>
                      <a:gd name="adj" fmla="val 33387"/>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grpSp>
                <p:nvGrpSpPr>
                  <p:cNvPr id="1570846" name="Group 30">
                    <a:extLst>
                      <a:ext uri="{FF2B5EF4-FFF2-40B4-BE49-F238E27FC236}">
                        <a16:creationId xmlns:a16="http://schemas.microsoft.com/office/drawing/2014/main" id="{C0BA6BC8-1407-48C4-ADC9-7649DD78A71D}"/>
                      </a:ext>
                    </a:extLst>
                  </p:cNvPr>
                  <p:cNvGrpSpPr>
                    <a:grpSpLocks/>
                  </p:cNvGrpSpPr>
                  <p:nvPr/>
                </p:nvGrpSpPr>
                <p:grpSpPr bwMode="auto">
                  <a:xfrm>
                    <a:off x="1920" y="2688"/>
                    <a:ext cx="192" cy="288"/>
                    <a:chOff x="1920" y="2640"/>
                    <a:chExt cx="177" cy="407"/>
                  </a:xfrm>
                </p:grpSpPr>
                <p:sp>
                  <p:nvSpPr>
                    <p:cNvPr id="1570847" name="Oval 31">
                      <a:extLst>
                        <a:ext uri="{FF2B5EF4-FFF2-40B4-BE49-F238E27FC236}">
                          <a16:creationId xmlns:a16="http://schemas.microsoft.com/office/drawing/2014/main" id="{D2FA7051-92C5-4EA6-8F10-A5A19C541F79}"/>
                        </a:ext>
                      </a:extLst>
                    </p:cNvPr>
                    <p:cNvSpPr>
                      <a:spLocks noChangeArrowheads="1"/>
                    </p:cNvSpPr>
                    <p:nvPr/>
                  </p:nvSpPr>
                  <p:spPr bwMode="auto">
                    <a:xfrm>
                      <a:off x="1920" y="2640"/>
                      <a:ext cx="177" cy="407"/>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70848" name="Oval 32">
                      <a:extLst>
                        <a:ext uri="{FF2B5EF4-FFF2-40B4-BE49-F238E27FC236}">
                          <a16:creationId xmlns:a16="http://schemas.microsoft.com/office/drawing/2014/main" id="{95E4AA66-C18A-47AB-927B-135701B09E83}"/>
                        </a:ext>
                      </a:extLst>
                    </p:cNvPr>
                    <p:cNvSpPr>
                      <a:spLocks noChangeArrowheads="1"/>
                    </p:cNvSpPr>
                    <p:nvPr/>
                  </p:nvSpPr>
                  <p:spPr bwMode="auto">
                    <a:xfrm>
                      <a:off x="1964" y="2730"/>
                      <a:ext cx="88" cy="227"/>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grpSp>
            </p:grpSp>
            <p:sp>
              <p:nvSpPr>
                <p:cNvPr id="1570849" name="Text Box 33">
                  <a:extLst>
                    <a:ext uri="{FF2B5EF4-FFF2-40B4-BE49-F238E27FC236}">
                      <a16:creationId xmlns:a16="http://schemas.microsoft.com/office/drawing/2014/main" id="{767CBDF2-E3EA-4D4D-8A91-E6B41E00C616}"/>
                    </a:ext>
                  </a:extLst>
                </p:cNvPr>
                <p:cNvSpPr txBox="1">
                  <a:spLocks noChangeArrowheads="1"/>
                </p:cNvSpPr>
                <p:nvPr/>
              </p:nvSpPr>
              <p:spPr bwMode="auto">
                <a:xfrm>
                  <a:off x="2054" y="2520"/>
                  <a:ext cx="2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a:latin typeface="Times New Roman" panose="02020603050405020304" pitchFamily="18" charset="0"/>
                    </a:rPr>
                    <a:t>D</a:t>
                  </a:r>
                  <a:r>
                    <a:rPr lang="en-US" altLang="en-US" sz="1800" baseline="-25000">
                      <a:latin typeface="Times New Roman" panose="02020603050405020304" pitchFamily="18" charset="0"/>
                    </a:rPr>
                    <a:t>B</a:t>
                  </a:r>
                </a:p>
              </p:txBody>
            </p:sp>
          </p:grpSp>
          <p:sp>
            <p:nvSpPr>
              <p:cNvPr id="1570850" name="Line 34">
                <a:extLst>
                  <a:ext uri="{FF2B5EF4-FFF2-40B4-BE49-F238E27FC236}">
                    <a16:creationId xmlns:a16="http://schemas.microsoft.com/office/drawing/2014/main" id="{4550D0A5-5751-4981-AA2D-FA3814A37982}"/>
                  </a:ext>
                </a:extLst>
              </p:cNvPr>
              <p:cNvSpPr>
                <a:spLocks noChangeShapeType="1"/>
              </p:cNvSpPr>
              <p:nvPr/>
            </p:nvSpPr>
            <p:spPr bwMode="auto">
              <a:xfrm>
                <a:off x="3216" y="1680"/>
                <a:ext cx="1104"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grpSp>
      </p:grpSp>
      <p:sp>
        <p:nvSpPr>
          <p:cNvPr id="1570851" name="Text Box 35">
            <a:extLst>
              <a:ext uri="{FF2B5EF4-FFF2-40B4-BE49-F238E27FC236}">
                <a16:creationId xmlns:a16="http://schemas.microsoft.com/office/drawing/2014/main" id="{F20D44C8-F7C3-43AE-8E2F-BF6AEED0B556}"/>
              </a:ext>
            </a:extLst>
          </p:cNvPr>
          <p:cNvSpPr txBox="1">
            <a:spLocks noChangeArrowheads="1"/>
          </p:cNvSpPr>
          <p:nvPr/>
        </p:nvSpPr>
        <p:spPr bwMode="auto">
          <a:xfrm>
            <a:off x="3048000" y="381000"/>
            <a:ext cx="30035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b="1">
                <a:latin typeface="Times New Roman" panose="02020603050405020304" pitchFamily="18" charset="0"/>
              </a:rPr>
              <a:t>Public-Key Basic Concept</a:t>
            </a:r>
          </a:p>
        </p:txBody>
      </p:sp>
      <p:sp>
        <p:nvSpPr>
          <p:cNvPr id="1570890" name="AutoShape 74">
            <a:extLst>
              <a:ext uri="{FF2B5EF4-FFF2-40B4-BE49-F238E27FC236}">
                <a16:creationId xmlns:a16="http://schemas.microsoft.com/office/drawing/2014/main" id="{C9156855-EC81-45CD-9DAD-5000DE6F4A1C}"/>
              </a:ext>
            </a:extLst>
          </p:cNvPr>
          <p:cNvSpPr>
            <a:spLocks noChangeArrowheads="1"/>
          </p:cNvSpPr>
          <p:nvPr/>
        </p:nvSpPr>
        <p:spPr bwMode="auto">
          <a:xfrm rot="5400000">
            <a:off x="4610100" y="266700"/>
            <a:ext cx="304800" cy="4191000"/>
          </a:xfrm>
          <a:prstGeom prst="can">
            <a:avLst>
              <a:gd name="adj" fmla="val 24635"/>
            </a:avLst>
          </a:prstGeom>
          <a:solidFill>
            <a:srgbClr val="9999FF"/>
          </a:solidFill>
          <a:ln w="9525">
            <a:solidFill>
              <a:srgbClr val="9999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70891" name="Rectangle 75">
            <a:extLst>
              <a:ext uri="{FF2B5EF4-FFF2-40B4-BE49-F238E27FC236}">
                <a16:creationId xmlns:a16="http://schemas.microsoft.com/office/drawing/2014/main" id="{6A87B9B5-3469-42B9-BE68-722E7242D4DA}"/>
              </a:ext>
            </a:extLst>
          </p:cNvPr>
          <p:cNvSpPr>
            <a:spLocks noChangeArrowheads="1"/>
          </p:cNvSpPr>
          <p:nvPr/>
        </p:nvSpPr>
        <p:spPr bwMode="auto">
          <a:xfrm>
            <a:off x="1905000" y="1828800"/>
            <a:ext cx="762000" cy="990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sz="1000"/>
              <a:t>Man needs </a:t>
            </a:r>
          </a:p>
          <a:p>
            <a:r>
              <a:rPr lang="en-US" altLang="en-US" sz="1000"/>
              <a:t>Woman, </a:t>
            </a:r>
          </a:p>
          <a:p>
            <a:r>
              <a:rPr lang="en-US" altLang="en-US" sz="1000"/>
              <a:t>Woman </a:t>
            </a:r>
          </a:p>
          <a:p>
            <a:r>
              <a:rPr lang="en-US" altLang="en-US" sz="1000"/>
              <a:t>Needs</a:t>
            </a:r>
          </a:p>
          <a:p>
            <a:r>
              <a:rPr lang="en-US" altLang="en-US" sz="1000"/>
              <a:t>Money for </a:t>
            </a:r>
          </a:p>
          <a:p>
            <a:r>
              <a:rPr lang="en-US" altLang="en-US" sz="1000"/>
              <a:t>shopping</a:t>
            </a:r>
          </a:p>
        </p:txBody>
      </p:sp>
      <p:sp>
        <p:nvSpPr>
          <p:cNvPr id="1570892" name="Rectangle 76">
            <a:extLst>
              <a:ext uri="{FF2B5EF4-FFF2-40B4-BE49-F238E27FC236}">
                <a16:creationId xmlns:a16="http://schemas.microsoft.com/office/drawing/2014/main" id="{445D3B60-AB67-406C-99F4-7E683C084708}"/>
              </a:ext>
            </a:extLst>
          </p:cNvPr>
          <p:cNvSpPr>
            <a:spLocks noChangeArrowheads="1"/>
          </p:cNvSpPr>
          <p:nvPr/>
        </p:nvSpPr>
        <p:spPr bwMode="auto">
          <a:xfrm>
            <a:off x="4267200" y="1828800"/>
            <a:ext cx="762000" cy="990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sz="1000"/>
              <a:t>123456696</a:t>
            </a:r>
          </a:p>
          <a:p>
            <a:r>
              <a:rPr lang="en-US" altLang="en-US" sz="1000"/>
              <a:t>096785403</a:t>
            </a:r>
          </a:p>
          <a:p>
            <a:r>
              <a:rPr lang="en-US" altLang="en-US" sz="1000"/>
              <a:t>657849302</a:t>
            </a:r>
          </a:p>
          <a:p>
            <a:r>
              <a:rPr lang="en-US" altLang="en-US" sz="1000"/>
              <a:t>610395867</a:t>
            </a:r>
          </a:p>
          <a:p>
            <a:r>
              <a:rPr lang="en-US" altLang="en-US" sz="1000"/>
              <a:t>567484509</a:t>
            </a:r>
          </a:p>
          <a:p>
            <a:r>
              <a:rPr lang="en-US" altLang="en-US" sz="1000"/>
              <a:t>121212347</a:t>
            </a:r>
          </a:p>
        </p:txBody>
      </p:sp>
      <p:sp>
        <p:nvSpPr>
          <p:cNvPr id="1570893" name="Rectangle 77">
            <a:extLst>
              <a:ext uri="{FF2B5EF4-FFF2-40B4-BE49-F238E27FC236}">
                <a16:creationId xmlns:a16="http://schemas.microsoft.com/office/drawing/2014/main" id="{92636275-81D3-4C76-9059-3857586E9BAC}"/>
              </a:ext>
            </a:extLst>
          </p:cNvPr>
          <p:cNvSpPr>
            <a:spLocks noChangeArrowheads="1"/>
          </p:cNvSpPr>
          <p:nvPr/>
        </p:nvSpPr>
        <p:spPr bwMode="auto">
          <a:xfrm>
            <a:off x="6858000" y="1828800"/>
            <a:ext cx="762000" cy="990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sz="1000"/>
              <a:t>Man needs</a:t>
            </a:r>
          </a:p>
          <a:p>
            <a:r>
              <a:rPr lang="en-US" altLang="en-US" sz="1000"/>
              <a:t>Woman, </a:t>
            </a:r>
          </a:p>
          <a:p>
            <a:r>
              <a:rPr lang="en-US" altLang="en-US" sz="1000"/>
              <a:t>Woman </a:t>
            </a:r>
          </a:p>
          <a:p>
            <a:r>
              <a:rPr lang="en-US" altLang="en-US" sz="1000"/>
              <a:t>Needs</a:t>
            </a:r>
          </a:p>
          <a:p>
            <a:r>
              <a:rPr lang="en-US" altLang="en-US" sz="1000"/>
              <a:t>Money for </a:t>
            </a:r>
          </a:p>
          <a:p>
            <a:r>
              <a:rPr lang="en-US" altLang="en-US" sz="1000"/>
              <a:t>shopping</a:t>
            </a:r>
          </a:p>
        </p:txBody>
      </p:sp>
      <p:sp>
        <p:nvSpPr>
          <p:cNvPr id="1570894" name="Text Box 78">
            <a:extLst>
              <a:ext uri="{FF2B5EF4-FFF2-40B4-BE49-F238E27FC236}">
                <a16:creationId xmlns:a16="http://schemas.microsoft.com/office/drawing/2014/main" id="{E5683C1B-94DE-4F42-8A38-8B1A237D8549}"/>
              </a:ext>
            </a:extLst>
          </p:cNvPr>
          <p:cNvSpPr txBox="1">
            <a:spLocks noChangeArrowheads="1"/>
          </p:cNvSpPr>
          <p:nvPr/>
        </p:nvSpPr>
        <p:spPr bwMode="auto">
          <a:xfrm>
            <a:off x="656634" y="1264443"/>
            <a:ext cx="679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dirty="0">
                <a:latin typeface="Times New Roman" panose="02020603050405020304" pitchFamily="18" charset="0"/>
              </a:rPr>
              <a:t>Alice</a:t>
            </a:r>
          </a:p>
        </p:txBody>
      </p:sp>
      <p:sp>
        <p:nvSpPr>
          <p:cNvPr id="1570895" name="Text Box 79">
            <a:extLst>
              <a:ext uri="{FF2B5EF4-FFF2-40B4-BE49-F238E27FC236}">
                <a16:creationId xmlns:a16="http://schemas.microsoft.com/office/drawing/2014/main" id="{0A19626B-3F1C-4E7B-9163-4A8D6C73273E}"/>
              </a:ext>
            </a:extLst>
          </p:cNvPr>
          <p:cNvSpPr txBox="1">
            <a:spLocks noChangeArrowheads="1"/>
          </p:cNvSpPr>
          <p:nvPr/>
        </p:nvSpPr>
        <p:spPr bwMode="auto">
          <a:xfrm>
            <a:off x="8121650" y="1356518"/>
            <a:ext cx="565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dirty="0">
                <a:latin typeface="Times New Roman" panose="02020603050405020304" pitchFamily="18" charset="0"/>
              </a:rPr>
              <a:t>Bob</a:t>
            </a:r>
          </a:p>
        </p:txBody>
      </p:sp>
      <p:sp>
        <p:nvSpPr>
          <p:cNvPr id="1570896" name="Text Box 80">
            <a:extLst>
              <a:ext uri="{FF2B5EF4-FFF2-40B4-BE49-F238E27FC236}">
                <a16:creationId xmlns:a16="http://schemas.microsoft.com/office/drawing/2014/main" id="{2E486EFC-F9CC-41BB-88E9-9BE8ECB04524}"/>
              </a:ext>
            </a:extLst>
          </p:cNvPr>
          <p:cNvSpPr txBox="1">
            <a:spLocks noChangeArrowheads="1"/>
          </p:cNvSpPr>
          <p:nvPr/>
        </p:nvSpPr>
        <p:spPr bwMode="auto">
          <a:xfrm>
            <a:off x="1600200" y="1219200"/>
            <a:ext cx="13970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sz="1800">
                <a:latin typeface="Times New Roman" panose="02020603050405020304" pitchFamily="18" charset="0"/>
              </a:rPr>
              <a:t>Message (M)</a:t>
            </a:r>
          </a:p>
          <a:p>
            <a:pPr algn="ctr"/>
            <a:r>
              <a:rPr lang="en-US" altLang="en-US" sz="1800">
                <a:latin typeface="Times New Roman" panose="02020603050405020304" pitchFamily="18" charset="0"/>
              </a:rPr>
              <a:t>Plaintext</a:t>
            </a:r>
          </a:p>
        </p:txBody>
      </p:sp>
      <p:sp>
        <p:nvSpPr>
          <p:cNvPr id="1570897" name="Text Box 81">
            <a:extLst>
              <a:ext uri="{FF2B5EF4-FFF2-40B4-BE49-F238E27FC236}">
                <a16:creationId xmlns:a16="http://schemas.microsoft.com/office/drawing/2014/main" id="{D9086288-4B37-4456-BF6C-1A2F2B6C04AE}"/>
              </a:ext>
            </a:extLst>
          </p:cNvPr>
          <p:cNvSpPr txBox="1">
            <a:spLocks noChangeArrowheads="1"/>
          </p:cNvSpPr>
          <p:nvPr/>
        </p:nvSpPr>
        <p:spPr bwMode="auto">
          <a:xfrm>
            <a:off x="4038600" y="1447800"/>
            <a:ext cx="11493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sz="1800">
                <a:latin typeface="Times New Roman" panose="02020603050405020304" pitchFamily="18" charset="0"/>
              </a:rPr>
              <a:t>Ciphertext</a:t>
            </a:r>
          </a:p>
        </p:txBody>
      </p:sp>
      <p:sp>
        <p:nvSpPr>
          <p:cNvPr id="1570898" name="Text Box 82">
            <a:extLst>
              <a:ext uri="{FF2B5EF4-FFF2-40B4-BE49-F238E27FC236}">
                <a16:creationId xmlns:a16="http://schemas.microsoft.com/office/drawing/2014/main" id="{440BD8F6-63AE-43D6-BC9C-5139EBF3802C}"/>
              </a:ext>
            </a:extLst>
          </p:cNvPr>
          <p:cNvSpPr txBox="1">
            <a:spLocks noChangeArrowheads="1"/>
          </p:cNvSpPr>
          <p:nvPr/>
        </p:nvSpPr>
        <p:spPr bwMode="auto">
          <a:xfrm>
            <a:off x="6553200" y="1219200"/>
            <a:ext cx="13970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sz="1800">
                <a:latin typeface="Times New Roman" panose="02020603050405020304" pitchFamily="18" charset="0"/>
              </a:rPr>
              <a:t>Message (M)</a:t>
            </a:r>
          </a:p>
          <a:p>
            <a:pPr algn="ctr"/>
            <a:r>
              <a:rPr lang="en-US" altLang="en-US" sz="1800">
                <a:latin typeface="Times New Roman" panose="02020603050405020304" pitchFamily="18" charset="0"/>
              </a:rPr>
              <a:t>Plaintext</a:t>
            </a:r>
          </a:p>
        </p:txBody>
      </p:sp>
      <p:sp>
        <p:nvSpPr>
          <p:cNvPr id="1570936" name="Text Box 120">
            <a:extLst>
              <a:ext uri="{FF2B5EF4-FFF2-40B4-BE49-F238E27FC236}">
                <a16:creationId xmlns:a16="http://schemas.microsoft.com/office/drawing/2014/main" id="{9F2128DB-9141-4D96-9DB6-913BD67F153D}"/>
              </a:ext>
            </a:extLst>
          </p:cNvPr>
          <p:cNvSpPr txBox="1">
            <a:spLocks noChangeArrowheads="1"/>
          </p:cNvSpPr>
          <p:nvPr/>
        </p:nvSpPr>
        <p:spPr bwMode="auto">
          <a:xfrm>
            <a:off x="2286000" y="4724400"/>
            <a:ext cx="2317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a:latin typeface="Times New Roman" panose="02020603050405020304" pitchFamily="18" charset="0"/>
              </a:rPr>
              <a:t>Bob’s Public Key (E</a:t>
            </a:r>
            <a:r>
              <a:rPr lang="en-US" altLang="en-US" sz="1800" baseline="-25000">
                <a:latin typeface="Times New Roman" panose="02020603050405020304" pitchFamily="18" charset="0"/>
              </a:rPr>
              <a:t>B</a:t>
            </a:r>
            <a:r>
              <a:rPr lang="en-US" altLang="en-US" sz="1800">
                <a:latin typeface="Times New Roman" panose="02020603050405020304" pitchFamily="18" charset="0"/>
              </a:rPr>
              <a:t>) </a:t>
            </a:r>
            <a:endParaRPr lang="en-US" altLang="en-US" sz="1800" baseline="-25000">
              <a:latin typeface="Times New Roman" panose="02020603050405020304" pitchFamily="18" charset="0"/>
            </a:endParaRPr>
          </a:p>
        </p:txBody>
      </p:sp>
      <p:sp>
        <p:nvSpPr>
          <p:cNvPr id="1570937" name="Text Box 121">
            <a:extLst>
              <a:ext uri="{FF2B5EF4-FFF2-40B4-BE49-F238E27FC236}">
                <a16:creationId xmlns:a16="http://schemas.microsoft.com/office/drawing/2014/main" id="{FEDE8536-0C1D-4D5F-A400-D612CD8190BB}"/>
              </a:ext>
            </a:extLst>
          </p:cNvPr>
          <p:cNvSpPr txBox="1">
            <a:spLocks noChangeArrowheads="1"/>
          </p:cNvSpPr>
          <p:nvPr/>
        </p:nvSpPr>
        <p:spPr bwMode="auto">
          <a:xfrm>
            <a:off x="5105400" y="4724400"/>
            <a:ext cx="24066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800">
                <a:latin typeface="Times New Roman" panose="02020603050405020304" pitchFamily="18" charset="0"/>
              </a:rPr>
              <a:t>Bob’s Private Key (D</a:t>
            </a:r>
            <a:r>
              <a:rPr lang="en-US" altLang="en-US" sz="1800" baseline="-25000">
                <a:latin typeface="Times New Roman" panose="02020603050405020304" pitchFamily="18" charset="0"/>
              </a:rPr>
              <a:t>B</a:t>
            </a:r>
            <a:r>
              <a:rPr lang="en-US" altLang="en-US" sz="1800">
                <a:latin typeface="Times New Roman" panose="02020603050405020304" pitchFamily="18" charset="0"/>
              </a:rPr>
              <a:t>) </a:t>
            </a:r>
            <a:endParaRPr lang="en-US" altLang="en-US" sz="1800" baseline="-25000">
              <a:latin typeface="Times New Roman" panose="02020603050405020304" pitchFamily="18" charset="0"/>
            </a:endParaRPr>
          </a:p>
        </p:txBody>
      </p:sp>
      <p:sp>
        <p:nvSpPr>
          <p:cNvPr id="1570938" name="Line 122">
            <a:extLst>
              <a:ext uri="{FF2B5EF4-FFF2-40B4-BE49-F238E27FC236}">
                <a16:creationId xmlns:a16="http://schemas.microsoft.com/office/drawing/2014/main" id="{9B869449-A2F7-4865-8614-3F27371C0C57}"/>
              </a:ext>
            </a:extLst>
          </p:cNvPr>
          <p:cNvSpPr>
            <a:spLocks noChangeShapeType="1"/>
          </p:cNvSpPr>
          <p:nvPr/>
        </p:nvSpPr>
        <p:spPr bwMode="auto">
          <a:xfrm>
            <a:off x="3200400" y="4038600"/>
            <a:ext cx="0" cy="609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1570939" name="Line 123">
            <a:extLst>
              <a:ext uri="{FF2B5EF4-FFF2-40B4-BE49-F238E27FC236}">
                <a16:creationId xmlns:a16="http://schemas.microsoft.com/office/drawing/2014/main" id="{57A5F5B2-B429-4006-B821-F6E2A2C62984}"/>
              </a:ext>
            </a:extLst>
          </p:cNvPr>
          <p:cNvSpPr>
            <a:spLocks noChangeShapeType="1"/>
          </p:cNvSpPr>
          <p:nvPr/>
        </p:nvSpPr>
        <p:spPr bwMode="auto">
          <a:xfrm>
            <a:off x="6019800" y="4114800"/>
            <a:ext cx="0" cy="609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pic>
        <p:nvPicPr>
          <p:cNvPr id="125" name="Picture 124">
            <a:extLst>
              <a:ext uri="{FF2B5EF4-FFF2-40B4-BE49-F238E27FC236}">
                <a16:creationId xmlns:a16="http://schemas.microsoft.com/office/drawing/2014/main" id="{FD284F3B-6813-48F4-8D48-C616372C3430}"/>
              </a:ext>
            </a:extLst>
          </p:cNvPr>
          <p:cNvPicPr>
            <a:picLocks noChangeAspect="1"/>
          </p:cNvPicPr>
          <p:nvPr/>
        </p:nvPicPr>
        <p:blipFill>
          <a:blip r:embed="rId3"/>
          <a:stretch>
            <a:fillRect/>
          </a:stretch>
        </p:blipFill>
        <p:spPr>
          <a:xfrm>
            <a:off x="7877276" y="1730979"/>
            <a:ext cx="1068076" cy="1088421"/>
          </a:xfrm>
          <a:prstGeom prst="rect">
            <a:avLst/>
          </a:prstGeom>
        </p:spPr>
      </p:pic>
      <p:pic>
        <p:nvPicPr>
          <p:cNvPr id="127" name="Picture 126" descr="A black rectangle with a black background&#10;&#10;Description automatically generated with low confidence">
            <a:extLst>
              <a:ext uri="{FF2B5EF4-FFF2-40B4-BE49-F238E27FC236}">
                <a16:creationId xmlns:a16="http://schemas.microsoft.com/office/drawing/2014/main" id="{815133D6-FE89-4D66-8851-8162EDA452D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7809" y="1484784"/>
            <a:ext cx="1418150" cy="14181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nodeType="clickEffect">
                                  <p:stCondLst>
                                    <p:cond delay="0"/>
                                  </p:stCondLst>
                                  <p:childTnLst>
                                    <p:set>
                                      <p:cBhvr>
                                        <p:cTn id="6" dur="1" fill="hold">
                                          <p:stCondLst>
                                            <p:cond delay="0"/>
                                          </p:stCondLst>
                                        </p:cTn>
                                        <p:tgtEl>
                                          <p:spTgt spid="1570833"/>
                                        </p:tgtEl>
                                        <p:attrNameLst>
                                          <p:attrName>style.visibility</p:attrName>
                                        </p:attrNameLst>
                                      </p:cBhvr>
                                      <p:to>
                                        <p:strVal val="visible"/>
                                      </p:to>
                                    </p:set>
                                    <p:animEffect transition="in" filter="box(out)">
                                      <p:cBhvr>
                                        <p:cTn id="7" dur="1000"/>
                                        <p:tgtEl>
                                          <p:spTgt spid="15708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572866" name="Text Box 2">
            <a:extLst>
              <a:ext uri="{FF2B5EF4-FFF2-40B4-BE49-F238E27FC236}">
                <a16:creationId xmlns:a16="http://schemas.microsoft.com/office/drawing/2014/main" id="{4725D1CE-6D52-44CA-82DD-E4957E077C23}"/>
              </a:ext>
            </a:extLst>
          </p:cNvPr>
          <p:cNvSpPr txBox="1">
            <a:spLocks noChangeArrowheads="1"/>
          </p:cNvSpPr>
          <p:nvPr/>
        </p:nvSpPr>
        <p:spPr bwMode="auto">
          <a:xfrm>
            <a:off x="1828800" y="5410200"/>
            <a:ext cx="56642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FontTx/>
              <a:buChar char="•"/>
            </a:pPr>
            <a:r>
              <a:rPr lang="en-US" altLang="en-US" sz="1800">
                <a:latin typeface="Times New Roman" panose="02020603050405020304" pitchFamily="18" charset="0"/>
              </a:rPr>
              <a:t> This model provides no authentication because any party</a:t>
            </a:r>
          </a:p>
          <a:p>
            <a:r>
              <a:rPr lang="en-US" altLang="en-US" sz="1800">
                <a:latin typeface="Times New Roman" panose="02020603050405020304" pitchFamily="18" charset="0"/>
              </a:rPr>
              <a:t>  could also use Bob’s “public key” to encrypt Message (M)</a:t>
            </a:r>
          </a:p>
        </p:txBody>
      </p:sp>
      <p:grpSp>
        <p:nvGrpSpPr>
          <p:cNvPr id="1572867" name="Group 3">
            <a:extLst>
              <a:ext uri="{FF2B5EF4-FFF2-40B4-BE49-F238E27FC236}">
                <a16:creationId xmlns:a16="http://schemas.microsoft.com/office/drawing/2014/main" id="{38EC1A95-D094-4F34-9059-71CC32E4D150}"/>
              </a:ext>
            </a:extLst>
          </p:cNvPr>
          <p:cNvGrpSpPr>
            <a:grpSpLocks/>
          </p:cNvGrpSpPr>
          <p:nvPr/>
        </p:nvGrpSpPr>
        <p:grpSpPr bwMode="auto">
          <a:xfrm>
            <a:off x="2422525" y="2971800"/>
            <a:ext cx="1938338" cy="1090613"/>
            <a:chOff x="1526" y="1680"/>
            <a:chExt cx="1221" cy="687"/>
          </a:xfrm>
        </p:grpSpPr>
        <p:sp>
          <p:nvSpPr>
            <p:cNvPr id="1572868" name="Text Box 4">
              <a:extLst>
                <a:ext uri="{FF2B5EF4-FFF2-40B4-BE49-F238E27FC236}">
                  <a16:creationId xmlns:a16="http://schemas.microsoft.com/office/drawing/2014/main" id="{D20AD363-EE48-4F9F-9F41-9DDF5059132B}"/>
                </a:ext>
              </a:extLst>
            </p:cNvPr>
            <p:cNvSpPr txBox="1">
              <a:spLocks noChangeArrowheads="1"/>
            </p:cNvSpPr>
            <p:nvPr/>
          </p:nvSpPr>
          <p:spPr bwMode="auto">
            <a:xfrm>
              <a:off x="1526" y="1767"/>
              <a:ext cx="1221"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dirty="0">
                  <a:latin typeface="Times New Roman" panose="02020603050405020304" pitchFamily="18" charset="0"/>
                </a:rPr>
                <a:t>Message is encrypted</a:t>
              </a:r>
            </a:p>
          </p:txBody>
        </p:sp>
        <p:grpSp>
          <p:nvGrpSpPr>
            <p:cNvPr id="1572869" name="Group 5">
              <a:extLst>
                <a:ext uri="{FF2B5EF4-FFF2-40B4-BE49-F238E27FC236}">
                  <a16:creationId xmlns:a16="http://schemas.microsoft.com/office/drawing/2014/main" id="{2122CC99-0B81-4189-8ADC-71F3798DBC0D}"/>
                </a:ext>
              </a:extLst>
            </p:cNvPr>
            <p:cNvGrpSpPr>
              <a:grpSpLocks/>
            </p:cNvGrpSpPr>
            <p:nvPr/>
          </p:nvGrpSpPr>
          <p:grpSpPr bwMode="auto">
            <a:xfrm>
              <a:off x="1824" y="2016"/>
              <a:ext cx="480" cy="351"/>
              <a:chOff x="1968" y="2400"/>
              <a:chExt cx="480" cy="351"/>
            </a:xfrm>
          </p:grpSpPr>
          <p:grpSp>
            <p:nvGrpSpPr>
              <p:cNvPr id="1572870" name="Group 6">
                <a:extLst>
                  <a:ext uri="{FF2B5EF4-FFF2-40B4-BE49-F238E27FC236}">
                    <a16:creationId xmlns:a16="http://schemas.microsoft.com/office/drawing/2014/main" id="{649E33A0-F931-4D0F-ABAB-C3C95B9A9584}"/>
                  </a:ext>
                </a:extLst>
              </p:cNvPr>
              <p:cNvGrpSpPr>
                <a:grpSpLocks/>
              </p:cNvGrpSpPr>
              <p:nvPr/>
            </p:nvGrpSpPr>
            <p:grpSpPr bwMode="auto">
              <a:xfrm>
                <a:off x="1968" y="2400"/>
                <a:ext cx="480" cy="240"/>
                <a:chOff x="1920" y="2688"/>
                <a:chExt cx="912" cy="384"/>
              </a:xfrm>
            </p:grpSpPr>
            <p:sp>
              <p:nvSpPr>
                <p:cNvPr id="1572871" name="Arc 7">
                  <a:extLst>
                    <a:ext uri="{FF2B5EF4-FFF2-40B4-BE49-F238E27FC236}">
                      <a16:creationId xmlns:a16="http://schemas.microsoft.com/office/drawing/2014/main" id="{F9805BA1-0DA1-4EA9-AB61-E7D5649F21C2}"/>
                    </a:ext>
                  </a:extLst>
                </p:cNvPr>
                <p:cNvSpPr>
                  <a:spLocks/>
                </p:cNvSpPr>
                <p:nvPr/>
              </p:nvSpPr>
              <p:spPr bwMode="auto">
                <a:xfrm rot="-10800000">
                  <a:off x="2621" y="2905"/>
                  <a:ext cx="26" cy="61"/>
                </a:xfrm>
                <a:custGeom>
                  <a:avLst/>
                  <a:gdLst>
                    <a:gd name="G0" fmla="+- 2832 0 0"/>
                    <a:gd name="G1" fmla="+- 21600 0 0"/>
                    <a:gd name="G2" fmla="+- 21600 0 0"/>
                    <a:gd name="T0" fmla="*/ 2832 w 24432"/>
                    <a:gd name="T1" fmla="*/ 0 h 43200"/>
                    <a:gd name="T2" fmla="*/ 0 w 24432"/>
                    <a:gd name="T3" fmla="*/ 43014 h 43200"/>
                    <a:gd name="T4" fmla="*/ 2832 w 24432"/>
                    <a:gd name="T5" fmla="*/ 21600 h 43200"/>
                  </a:gdLst>
                  <a:ahLst/>
                  <a:cxnLst>
                    <a:cxn ang="0">
                      <a:pos x="T0" y="T1"/>
                    </a:cxn>
                    <a:cxn ang="0">
                      <a:pos x="T2" y="T3"/>
                    </a:cxn>
                    <a:cxn ang="0">
                      <a:pos x="T4" y="T5"/>
                    </a:cxn>
                  </a:cxnLst>
                  <a:rect l="0" t="0" r="r" b="b"/>
                  <a:pathLst>
                    <a:path w="24432" h="43200" fill="none" extrusionOk="0">
                      <a:moveTo>
                        <a:pt x="2832" y="0"/>
                      </a:moveTo>
                      <a:cubicBezTo>
                        <a:pt x="14761" y="0"/>
                        <a:pt x="24432" y="9670"/>
                        <a:pt x="24432" y="21600"/>
                      </a:cubicBezTo>
                      <a:cubicBezTo>
                        <a:pt x="24432" y="33529"/>
                        <a:pt x="14761" y="43200"/>
                        <a:pt x="2832" y="43200"/>
                      </a:cubicBezTo>
                      <a:cubicBezTo>
                        <a:pt x="1884" y="43199"/>
                        <a:pt x="938" y="43137"/>
                        <a:pt x="0" y="43013"/>
                      </a:cubicBezTo>
                    </a:path>
                    <a:path w="24432" h="43200" stroke="0" extrusionOk="0">
                      <a:moveTo>
                        <a:pt x="2832" y="0"/>
                      </a:moveTo>
                      <a:cubicBezTo>
                        <a:pt x="14761" y="0"/>
                        <a:pt x="24432" y="9670"/>
                        <a:pt x="24432" y="21600"/>
                      </a:cubicBezTo>
                      <a:cubicBezTo>
                        <a:pt x="24432" y="33529"/>
                        <a:pt x="14761" y="43200"/>
                        <a:pt x="2832" y="43200"/>
                      </a:cubicBezTo>
                      <a:cubicBezTo>
                        <a:pt x="1884" y="43199"/>
                        <a:pt x="938" y="43137"/>
                        <a:pt x="0" y="43013"/>
                      </a:cubicBezTo>
                      <a:lnTo>
                        <a:pt x="2832" y="21600"/>
                      </a:lnTo>
                      <a:close/>
                    </a:path>
                  </a:pathLst>
                </a:cu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72872" name="Rectangle 8">
                  <a:extLst>
                    <a:ext uri="{FF2B5EF4-FFF2-40B4-BE49-F238E27FC236}">
                      <a16:creationId xmlns:a16="http://schemas.microsoft.com/office/drawing/2014/main" id="{64C0656C-4630-4B2F-BBB8-A6CEE6233B7D}"/>
                    </a:ext>
                  </a:extLst>
                </p:cNvPr>
                <p:cNvSpPr>
                  <a:spLocks noChangeArrowheads="1"/>
                </p:cNvSpPr>
                <p:nvPr/>
              </p:nvSpPr>
              <p:spPr bwMode="auto">
                <a:xfrm>
                  <a:off x="2638" y="2844"/>
                  <a:ext cx="148" cy="61"/>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72873" name="Arc 9">
                  <a:extLst>
                    <a:ext uri="{FF2B5EF4-FFF2-40B4-BE49-F238E27FC236}">
                      <a16:creationId xmlns:a16="http://schemas.microsoft.com/office/drawing/2014/main" id="{7BD4E0A8-B0FE-4E4D-A3E2-458771545127}"/>
                    </a:ext>
                  </a:extLst>
                </p:cNvPr>
                <p:cNvSpPr>
                  <a:spLocks/>
                </p:cNvSpPr>
                <p:nvPr/>
              </p:nvSpPr>
              <p:spPr bwMode="auto">
                <a:xfrm>
                  <a:off x="2770" y="2905"/>
                  <a:ext cx="42" cy="61"/>
                </a:xfrm>
                <a:custGeom>
                  <a:avLst/>
                  <a:gdLst>
                    <a:gd name="G0" fmla="+- 2832 0 0"/>
                    <a:gd name="G1" fmla="+- 21600 0 0"/>
                    <a:gd name="G2" fmla="+- 21600 0 0"/>
                    <a:gd name="T0" fmla="*/ 2832 w 24432"/>
                    <a:gd name="T1" fmla="*/ 0 h 43200"/>
                    <a:gd name="T2" fmla="*/ 0 w 24432"/>
                    <a:gd name="T3" fmla="*/ 43014 h 43200"/>
                    <a:gd name="T4" fmla="*/ 2832 w 24432"/>
                    <a:gd name="T5" fmla="*/ 21600 h 43200"/>
                  </a:gdLst>
                  <a:ahLst/>
                  <a:cxnLst>
                    <a:cxn ang="0">
                      <a:pos x="T0" y="T1"/>
                    </a:cxn>
                    <a:cxn ang="0">
                      <a:pos x="T2" y="T3"/>
                    </a:cxn>
                    <a:cxn ang="0">
                      <a:pos x="T4" y="T5"/>
                    </a:cxn>
                  </a:cxnLst>
                  <a:rect l="0" t="0" r="r" b="b"/>
                  <a:pathLst>
                    <a:path w="24432" h="43200" fill="none" extrusionOk="0">
                      <a:moveTo>
                        <a:pt x="2832" y="0"/>
                      </a:moveTo>
                      <a:cubicBezTo>
                        <a:pt x="14761" y="0"/>
                        <a:pt x="24432" y="9670"/>
                        <a:pt x="24432" y="21600"/>
                      </a:cubicBezTo>
                      <a:cubicBezTo>
                        <a:pt x="24432" y="33529"/>
                        <a:pt x="14761" y="43200"/>
                        <a:pt x="2832" y="43200"/>
                      </a:cubicBezTo>
                      <a:cubicBezTo>
                        <a:pt x="1884" y="43199"/>
                        <a:pt x="938" y="43137"/>
                        <a:pt x="0" y="43013"/>
                      </a:cubicBezTo>
                    </a:path>
                    <a:path w="24432" h="43200" stroke="0" extrusionOk="0">
                      <a:moveTo>
                        <a:pt x="2832" y="0"/>
                      </a:moveTo>
                      <a:cubicBezTo>
                        <a:pt x="14761" y="0"/>
                        <a:pt x="24432" y="9670"/>
                        <a:pt x="24432" y="21600"/>
                      </a:cubicBezTo>
                      <a:cubicBezTo>
                        <a:pt x="24432" y="33529"/>
                        <a:pt x="14761" y="43200"/>
                        <a:pt x="2832" y="43200"/>
                      </a:cubicBezTo>
                      <a:cubicBezTo>
                        <a:pt x="1884" y="43199"/>
                        <a:pt x="938" y="43137"/>
                        <a:pt x="0" y="43013"/>
                      </a:cubicBezTo>
                      <a:lnTo>
                        <a:pt x="2832" y="21600"/>
                      </a:lnTo>
                      <a:close/>
                    </a:path>
                  </a:pathLst>
                </a:cu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72874" name="Rectangle 10">
                  <a:extLst>
                    <a:ext uri="{FF2B5EF4-FFF2-40B4-BE49-F238E27FC236}">
                      <a16:creationId xmlns:a16="http://schemas.microsoft.com/office/drawing/2014/main" id="{9B1EBB43-76CA-4C11-A259-DDEE2E78A99A}"/>
                    </a:ext>
                  </a:extLst>
                </p:cNvPr>
                <p:cNvSpPr>
                  <a:spLocks noChangeArrowheads="1"/>
                </p:cNvSpPr>
                <p:nvPr/>
              </p:nvSpPr>
              <p:spPr bwMode="auto">
                <a:xfrm>
                  <a:off x="2638" y="2905"/>
                  <a:ext cx="148" cy="61"/>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72875" name="Rectangle 11">
                  <a:extLst>
                    <a:ext uri="{FF2B5EF4-FFF2-40B4-BE49-F238E27FC236}">
                      <a16:creationId xmlns:a16="http://schemas.microsoft.com/office/drawing/2014/main" id="{1D41BB91-E2D6-4A58-8B63-F6696C5AAAA6}"/>
                    </a:ext>
                  </a:extLst>
                </p:cNvPr>
                <p:cNvSpPr>
                  <a:spLocks noChangeArrowheads="1"/>
                </p:cNvSpPr>
                <p:nvPr/>
              </p:nvSpPr>
              <p:spPr bwMode="auto">
                <a:xfrm>
                  <a:off x="2638" y="2996"/>
                  <a:ext cx="49" cy="7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72876" name="Rectangle 12">
                  <a:extLst>
                    <a:ext uri="{FF2B5EF4-FFF2-40B4-BE49-F238E27FC236}">
                      <a16:creationId xmlns:a16="http://schemas.microsoft.com/office/drawing/2014/main" id="{8B194995-51B7-4E3F-977A-9801E7132C5C}"/>
                    </a:ext>
                  </a:extLst>
                </p:cNvPr>
                <p:cNvSpPr>
                  <a:spLocks noChangeArrowheads="1"/>
                </p:cNvSpPr>
                <p:nvPr/>
              </p:nvSpPr>
              <p:spPr bwMode="auto">
                <a:xfrm>
                  <a:off x="2737" y="2996"/>
                  <a:ext cx="49" cy="7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72877" name="Rectangle 13">
                  <a:extLst>
                    <a:ext uri="{FF2B5EF4-FFF2-40B4-BE49-F238E27FC236}">
                      <a16:creationId xmlns:a16="http://schemas.microsoft.com/office/drawing/2014/main" id="{EF030789-A28E-499D-B3D0-3384C39FE01D}"/>
                    </a:ext>
                  </a:extLst>
                </p:cNvPr>
                <p:cNvSpPr>
                  <a:spLocks noChangeArrowheads="1"/>
                </p:cNvSpPr>
                <p:nvPr/>
              </p:nvSpPr>
              <p:spPr bwMode="auto">
                <a:xfrm>
                  <a:off x="2638" y="2966"/>
                  <a:ext cx="148" cy="3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72878" name="AutoShape 14">
                  <a:extLst>
                    <a:ext uri="{FF2B5EF4-FFF2-40B4-BE49-F238E27FC236}">
                      <a16:creationId xmlns:a16="http://schemas.microsoft.com/office/drawing/2014/main" id="{81E45AA9-A6C7-4021-871E-55EF8E70557A}"/>
                    </a:ext>
                  </a:extLst>
                </p:cNvPr>
                <p:cNvSpPr>
                  <a:spLocks noChangeArrowheads="1"/>
                </p:cNvSpPr>
                <p:nvPr/>
              </p:nvSpPr>
              <p:spPr bwMode="auto">
                <a:xfrm rot="5400000">
                  <a:off x="2411" y="2447"/>
                  <a:ext cx="91" cy="750"/>
                </a:xfrm>
                <a:prstGeom prst="can">
                  <a:avLst>
                    <a:gd name="adj" fmla="val 33387"/>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grpSp>
              <p:nvGrpSpPr>
                <p:cNvPr id="1572879" name="Group 15">
                  <a:extLst>
                    <a:ext uri="{FF2B5EF4-FFF2-40B4-BE49-F238E27FC236}">
                      <a16:creationId xmlns:a16="http://schemas.microsoft.com/office/drawing/2014/main" id="{72B1F3C7-C3E8-4E83-BE27-1946302778AA}"/>
                    </a:ext>
                  </a:extLst>
                </p:cNvPr>
                <p:cNvGrpSpPr>
                  <a:grpSpLocks/>
                </p:cNvGrpSpPr>
                <p:nvPr/>
              </p:nvGrpSpPr>
              <p:grpSpPr bwMode="auto">
                <a:xfrm>
                  <a:off x="1920" y="2688"/>
                  <a:ext cx="192" cy="288"/>
                  <a:chOff x="1920" y="2640"/>
                  <a:chExt cx="177" cy="407"/>
                </a:xfrm>
              </p:grpSpPr>
              <p:sp>
                <p:nvSpPr>
                  <p:cNvPr id="1572880" name="Oval 16">
                    <a:extLst>
                      <a:ext uri="{FF2B5EF4-FFF2-40B4-BE49-F238E27FC236}">
                        <a16:creationId xmlns:a16="http://schemas.microsoft.com/office/drawing/2014/main" id="{A84E6AAE-C58D-49CF-9373-E7FE868BA392}"/>
                      </a:ext>
                    </a:extLst>
                  </p:cNvPr>
                  <p:cNvSpPr>
                    <a:spLocks noChangeArrowheads="1"/>
                  </p:cNvSpPr>
                  <p:nvPr/>
                </p:nvSpPr>
                <p:spPr bwMode="auto">
                  <a:xfrm>
                    <a:off x="1920" y="2640"/>
                    <a:ext cx="177" cy="407"/>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72881" name="Oval 17">
                    <a:extLst>
                      <a:ext uri="{FF2B5EF4-FFF2-40B4-BE49-F238E27FC236}">
                        <a16:creationId xmlns:a16="http://schemas.microsoft.com/office/drawing/2014/main" id="{69F03D89-7761-4142-89B9-3B5055E2B88B}"/>
                      </a:ext>
                    </a:extLst>
                  </p:cNvPr>
                  <p:cNvSpPr>
                    <a:spLocks noChangeArrowheads="1"/>
                  </p:cNvSpPr>
                  <p:nvPr/>
                </p:nvSpPr>
                <p:spPr bwMode="auto">
                  <a:xfrm>
                    <a:off x="1964" y="2730"/>
                    <a:ext cx="88" cy="227"/>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grpSp>
          </p:grpSp>
          <p:sp>
            <p:nvSpPr>
              <p:cNvPr id="1572882" name="Text Box 18">
                <a:extLst>
                  <a:ext uri="{FF2B5EF4-FFF2-40B4-BE49-F238E27FC236}">
                    <a16:creationId xmlns:a16="http://schemas.microsoft.com/office/drawing/2014/main" id="{4BD590D9-6B54-40E2-A171-3C12F0CFDB8E}"/>
                  </a:ext>
                </a:extLst>
              </p:cNvPr>
              <p:cNvSpPr txBox="1">
                <a:spLocks noChangeArrowheads="1"/>
              </p:cNvSpPr>
              <p:nvPr/>
            </p:nvSpPr>
            <p:spPr bwMode="auto">
              <a:xfrm>
                <a:off x="2054" y="2520"/>
                <a:ext cx="26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a:latin typeface="Times New Roman" panose="02020603050405020304" pitchFamily="18" charset="0"/>
                  </a:rPr>
                  <a:t>E</a:t>
                </a:r>
                <a:r>
                  <a:rPr lang="en-US" altLang="en-US" sz="1800" baseline="-25000">
                    <a:latin typeface="Times New Roman" panose="02020603050405020304" pitchFamily="18" charset="0"/>
                  </a:rPr>
                  <a:t>B</a:t>
                </a:r>
              </a:p>
            </p:txBody>
          </p:sp>
        </p:grpSp>
        <p:sp>
          <p:nvSpPr>
            <p:cNvPr id="1572883" name="Line 19">
              <a:extLst>
                <a:ext uri="{FF2B5EF4-FFF2-40B4-BE49-F238E27FC236}">
                  <a16:creationId xmlns:a16="http://schemas.microsoft.com/office/drawing/2014/main" id="{F31B92E7-31AB-4902-A4F7-17E422CB2470}"/>
                </a:ext>
              </a:extLst>
            </p:cNvPr>
            <p:cNvSpPr>
              <a:spLocks noChangeShapeType="1"/>
            </p:cNvSpPr>
            <p:nvPr/>
          </p:nvSpPr>
          <p:spPr bwMode="auto">
            <a:xfrm>
              <a:off x="1584" y="1680"/>
              <a:ext cx="1104"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grpSp>
      <p:grpSp>
        <p:nvGrpSpPr>
          <p:cNvPr id="1572884" name="Group 20">
            <a:extLst>
              <a:ext uri="{FF2B5EF4-FFF2-40B4-BE49-F238E27FC236}">
                <a16:creationId xmlns:a16="http://schemas.microsoft.com/office/drawing/2014/main" id="{949C75F2-A6FA-4D6D-8148-D4B08284AB20}"/>
              </a:ext>
            </a:extLst>
          </p:cNvPr>
          <p:cNvGrpSpPr>
            <a:grpSpLocks/>
          </p:cNvGrpSpPr>
          <p:nvPr/>
        </p:nvGrpSpPr>
        <p:grpSpPr bwMode="auto">
          <a:xfrm>
            <a:off x="5105400" y="2971800"/>
            <a:ext cx="1938338" cy="1090613"/>
            <a:chOff x="3216" y="1872"/>
            <a:chExt cx="1221" cy="687"/>
          </a:xfrm>
        </p:grpSpPr>
        <p:sp>
          <p:nvSpPr>
            <p:cNvPr id="1572885" name="Text Box 21">
              <a:extLst>
                <a:ext uri="{FF2B5EF4-FFF2-40B4-BE49-F238E27FC236}">
                  <a16:creationId xmlns:a16="http://schemas.microsoft.com/office/drawing/2014/main" id="{C4EAFBCE-7A73-4EA8-8C5C-A141BA3F9235}"/>
                </a:ext>
              </a:extLst>
            </p:cNvPr>
            <p:cNvSpPr txBox="1">
              <a:spLocks noChangeArrowheads="1"/>
            </p:cNvSpPr>
            <p:nvPr/>
          </p:nvSpPr>
          <p:spPr bwMode="auto">
            <a:xfrm>
              <a:off x="3216" y="1968"/>
              <a:ext cx="1221"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dirty="0">
                  <a:latin typeface="Times New Roman" panose="02020603050405020304" pitchFamily="18" charset="0"/>
                </a:rPr>
                <a:t>Message is decrypted</a:t>
              </a:r>
            </a:p>
          </p:txBody>
        </p:sp>
        <p:grpSp>
          <p:nvGrpSpPr>
            <p:cNvPr id="1572886" name="Group 22">
              <a:extLst>
                <a:ext uri="{FF2B5EF4-FFF2-40B4-BE49-F238E27FC236}">
                  <a16:creationId xmlns:a16="http://schemas.microsoft.com/office/drawing/2014/main" id="{92DE0BA0-BF05-4D20-9F89-F36073C6A17B}"/>
                </a:ext>
              </a:extLst>
            </p:cNvPr>
            <p:cNvGrpSpPr>
              <a:grpSpLocks/>
            </p:cNvGrpSpPr>
            <p:nvPr/>
          </p:nvGrpSpPr>
          <p:grpSpPr bwMode="auto">
            <a:xfrm>
              <a:off x="3216" y="1872"/>
              <a:ext cx="1104" cy="687"/>
              <a:chOff x="3216" y="1680"/>
              <a:chExt cx="1104" cy="687"/>
            </a:xfrm>
          </p:grpSpPr>
          <p:grpSp>
            <p:nvGrpSpPr>
              <p:cNvPr id="1572887" name="Group 23">
                <a:extLst>
                  <a:ext uri="{FF2B5EF4-FFF2-40B4-BE49-F238E27FC236}">
                    <a16:creationId xmlns:a16="http://schemas.microsoft.com/office/drawing/2014/main" id="{02F0DAA3-92E6-4449-9F41-F3BD43FC906B}"/>
                  </a:ext>
                </a:extLst>
              </p:cNvPr>
              <p:cNvGrpSpPr>
                <a:grpSpLocks/>
              </p:cNvGrpSpPr>
              <p:nvPr/>
            </p:nvGrpSpPr>
            <p:grpSpPr bwMode="auto">
              <a:xfrm>
                <a:off x="3552" y="2016"/>
                <a:ext cx="480" cy="351"/>
                <a:chOff x="1968" y="2400"/>
                <a:chExt cx="480" cy="351"/>
              </a:xfrm>
            </p:grpSpPr>
            <p:grpSp>
              <p:nvGrpSpPr>
                <p:cNvPr id="1572888" name="Group 24">
                  <a:extLst>
                    <a:ext uri="{FF2B5EF4-FFF2-40B4-BE49-F238E27FC236}">
                      <a16:creationId xmlns:a16="http://schemas.microsoft.com/office/drawing/2014/main" id="{DA2140B8-A523-438A-AA77-B18D0C07540E}"/>
                    </a:ext>
                  </a:extLst>
                </p:cNvPr>
                <p:cNvGrpSpPr>
                  <a:grpSpLocks/>
                </p:cNvGrpSpPr>
                <p:nvPr/>
              </p:nvGrpSpPr>
              <p:grpSpPr bwMode="auto">
                <a:xfrm>
                  <a:off x="1968" y="2400"/>
                  <a:ext cx="480" cy="240"/>
                  <a:chOff x="1920" y="2688"/>
                  <a:chExt cx="912" cy="384"/>
                </a:xfrm>
              </p:grpSpPr>
              <p:sp>
                <p:nvSpPr>
                  <p:cNvPr id="1572889" name="Arc 25">
                    <a:extLst>
                      <a:ext uri="{FF2B5EF4-FFF2-40B4-BE49-F238E27FC236}">
                        <a16:creationId xmlns:a16="http://schemas.microsoft.com/office/drawing/2014/main" id="{605F9C6B-FE07-453D-B2FE-94BC177BB18C}"/>
                      </a:ext>
                    </a:extLst>
                  </p:cNvPr>
                  <p:cNvSpPr>
                    <a:spLocks/>
                  </p:cNvSpPr>
                  <p:nvPr/>
                </p:nvSpPr>
                <p:spPr bwMode="auto">
                  <a:xfrm rot="-10800000">
                    <a:off x="2621" y="2905"/>
                    <a:ext cx="26" cy="61"/>
                  </a:xfrm>
                  <a:custGeom>
                    <a:avLst/>
                    <a:gdLst>
                      <a:gd name="G0" fmla="+- 2832 0 0"/>
                      <a:gd name="G1" fmla="+- 21600 0 0"/>
                      <a:gd name="G2" fmla="+- 21600 0 0"/>
                      <a:gd name="T0" fmla="*/ 2832 w 24432"/>
                      <a:gd name="T1" fmla="*/ 0 h 43200"/>
                      <a:gd name="T2" fmla="*/ 0 w 24432"/>
                      <a:gd name="T3" fmla="*/ 43014 h 43200"/>
                      <a:gd name="T4" fmla="*/ 2832 w 24432"/>
                      <a:gd name="T5" fmla="*/ 21600 h 43200"/>
                    </a:gdLst>
                    <a:ahLst/>
                    <a:cxnLst>
                      <a:cxn ang="0">
                        <a:pos x="T0" y="T1"/>
                      </a:cxn>
                      <a:cxn ang="0">
                        <a:pos x="T2" y="T3"/>
                      </a:cxn>
                      <a:cxn ang="0">
                        <a:pos x="T4" y="T5"/>
                      </a:cxn>
                    </a:cxnLst>
                    <a:rect l="0" t="0" r="r" b="b"/>
                    <a:pathLst>
                      <a:path w="24432" h="43200" fill="none" extrusionOk="0">
                        <a:moveTo>
                          <a:pt x="2832" y="0"/>
                        </a:moveTo>
                        <a:cubicBezTo>
                          <a:pt x="14761" y="0"/>
                          <a:pt x="24432" y="9670"/>
                          <a:pt x="24432" y="21600"/>
                        </a:cubicBezTo>
                        <a:cubicBezTo>
                          <a:pt x="24432" y="33529"/>
                          <a:pt x="14761" y="43200"/>
                          <a:pt x="2832" y="43200"/>
                        </a:cubicBezTo>
                        <a:cubicBezTo>
                          <a:pt x="1884" y="43199"/>
                          <a:pt x="938" y="43137"/>
                          <a:pt x="0" y="43013"/>
                        </a:cubicBezTo>
                      </a:path>
                      <a:path w="24432" h="43200" stroke="0" extrusionOk="0">
                        <a:moveTo>
                          <a:pt x="2832" y="0"/>
                        </a:moveTo>
                        <a:cubicBezTo>
                          <a:pt x="14761" y="0"/>
                          <a:pt x="24432" y="9670"/>
                          <a:pt x="24432" y="21600"/>
                        </a:cubicBezTo>
                        <a:cubicBezTo>
                          <a:pt x="24432" y="33529"/>
                          <a:pt x="14761" y="43200"/>
                          <a:pt x="2832" y="43200"/>
                        </a:cubicBezTo>
                        <a:cubicBezTo>
                          <a:pt x="1884" y="43199"/>
                          <a:pt x="938" y="43137"/>
                          <a:pt x="0" y="43013"/>
                        </a:cubicBezTo>
                        <a:lnTo>
                          <a:pt x="2832" y="21600"/>
                        </a:lnTo>
                        <a:close/>
                      </a:path>
                    </a:pathLst>
                  </a:cu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72890" name="Rectangle 26">
                    <a:extLst>
                      <a:ext uri="{FF2B5EF4-FFF2-40B4-BE49-F238E27FC236}">
                        <a16:creationId xmlns:a16="http://schemas.microsoft.com/office/drawing/2014/main" id="{D2F9A9A5-8478-4473-B162-D6248DBB3566}"/>
                      </a:ext>
                    </a:extLst>
                  </p:cNvPr>
                  <p:cNvSpPr>
                    <a:spLocks noChangeArrowheads="1"/>
                  </p:cNvSpPr>
                  <p:nvPr/>
                </p:nvSpPr>
                <p:spPr bwMode="auto">
                  <a:xfrm>
                    <a:off x="2638" y="2844"/>
                    <a:ext cx="148" cy="61"/>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72891" name="Arc 27">
                    <a:extLst>
                      <a:ext uri="{FF2B5EF4-FFF2-40B4-BE49-F238E27FC236}">
                        <a16:creationId xmlns:a16="http://schemas.microsoft.com/office/drawing/2014/main" id="{FF65C688-1051-4A6D-90F9-F2F6431C65E6}"/>
                      </a:ext>
                    </a:extLst>
                  </p:cNvPr>
                  <p:cNvSpPr>
                    <a:spLocks/>
                  </p:cNvSpPr>
                  <p:nvPr/>
                </p:nvSpPr>
                <p:spPr bwMode="auto">
                  <a:xfrm>
                    <a:off x="2770" y="2905"/>
                    <a:ext cx="42" cy="61"/>
                  </a:xfrm>
                  <a:custGeom>
                    <a:avLst/>
                    <a:gdLst>
                      <a:gd name="G0" fmla="+- 2832 0 0"/>
                      <a:gd name="G1" fmla="+- 21600 0 0"/>
                      <a:gd name="G2" fmla="+- 21600 0 0"/>
                      <a:gd name="T0" fmla="*/ 2832 w 24432"/>
                      <a:gd name="T1" fmla="*/ 0 h 43200"/>
                      <a:gd name="T2" fmla="*/ 0 w 24432"/>
                      <a:gd name="T3" fmla="*/ 43014 h 43200"/>
                      <a:gd name="T4" fmla="*/ 2832 w 24432"/>
                      <a:gd name="T5" fmla="*/ 21600 h 43200"/>
                    </a:gdLst>
                    <a:ahLst/>
                    <a:cxnLst>
                      <a:cxn ang="0">
                        <a:pos x="T0" y="T1"/>
                      </a:cxn>
                      <a:cxn ang="0">
                        <a:pos x="T2" y="T3"/>
                      </a:cxn>
                      <a:cxn ang="0">
                        <a:pos x="T4" y="T5"/>
                      </a:cxn>
                    </a:cxnLst>
                    <a:rect l="0" t="0" r="r" b="b"/>
                    <a:pathLst>
                      <a:path w="24432" h="43200" fill="none" extrusionOk="0">
                        <a:moveTo>
                          <a:pt x="2832" y="0"/>
                        </a:moveTo>
                        <a:cubicBezTo>
                          <a:pt x="14761" y="0"/>
                          <a:pt x="24432" y="9670"/>
                          <a:pt x="24432" y="21600"/>
                        </a:cubicBezTo>
                        <a:cubicBezTo>
                          <a:pt x="24432" y="33529"/>
                          <a:pt x="14761" y="43200"/>
                          <a:pt x="2832" y="43200"/>
                        </a:cubicBezTo>
                        <a:cubicBezTo>
                          <a:pt x="1884" y="43199"/>
                          <a:pt x="938" y="43137"/>
                          <a:pt x="0" y="43013"/>
                        </a:cubicBezTo>
                      </a:path>
                      <a:path w="24432" h="43200" stroke="0" extrusionOk="0">
                        <a:moveTo>
                          <a:pt x="2832" y="0"/>
                        </a:moveTo>
                        <a:cubicBezTo>
                          <a:pt x="14761" y="0"/>
                          <a:pt x="24432" y="9670"/>
                          <a:pt x="24432" y="21600"/>
                        </a:cubicBezTo>
                        <a:cubicBezTo>
                          <a:pt x="24432" y="33529"/>
                          <a:pt x="14761" y="43200"/>
                          <a:pt x="2832" y="43200"/>
                        </a:cubicBezTo>
                        <a:cubicBezTo>
                          <a:pt x="1884" y="43199"/>
                          <a:pt x="938" y="43137"/>
                          <a:pt x="0" y="43013"/>
                        </a:cubicBezTo>
                        <a:lnTo>
                          <a:pt x="2832" y="21600"/>
                        </a:lnTo>
                        <a:close/>
                      </a:path>
                    </a:pathLst>
                  </a:cu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72892" name="Rectangle 28">
                    <a:extLst>
                      <a:ext uri="{FF2B5EF4-FFF2-40B4-BE49-F238E27FC236}">
                        <a16:creationId xmlns:a16="http://schemas.microsoft.com/office/drawing/2014/main" id="{270B79F4-D91D-49F9-A2E3-2DE7510DB49C}"/>
                      </a:ext>
                    </a:extLst>
                  </p:cNvPr>
                  <p:cNvSpPr>
                    <a:spLocks noChangeArrowheads="1"/>
                  </p:cNvSpPr>
                  <p:nvPr/>
                </p:nvSpPr>
                <p:spPr bwMode="auto">
                  <a:xfrm>
                    <a:off x="2638" y="2905"/>
                    <a:ext cx="148" cy="61"/>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72893" name="Rectangle 29">
                    <a:extLst>
                      <a:ext uri="{FF2B5EF4-FFF2-40B4-BE49-F238E27FC236}">
                        <a16:creationId xmlns:a16="http://schemas.microsoft.com/office/drawing/2014/main" id="{BD68DC0D-B99B-434E-A251-C0420EAA5865}"/>
                      </a:ext>
                    </a:extLst>
                  </p:cNvPr>
                  <p:cNvSpPr>
                    <a:spLocks noChangeArrowheads="1"/>
                  </p:cNvSpPr>
                  <p:nvPr/>
                </p:nvSpPr>
                <p:spPr bwMode="auto">
                  <a:xfrm>
                    <a:off x="2638" y="2996"/>
                    <a:ext cx="49" cy="7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72894" name="Rectangle 30">
                    <a:extLst>
                      <a:ext uri="{FF2B5EF4-FFF2-40B4-BE49-F238E27FC236}">
                        <a16:creationId xmlns:a16="http://schemas.microsoft.com/office/drawing/2014/main" id="{F8014992-1A6E-4E48-8020-E3D6DDEC396E}"/>
                      </a:ext>
                    </a:extLst>
                  </p:cNvPr>
                  <p:cNvSpPr>
                    <a:spLocks noChangeArrowheads="1"/>
                  </p:cNvSpPr>
                  <p:nvPr/>
                </p:nvSpPr>
                <p:spPr bwMode="auto">
                  <a:xfrm>
                    <a:off x="2737" y="2996"/>
                    <a:ext cx="49" cy="7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72895" name="Rectangle 31">
                    <a:extLst>
                      <a:ext uri="{FF2B5EF4-FFF2-40B4-BE49-F238E27FC236}">
                        <a16:creationId xmlns:a16="http://schemas.microsoft.com/office/drawing/2014/main" id="{E083ABB9-D38E-4477-BD67-4BBE713E4485}"/>
                      </a:ext>
                    </a:extLst>
                  </p:cNvPr>
                  <p:cNvSpPr>
                    <a:spLocks noChangeArrowheads="1"/>
                  </p:cNvSpPr>
                  <p:nvPr/>
                </p:nvSpPr>
                <p:spPr bwMode="auto">
                  <a:xfrm>
                    <a:off x="2638" y="2966"/>
                    <a:ext cx="148" cy="3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72896" name="AutoShape 32">
                    <a:extLst>
                      <a:ext uri="{FF2B5EF4-FFF2-40B4-BE49-F238E27FC236}">
                        <a16:creationId xmlns:a16="http://schemas.microsoft.com/office/drawing/2014/main" id="{B8C6FE8E-3D9E-4F41-A560-FB09197CBADB}"/>
                      </a:ext>
                    </a:extLst>
                  </p:cNvPr>
                  <p:cNvSpPr>
                    <a:spLocks noChangeArrowheads="1"/>
                  </p:cNvSpPr>
                  <p:nvPr/>
                </p:nvSpPr>
                <p:spPr bwMode="auto">
                  <a:xfrm rot="5400000">
                    <a:off x="2411" y="2447"/>
                    <a:ext cx="91" cy="750"/>
                  </a:xfrm>
                  <a:prstGeom prst="can">
                    <a:avLst>
                      <a:gd name="adj" fmla="val 33387"/>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grpSp>
                <p:nvGrpSpPr>
                  <p:cNvPr id="1572897" name="Group 33">
                    <a:extLst>
                      <a:ext uri="{FF2B5EF4-FFF2-40B4-BE49-F238E27FC236}">
                        <a16:creationId xmlns:a16="http://schemas.microsoft.com/office/drawing/2014/main" id="{421DE862-DD8E-493C-82BF-BABCF7AA074A}"/>
                      </a:ext>
                    </a:extLst>
                  </p:cNvPr>
                  <p:cNvGrpSpPr>
                    <a:grpSpLocks/>
                  </p:cNvGrpSpPr>
                  <p:nvPr/>
                </p:nvGrpSpPr>
                <p:grpSpPr bwMode="auto">
                  <a:xfrm>
                    <a:off x="1920" y="2688"/>
                    <a:ext cx="192" cy="288"/>
                    <a:chOff x="1920" y="2640"/>
                    <a:chExt cx="177" cy="407"/>
                  </a:xfrm>
                </p:grpSpPr>
                <p:sp>
                  <p:nvSpPr>
                    <p:cNvPr id="1572898" name="Oval 34">
                      <a:extLst>
                        <a:ext uri="{FF2B5EF4-FFF2-40B4-BE49-F238E27FC236}">
                          <a16:creationId xmlns:a16="http://schemas.microsoft.com/office/drawing/2014/main" id="{D8D26E75-5D23-4A2D-8273-669A4B189D5D}"/>
                        </a:ext>
                      </a:extLst>
                    </p:cNvPr>
                    <p:cNvSpPr>
                      <a:spLocks noChangeArrowheads="1"/>
                    </p:cNvSpPr>
                    <p:nvPr/>
                  </p:nvSpPr>
                  <p:spPr bwMode="auto">
                    <a:xfrm>
                      <a:off x="1920" y="2640"/>
                      <a:ext cx="177" cy="407"/>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72899" name="Oval 35">
                      <a:extLst>
                        <a:ext uri="{FF2B5EF4-FFF2-40B4-BE49-F238E27FC236}">
                          <a16:creationId xmlns:a16="http://schemas.microsoft.com/office/drawing/2014/main" id="{A02884DE-5B17-4B64-A698-62B0D01A7311}"/>
                        </a:ext>
                      </a:extLst>
                    </p:cNvPr>
                    <p:cNvSpPr>
                      <a:spLocks noChangeArrowheads="1"/>
                    </p:cNvSpPr>
                    <p:nvPr/>
                  </p:nvSpPr>
                  <p:spPr bwMode="auto">
                    <a:xfrm>
                      <a:off x="1964" y="2730"/>
                      <a:ext cx="88" cy="227"/>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grpSp>
            </p:grpSp>
            <p:sp>
              <p:nvSpPr>
                <p:cNvPr id="1572900" name="Text Box 36">
                  <a:extLst>
                    <a:ext uri="{FF2B5EF4-FFF2-40B4-BE49-F238E27FC236}">
                      <a16:creationId xmlns:a16="http://schemas.microsoft.com/office/drawing/2014/main" id="{AD289511-0FDC-4F9F-B445-D08831395322}"/>
                    </a:ext>
                  </a:extLst>
                </p:cNvPr>
                <p:cNvSpPr txBox="1">
                  <a:spLocks noChangeArrowheads="1"/>
                </p:cNvSpPr>
                <p:nvPr/>
              </p:nvSpPr>
              <p:spPr bwMode="auto">
                <a:xfrm>
                  <a:off x="2054" y="2520"/>
                  <a:ext cx="2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a:latin typeface="Times New Roman" panose="02020603050405020304" pitchFamily="18" charset="0"/>
                    </a:rPr>
                    <a:t>D</a:t>
                  </a:r>
                  <a:r>
                    <a:rPr lang="en-US" altLang="en-US" sz="1800" baseline="-25000">
                      <a:latin typeface="Times New Roman" panose="02020603050405020304" pitchFamily="18" charset="0"/>
                    </a:rPr>
                    <a:t>B</a:t>
                  </a:r>
                </a:p>
              </p:txBody>
            </p:sp>
          </p:grpSp>
          <p:sp>
            <p:nvSpPr>
              <p:cNvPr id="1572901" name="Line 37">
                <a:extLst>
                  <a:ext uri="{FF2B5EF4-FFF2-40B4-BE49-F238E27FC236}">
                    <a16:creationId xmlns:a16="http://schemas.microsoft.com/office/drawing/2014/main" id="{B9F6C2A3-B9DC-4945-B3AF-C749C6B3C04F}"/>
                  </a:ext>
                </a:extLst>
              </p:cNvPr>
              <p:cNvSpPr>
                <a:spLocks noChangeShapeType="1"/>
              </p:cNvSpPr>
              <p:nvPr/>
            </p:nvSpPr>
            <p:spPr bwMode="auto">
              <a:xfrm>
                <a:off x="3216" y="1680"/>
                <a:ext cx="1104"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grpSp>
      </p:grpSp>
      <p:sp>
        <p:nvSpPr>
          <p:cNvPr id="1572902" name="Text Box 38">
            <a:extLst>
              <a:ext uri="{FF2B5EF4-FFF2-40B4-BE49-F238E27FC236}">
                <a16:creationId xmlns:a16="http://schemas.microsoft.com/office/drawing/2014/main" id="{81E8EEE0-A597-434A-BB2A-840140B68037}"/>
              </a:ext>
            </a:extLst>
          </p:cNvPr>
          <p:cNvSpPr txBox="1">
            <a:spLocks noChangeArrowheads="1"/>
          </p:cNvSpPr>
          <p:nvPr/>
        </p:nvSpPr>
        <p:spPr bwMode="auto">
          <a:xfrm>
            <a:off x="3048000" y="381000"/>
            <a:ext cx="30035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b="1">
                <a:latin typeface="Times New Roman" panose="02020603050405020304" pitchFamily="18" charset="0"/>
              </a:rPr>
              <a:t>Public-Key Basic Concept</a:t>
            </a:r>
          </a:p>
        </p:txBody>
      </p:sp>
      <p:sp>
        <p:nvSpPr>
          <p:cNvPr id="1572941" name="AutoShape 77">
            <a:extLst>
              <a:ext uri="{FF2B5EF4-FFF2-40B4-BE49-F238E27FC236}">
                <a16:creationId xmlns:a16="http://schemas.microsoft.com/office/drawing/2014/main" id="{0EAAAA8D-9F80-4BE1-A1DD-3B5AC25C0BB1}"/>
              </a:ext>
            </a:extLst>
          </p:cNvPr>
          <p:cNvSpPr>
            <a:spLocks noChangeArrowheads="1"/>
          </p:cNvSpPr>
          <p:nvPr/>
        </p:nvSpPr>
        <p:spPr bwMode="auto">
          <a:xfrm rot="5400000">
            <a:off x="4610100" y="266700"/>
            <a:ext cx="304800" cy="4191000"/>
          </a:xfrm>
          <a:prstGeom prst="can">
            <a:avLst>
              <a:gd name="adj" fmla="val 24635"/>
            </a:avLst>
          </a:prstGeom>
          <a:solidFill>
            <a:srgbClr val="9999FF"/>
          </a:solidFill>
          <a:ln w="9525">
            <a:solidFill>
              <a:srgbClr val="9999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72942" name="Rectangle 78">
            <a:extLst>
              <a:ext uri="{FF2B5EF4-FFF2-40B4-BE49-F238E27FC236}">
                <a16:creationId xmlns:a16="http://schemas.microsoft.com/office/drawing/2014/main" id="{F55A737E-8F70-409B-B634-82F6C9526AC2}"/>
              </a:ext>
            </a:extLst>
          </p:cNvPr>
          <p:cNvSpPr>
            <a:spLocks noChangeArrowheads="1"/>
          </p:cNvSpPr>
          <p:nvPr/>
        </p:nvSpPr>
        <p:spPr bwMode="auto">
          <a:xfrm>
            <a:off x="1905000" y="1828800"/>
            <a:ext cx="762000" cy="990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sz="1000" dirty="0"/>
              <a:t>Man needs </a:t>
            </a:r>
          </a:p>
          <a:p>
            <a:r>
              <a:rPr lang="en-US" altLang="en-US" sz="1000" dirty="0"/>
              <a:t>Woman, </a:t>
            </a:r>
          </a:p>
          <a:p>
            <a:r>
              <a:rPr lang="en-US" altLang="en-US" sz="1000" dirty="0"/>
              <a:t>Woman </a:t>
            </a:r>
          </a:p>
          <a:p>
            <a:r>
              <a:rPr lang="en-US" altLang="en-US" sz="1000" dirty="0"/>
              <a:t>Needs</a:t>
            </a:r>
          </a:p>
          <a:p>
            <a:r>
              <a:rPr lang="en-US" altLang="en-US" sz="1000" dirty="0"/>
              <a:t>Money for </a:t>
            </a:r>
          </a:p>
          <a:p>
            <a:r>
              <a:rPr lang="en-US" altLang="en-US" sz="1000" dirty="0"/>
              <a:t>shopping</a:t>
            </a:r>
          </a:p>
        </p:txBody>
      </p:sp>
      <p:sp>
        <p:nvSpPr>
          <p:cNvPr id="1572943" name="Rectangle 79">
            <a:extLst>
              <a:ext uri="{FF2B5EF4-FFF2-40B4-BE49-F238E27FC236}">
                <a16:creationId xmlns:a16="http://schemas.microsoft.com/office/drawing/2014/main" id="{F2CCD9CE-720F-4A7B-8C2D-5BDD0EA3555A}"/>
              </a:ext>
            </a:extLst>
          </p:cNvPr>
          <p:cNvSpPr>
            <a:spLocks noChangeArrowheads="1"/>
          </p:cNvSpPr>
          <p:nvPr/>
        </p:nvSpPr>
        <p:spPr bwMode="auto">
          <a:xfrm>
            <a:off x="4267200" y="1828800"/>
            <a:ext cx="762000" cy="990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sz="1000"/>
              <a:t>123456696</a:t>
            </a:r>
          </a:p>
          <a:p>
            <a:r>
              <a:rPr lang="en-US" altLang="en-US" sz="1000"/>
              <a:t>096785403</a:t>
            </a:r>
          </a:p>
          <a:p>
            <a:r>
              <a:rPr lang="en-US" altLang="en-US" sz="1000"/>
              <a:t>657849302</a:t>
            </a:r>
          </a:p>
          <a:p>
            <a:r>
              <a:rPr lang="en-US" altLang="en-US" sz="1000"/>
              <a:t>610395867</a:t>
            </a:r>
          </a:p>
          <a:p>
            <a:r>
              <a:rPr lang="en-US" altLang="en-US" sz="1000"/>
              <a:t>567484509</a:t>
            </a:r>
          </a:p>
          <a:p>
            <a:r>
              <a:rPr lang="en-US" altLang="en-US" sz="1000"/>
              <a:t>121212347</a:t>
            </a:r>
          </a:p>
        </p:txBody>
      </p:sp>
      <p:sp>
        <p:nvSpPr>
          <p:cNvPr id="1572944" name="Rectangle 80">
            <a:extLst>
              <a:ext uri="{FF2B5EF4-FFF2-40B4-BE49-F238E27FC236}">
                <a16:creationId xmlns:a16="http://schemas.microsoft.com/office/drawing/2014/main" id="{88AAD608-0B3D-4CFD-BB76-1C3B8AAE3498}"/>
              </a:ext>
            </a:extLst>
          </p:cNvPr>
          <p:cNvSpPr>
            <a:spLocks noChangeArrowheads="1"/>
          </p:cNvSpPr>
          <p:nvPr/>
        </p:nvSpPr>
        <p:spPr bwMode="auto">
          <a:xfrm>
            <a:off x="6858000" y="1828800"/>
            <a:ext cx="762000" cy="990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sz="1000"/>
              <a:t>Man needs</a:t>
            </a:r>
          </a:p>
          <a:p>
            <a:r>
              <a:rPr lang="en-US" altLang="en-US" sz="1000"/>
              <a:t>Woman, </a:t>
            </a:r>
          </a:p>
          <a:p>
            <a:r>
              <a:rPr lang="en-US" altLang="en-US" sz="1000"/>
              <a:t>Woman </a:t>
            </a:r>
          </a:p>
          <a:p>
            <a:r>
              <a:rPr lang="en-US" altLang="en-US" sz="1000"/>
              <a:t>Needs</a:t>
            </a:r>
          </a:p>
          <a:p>
            <a:r>
              <a:rPr lang="en-US" altLang="en-US" sz="1000"/>
              <a:t>Money for </a:t>
            </a:r>
          </a:p>
          <a:p>
            <a:r>
              <a:rPr lang="en-US" altLang="en-US" sz="1000"/>
              <a:t>shopping</a:t>
            </a:r>
          </a:p>
        </p:txBody>
      </p:sp>
      <p:sp>
        <p:nvSpPr>
          <p:cNvPr id="1572945" name="Text Box 81">
            <a:extLst>
              <a:ext uri="{FF2B5EF4-FFF2-40B4-BE49-F238E27FC236}">
                <a16:creationId xmlns:a16="http://schemas.microsoft.com/office/drawing/2014/main" id="{00A86222-C412-48F0-9C01-56A95A545D97}"/>
              </a:ext>
            </a:extLst>
          </p:cNvPr>
          <p:cNvSpPr txBox="1">
            <a:spLocks noChangeArrowheads="1"/>
          </p:cNvSpPr>
          <p:nvPr/>
        </p:nvSpPr>
        <p:spPr bwMode="auto">
          <a:xfrm>
            <a:off x="662525" y="1219200"/>
            <a:ext cx="679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dirty="0">
                <a:latin typeface="Times New Roman" panose="02020603050405020304" pitchFamily="18" charset="0"/>
              </a:rPr>
              <a:t>Alice</a:t>
            </a:r>
          </a:p>
        </p:txBody>
      </p:sp>
      <p:sp>
        <p:nvSpPr>
          <p:cNvPr id="1572946" name="Text Box 82">
            <a:extLst>
              <a:ext uri="{FF2B5EF4-FFF2-40B4-BE49-F238E27FC236}">
                <a16:creationId xmlns:a16="http://schemas.microsoft.com/office/drawing/2014/main" id="{7972FA47-577E-4D4C-9344-2DCA5496B181}"/>
              </a:ext>
            </a:extLst>
          </p:cNvPr>
          <p:cNvSpPr txBox="1">
            <a:spLocks noChangeArrowheads="1"/>
          </p:cNvSpPr>
          <p:nvPr/>
        </p:nvSpPr>
        <p:spPr bwMode="auto">
          <a:xfrm>
            <a:off x="8243614" y="1249966"/>
            <a:ext cx="565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dirty="0">
                <a:latin typeface="Times New Roman" panose="02020603050405020304" pitchFamily="18" charset="0"/>
              </a:rPr>
              <a:t>Bob</a:t>
            </a:r>
          </a:p>
        </p:txBody>
      </p:sp>
      <p:sp>
        <p:nvSpPr>
          <p:cNvPr id="1572947" name="Text Box 83">
            <a:extLst>
              <a:ext uri="{FF2B5EF4-FFF2-40B4-BE49-F238E27FC236}">
                <a16:creationId xmlns:a16="http://schemas.microsoft.com/office/drawing/2014/main" id="{0F916CB6-5241-4B88-A713-3B4B57E12BD9}"/>
              </a:ext>
            </a:extLst>
          </p:cNvPr>
          <p:cNvSpPr txBox="1">
            <a:spLocks noChangeArrowheads="1"/>
          </p:cNvSpPr>
          <p:nvPr/>
        </p:nvSpPr>
        <p:spPr bwMode="auto">
          <a:xfrm>
            <a:off x="1600200" y="1219200"/>
            <a:ext cx="13970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sz="1800" dirty="0">
                <a:latin typeface="Times New Roman" panose="02020603050405020304" pitchFamily="18" charset="0"/>
              </a:rPr>
              <a:t>Message (M)</a:t>
            </a:r>
          </a:p>
          <a:p>
            <a:pPr algn="ctr"/>
            <a:r>
              <a:rPr lang="en-US" altLang="en-US" sz="1800" dirty="0">
                <a:latin typeface="Times New Roman" panose="02020603050405020304" pitchFamily="18" charset="0"/>
              </a:rPr>
              <a:t>Plaintext</a:t>
            </a:r>
          </a:p>
        </p:txBody>
      </p:sp>
      <p:sp>
        <p:nvSpPr>
          <p:cNvPr id="1572948" name="Text Box 84">
            <a:extLst>
              <a:ext uri="{FF2B5EF4-FFF2-40B4-BE49-F238E27FC236}">
                <a16:creationId xmlns:a16="http://schemas.microsoft.com/office/drawing/2014/main" id="{CF292736-D6E4-405D-B7F7-6575D0BE69F3}"/>
              </a:ext>
            </a:extLst>
          </p:cNvPr>
          <p:cNvSpPr txBox="1">
            <a:spLocks noChangeArrowheads="1"/>
          </p:cNvSpPr>
          <p:nvPr/>
        </p:nvSpPr>
        <p:spPr bwMode="auto">
          <a:xfrm>
            <a:off x="4038600" y="1447800"/>
            <a:ext cx="11493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sz="1800">
                <a:latin typeface="Times New Roman" panose="02020603050405020304" pitchFamily="18" charset="0"/>
              </a:rPr>
              <a:t>Ciphertext</a:t>
            </a:r>
          </a:p>
        </p:txBody>
      </p:sp>
      <p:sp>
        <p:nvSpPr>
          <p:cNvPr id="1572949" name="Text Box 85">
            <a:extLst>
              <a:ext uri="{FF2B5EF4-FFF2-40B4-BE49-F238E27FC236}">
                <a16:creationId xmlns:a16="http://schemas.microsoft.com/office/drawing/2014/main" id="{3DF344F8-6EB6-49B3-9CD7-ACC1790A0E7A}"/>
              </a:ext>
            </a:extLst>
          </p:cNvPr>
          <p:cNvSpPr txBox="1">
            <a:spLocks noChangeArrowheads="1"/>
          </p:cNvSpPr>
          <p:nvPr/>
        </p:nvSpPr>
        <p:spPr bwMode="auto">
          <a:xfrm>
            <a:off x="6553200" y="1219200"/>
            <a:ext cx="13970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sz="1800">
                <a:latin typeface="Times New Roman" panose="02020603050405020304" pitchFamily="18" charset="0"/>
              </a:rPr>
              <a:t>Message (M)</a:t>
            </a:r>
          </a:p>
          <a:p>
            <a:pPr algn="ctr"/>
            <a:r>
              <a:rPr lang="en-US" altLang="en-US" sz="1800">
                <a:latin typeface="Times New Roman" panose="02020603050405020304" pitchFamily="18" charset="0"/>
              </a:rPr>
              <a:t>Plaintext</a:t>
            </a:r>
          </a:p>
        </p:txBody>
      </p:sp>
      <p:grpSp>
        <p:nvGrpSpPr>
          <p:cNvPr id="1572950" name="Group 86">
            <a:extLst>
              <a:ext uri="{FF2B5EF4-FFF2-40B4-BE49-F238E27FC236}">
                <a16:creationId xmlns:a16="http://schemas.microsoft.com/office/drawing/2014/main" id="{69FE3DC5-72F2-4FB7-B11E-CD6AE5CF5973}"/>
              </a:ext>
            </a:extLst>
          </p:cNvPr>
          <p:cNvGrpSpPr>
            <a:grpSpLocks/>
          </p:cNvGrpSpPr>
          <p:nvPr/>
        </p:nvGrpSpPr>
        <p:grpSpPr bwMode="auto">
          <a:xfrm>
            <a:off x="5334000" y="4114800"/>
            <a:ext cx="1568450" cy="900113"/>
            <a:chOff x="3360" y="2592"/>
            <a:chExt cx="988" cy="567"/>
          </a:xfrm>
        </p:grpSpPr>
        <p:sp>
          <p:nvSpPr>
            <p:cNvPr id="1572951" name="Text Box 87">
              <a:extLst>
                <a:ext uri="{FF2B5EF4-FFF2-40B4-BE49-F238E27FC236}">
                  <a16:creationId xmlns:a16="http://schemas.microsoft.com/office/drawing/2014/main" id="{161E2CA3-0704-4598-9D44-CCEB4F9DE388}"/>
                </a:ext>
              </a:extLst>
            </p:cNvPr>
            <p:cNvSpPr txBox="1">
              <a:spLocks noChangeArrowheads="1"/>
            </p:cNvSpPr>
            <p:nvPr/>
          </p:nvSpPr>
          <p:spPr bwMode="auto">
            <a:xfrm>
              <a:off x="3360" y="2928"/>
              <a:ext cx="9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dirty="0">
                  <a:latin typeface="Times New Roman" panose="02020603050405020304" pitchFamily="18" charset="0"/>
                </a:rPr>
                <a:t>Confidentiality</a:t>
              </a:r>
            </a:p>
          </p:txBody>
        </p:sp>
        <p:sp>
          <p:nvSpPr>
            <p:cNvPr id="1572952" name="Line 88">
              <a:extLst>
                <a:ext uri="{FF2B5EF4-FFF2-40B4-BE49-F238E27FC236}">
                  <a16:creationId xmlns:a16="http://schemas.microsoft.com/office/drawing/2014/main" id="{5DE5D58F-C783-4540-BCC9-FD2D3F6D4497}"/>
                </a:ext>
              </a:extLst>
            </p:cNvPr>
            <p:cNvSpPr>
              <a:spLocks noChangeShapeType="1"/>
            </p:cNvSpPr>
            <p:nvPr/>
          </p:nvSpPr>
          <p:spPr bwMode="auto">
            <a:xfrm>
              <a:off x="3792" y="2592"/>
              <a:ext cx="0" cy="288"/>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grpSp>
      <p:pic>
        <p:nvPicPr>
          <p:cNvPr id="127" name="Picture 126">
            <a:extLst>
              <a:ext uri="{FF2B5EF4-FFF2-40B4-BE49-F238E27FC236}">
                <a16:creationId xmlns:a16="http://schemas.microsoft.com/office/drawing/2014/main" id="{AECF857E-A78D-4D38-9A65-AF17E0688BD0}"/>
              </a:ext>
            </a:extLst>
          </p:cNvPr>
          <p:cNvPicPr>
            <a:picLocks noChangeAspect="1"/>
          </p:cNvPicPr>
          <p:nvPr/>
        </p:nvPicPr>
        <p:blipFill>
          <a:blip r:embed="rId3"/>
          <a:stretch>
            <a:fillRect/>
          </a:stretch>
        </p:blipFill>
        <p:spPr>
          <a:xfrm>
            <a:off x="7899400" y="1735931"/>
            <a:ext cx="1068076" cy="1088421"/>
          </a:xfrm>
          <a:prstGeom prst="rect">
            <a:avLst/>
          </a:prstGeom>
        </p:spPr>
      </p:pic>
      <p:pic>
        <p:nvPicPr>
          <p:cNvPr id="129" name="Picture 128" descr="A black rectangle with a black background&#10;&#10;Description automatically generated with low confidence">
            <a:extLst>
              <a:ext uri="{FF2B5EF4-FFF2-40B4-BE49-F238E27FC236}">
                <a16:creationId xmlns:a16="http://schemas.microsoft.com/office/drawing/2014/main" id="{A0FB5F1C-4812-4DBF-95D1-1D190A8F98D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3175" y="1500725"/>
            <a:ext cx="1418150" cy="14181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nodeType="clickEffect">
                                  <p:stCondLst>
                                    <p:cond delay="0"/>
                                  </p:stCondLst>
                                  <p:childTnLst>
                                    <p:set>
                                      <p:cBhvr>
                                        <p:cTn id="6" dur="1" fill="hold">
                                          <p:stCondLst>
                                            <p:cond delay="0"/>
                                          </p:stCondLst>
                                        </p:cTn>
                                        <p:tgtEl>
                                          <p:spTgt spid="1572867"/>
                                        </p:tgtEl>
                                        <p:attrNameLst>
                                          <p:attrName>style.visibility</p:attrName>
                                        </p:attrNameLst>
                                      </p:cBhvr>
                                      <p:to>
                                        <p:strVal val="visible"/>
                                      </p:to>
                                    </p:set>
                                    <p:animEffect transition="in" filter="box(out)">
                                      <p:cBhvr>
                                        <p:cTn id="7" dur="1000"/>
                                        <p:tgtEl>
                                          <p:spTgt spid="157286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nodeType="clickEffect">
                                  <p:stCondLst>
                                    <p:cond delay="0"/>
                                  </p:stCondLst>
                                  <p:childTnLst>
                                    <p:set>
                                      <p:cBhvr>
                                        <p:cTn id="11" dur="1" fill="hold">
                                          <p:stCondLst>
                                            <p:cond delay="0"/>
                                          </p:stCondLst>
                                        </p:cTn>
                                        <p:tgtEl>
                                          <p:spTgt spid="1572884"/>
                                        </p:tgtEl>
                                        <p:attrNameLst>
                                          <p:attrName>style.visibility</p:attrName>
                                        </p:attrNameLst>
                                      </p:cBhvr>
                                      <p:to>
                                        <p:strVal val="visible"/>
                                      </p:to>
                                    </p:set>
                                    <p:animEffect transition="in" filter="box(out)">
                                      <p:cBhvr>
                                        <p:cTn id="12" dur="1000"/>
                                        <p:tgtEl>
                                          <p:spTgt spid="157288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nodeType="clickEffect">
                                  <p:stCondLst>
                                    <p:cond delay="0"/>
                                  </p:stCondLst>
                                  <p:childTnLst>
                                    <p:set>
                                      <p:cBhvr>
                                        <p:cTn id="16" dur="1" fill="hold">
                                          <p:stCondLst>
                                            <p:cond delay="0"/>
                                          </p:stCondLst>
                                        </p:cTn>
                                        <p:tgtEl>
                                          <p:spTgt spid="1572950"/>
                                        </p:tgtEl>
                                        <p:attrNameLst>
                                          <p:attrName>style.visibility</p:attrName>
                                        </p:attrNameLst>
                                      </p:cBhvr>
                                      <p:to>
                                        <p:strVal val="visible"/>
                                      </p:to>
                                    </p:set>
                                    <p:animEffect transition="in" filter="box(out)">
                                      <p:cBhvr>
                                        <p:cTn id="17" dur="1000"/>
                                        <p:tgtEl>
                                          <p:spTgt spid="157295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1572866"/>
                                        </p:tgtEl>
                                        <p:attrNameLst>
                                          <p:attrName>style.visibility</p:attrName>
                                        </p:attrNameLst>
                                      </p:cBhvr>
                                      <p:to>
                                        <p:strVal val="visible"/>
                                      </p:to>
                                    </p:set>
                                    <p:animEffect transition="in" filter="box(out)">
                                      <p:cBhvr>
                                        <p:cTn id="22" dur="1000"/>
                                        <p:tgtEl>
                                          <p:spTgt spid="15728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2866" grpId="0"/>
    </p:bldLst>
  </p:timing>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574914" name="Picture 2">
            <a:extLst>
              <a:ext uri="{FF2B5EF4-FFF2-40B4-BE49-F238E27FC236}">
                <a16:creationId xmlns:a16="http://schemas.microsoft.com/office/drawing/2014/main" id="{4F129F52-ED76-4877-8396-8054EC06B7B7}"/>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a:xfrm>
            <a:off x="1362479" y="2064781"/>
            <a:ext cx="6466667" cy="3790476"/>
          </a:xfrm>
        </p:spPr>
      </p:pic>
      <p:sp>
        <p:nvSpPr>
          <p:cNvPr id="3" name="Title 2">
            <a:extLst>
              <a:ext uri="{FF2B5EF4-FFF2-40B4-BE49-F238E27FC236}">
                <a16:creationId xmlns:a16="http://schemas.microsoft.com/office/drawing/2014/main" id="{E34F08F0-024A-1F42-E078-134EBDE10DE6}"/>
              </a:ext>
            </a:extLst>
          </p:cNvPr>
          <p:cNvSpPr>
            <a:spLocks noGrp="1"/>
          </p:cNvSpPr>
          <p:nvPr>
            <p:ph type="title"/>
          </p:nvPr>
        </p:nvSpPr>
        <p:spPr/>
        <p:txBody>
          <a:bodyPr/>
          <a:lstStyle/>
          <a:p>
            <a:endParaRPr lang="en-MY"/>
          </a:p>
        </p:txBody>
      </p:sp>
      <p:sp>
        <p:nvSpPr>
          <p:cNvPr id="1574915" name="Rectangle 3">
            <a:extLst>
              <a:ext uri="{FF2B5EF4-FFF2-40B4-BE49-F238E27FC236}">
                <a16:creationId xmlns:a16="http://schemas.microsoft.com/office/drawing/2014/main" id="{DC136CD3-8278-405B-BEBF-8263BD853713}"/>
              </a:ext>
            </a:extLst>
          </p:cNvPr>
          <p:cNvSpPr>
            <a:spLocks noChangeArrowheads="1"/>
          </p:cNvSpPr>
          <p:nvPr/>
        </p:nvSpPr>
        <p:spPr bwMode="auto">
          <a:xfrm>
            <a:off x="1143000" y="228600"/>
            <a:ext cx="7315200" cy="71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defRPr sz="4400">
                <a:solidFill>
                  <a:schemeClr val="tx2"/>
                </a:solidFill>
                <a:latin typeface="Arial" panose="020B0604020202020204" pitchFamily="34" charset="0"/>
              </a:defRPr>
            </a:lvl1pPr>
            <a:lvl2pPr algn="ctr">
              <a:defRPr sz="4400">
                <a:solidFill>
                  <a:schemeClr val="tx2"/>
                </a:solidFill>
                <a:latin typeface="Arial" panose="020B0604020202020204" pitchFamily="34" charset="0"/>
              </a:defRPr>
            </a:lvl2pPr>
            <a:lvl3pPr algn="ctr">
              <a:defRPr sz="4400">
                <a:solidFill>
                  <a:schemeClr val="tx2"/>
                </a:solidFill>
                <a:latin typeface="Arial" panose="020B0604020202020204" pitchFamily="34" charset="0"/>
              </a:defRPr>
            </a:lvl3pPr>
            <a:lvl4pPr algn="ctr">
              <a:defRPr sz="4400">
                <a:solidFill>
                  <a:schemeClr val="tx2"/>
                </a:solidFill>
                <a:latin typeface="Arial" panose="020B0604020202020204" pitchFamily="34" charset="0"/>
              </a:defRPr>
            </a:lvl4pPr>
            <a:lvl5pPr algn="ctr">
              <a:defRPr sz="4400">
                <a:solidFill>
                  <a:schemeClr val="tx2"/>
                </a:solidFill>
                <a:latin typeface="Arial" panose="020B0604020202020204" pitchFamily="34" charset="0"/>
              </a:defRPr>
            </a:lvl5pPr>
            <a:lvl6pPr marL="457200" algn="ctr" fontAlgn="base">
              <a:spcBef>
                <a:spcPct val="0"/>
              </a:spcBef>
              <a:spcAft>
                <a:spcPct val="0"/>
              </a:spcAft>
              <a:defRPr sz="4400">
                <a:solidFill>
                  <a:schemeClr val="tx2"/>
                </a:solidFill>
                <a:latin typeface="Arial" panose="020B0604020202020204" pitchFamily="34" charset="0"/>
              </a:defRPr>
            </a:lvl6pPr>
            <a:lvl7pPr marL="914400" algn="ctr" fontAlgn="base">
              <a:spcBef>
                <a:spcPct val="0"/>
              </a:spcBef>
              <a:spcAft>
                <a:spcPct val="0"/>
              </a:spcAft>
              <a:defRPr sz="4400">
                <a:solidFill>
                  <a:schemeClr val="tx2"/>
                </a:solidFill>
                <a:latin typeface="Arial" panose="020B0604020202020204" pitchFamily="34" charset="0"/>
              </a:defRPr>
            </a:lvl7pPr>
            <a:lvl8pPr marL="1371600" algn="ctr" fontAlgn="base">
              <a:spcBef>
                <a:spcPct val="0"/>
              </a:spcBef>
              <a:spcAft>
                <a:spcPct val="0"/>
              </a:spcAft>
              <a:defRPr sz="4400">
                <a:solidFill>
                  <a:schemeClr val="tx2"/>
                </a:solidFill>
                <a:latin typeface="Arial" panose="020B0604020202020204" pitchFamily="34" charset="0"/>
              </a:defRPr>
            </a:lvl8pPr>
            <a:lvl9pPr marL="1828800" algn="ctr" fontAlgn="base">
              <a:spcBef>
                <a:spcPct val="0"/>
              </a:spcBef>
              <a:spcAft>
                <a:spcPct val="0"/>
              </a:spcAft>
              <a:defRPr sz="4400">
                <a:solidFill>
                  <a:schemeClr val="tx2"/>
                </a:solidFill>
                <a:latin typeface="Arial" panose="020B0604020202020204" pitchFamily="34" charset="0"/>
              </a:defRPr>
            </a:lvl9pPr>
          </a:lstStyle>
          <a:p>
            <a:r>
              <a:rPr lang="en-AU" altLang="en-US" sz="3600">
                <a:solidFill>
                  <a:schemeClr val="tx1"/>
                </a:solidFill>
              </a:rPr>
              <a:t>Private-Key Cryptography</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576962" name="Text Box 2">
            <a:extLst>
              <a:ext uri="{FF2B5EF4-FFF2-40B4-BE49-F238E27FC236}">
                <a16:creationId xmlns:a16="http://schemas.microsoft.com/office/drawing/2014/main" id="{59062C75-024D-43F0-BDB9-122E679C3F7E}"/>
              </a:ext>
            </a:extLst>
          </p:cNvPr>
          <p:cNvSpPr txBox="1">
            <a:spLocks noChangeArrowheads="1"/>
          </p:cNvSpPr>
          <p:nvPr/>
        </p:nvSpPr>
        <p:spPr bwMode="auto">
          <a:xfrm>
            <a:off x="212725" y="1636713"/>
            <a:ext cx="184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sz="1800"/>
          </a:p>
        </p:txBody>
      </p:sp>
      <p:sp>
        <p:nvSpPr>
          <p:cNvPr id="1576964" name="Rectangle 4">
            <a:extLst>
              <a:ext uri="{FF2B5EF4-FFF2-40B4-BE49-F238E27FC236}">
                <a16:creationId xmlns:a16="http://schemas.microsoft.com/office/drawing/2014/main" id="{B8DF4B6B-DA97-4531-A212-7933DE42B90E}"/>
              </a:ext>
            </a:extLst>
          </p:cNvPr>
          <p:cNvSpPr>
            <a:spLocks noChangeArrowheads="1"/>
          </p:cNvSpPr>
          <p:nvPr/>
        </p:nvSpPr>
        <p:spPr bwMode="auto">
          <a:xfrm>
            <a:off x="1043608" y="188640"/>
            <a:ext cx="7315200" cy="71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defRPr sz="4400">
                <a:solidFill>
                  <a:schemeClr val="tx2"/>
                </a:solidFill>
                <a:latin typeface="Arial" panose="020B0604020202020204" pitchFamily="34" charset="0"/>
              </a:defRPr>
            </a:lvl1pPr>
            <a:lvl2pPr algn="ctr">
              <a:defRPr sz="4400">
                <a:solidFill>
                  <a:schemeClr val="tx2"/>
                </a:solidFill>
                <a:latin typeface="Arial" panose="020B0604020202020204" pitchFamily="34" charset="0"/>
              </a:defRPr>
            </a:lvl2pPr>
            <a:lvl3pPr algn="ctr">
              <a:defRPr sz="4400">
                <a:solidFill>
                  <a:schemeClr val="tx2"/>
                </a:solidFill>
                <a:latin typeface="Arial" panose="020B0604020202020204" pitchFamily="34" charset="0"/>
              </a:defRPr>
            </a:lvl3pPr>
            <a:lvl4pPr algn="ctr">
              <a:defRPr sz="4400">
                <a:solidFill>
                  <a:schemeClr val="tx2"/>
                </a:solidFill>
                <a:latin typeface="Arial" panose="020B0604020202020204" pitchFamily="34" charset="0"/>
              </a:defRPr>
            </a:lvl4pPr>
            <a:lvl5pPr algn="ctr">
              <a:defRPr sz="4400">
                <a:solidFill>
                  <a:schemeClr val="tx2"/>
                </a:solidFill>
                <a:latin typeface="Arial" panose="020B0604020202020204" pitchFamily="34" charset="0"/>
              </a:defRPr>
            </a:lvl5pPr>
            <a:lvl6pPr marL="457200" algn="ctr" fontAlgn="base">
              <a:spcBef>
                <a:spcPct val="0"/>
              </a:spcBef>
              <a:spcAft>
                <a:spcPct val="0"/>
              </a:spcAft>
              <a:defRPr sz="4400">
                <a:solidFill>
                  <a:schemeClr val="tx2"/>
                </a:solidFill>
                <a:latin typeface="Arial" panose="020B0604020202020204" pitchFamily="34" charset="0"/>
              </a:defRPr>
            </a:lvl6pPr>
            <a:lvl7pPr marL="914400" algn="ctr" fontAlgn="base">
              <a:spcBef>
                <a:spcPct val="0"/>
              </a:spcBef>
              <a:spcAft>
                <a:spcPct val="0"/>
              </a:spcAft>
              <a:defRPr sz="4400">
                <a:solidFill>
                  <a:schemeClr val="tx2"/>
                </a:solidFill>
                <a:latin typeface="Arial" panose="020B0604020202020204" pitchFamily="34" charset="0"/>
              </a:defRPr>
            </a:lvl7pPr>
            <a:lvl8pPr marL="1371600" algn="ctr" fontAlgn="base">
              <a:spcBef>
                <a:spcPct val="0"/>
              </a:spcBef>
              <a:spcAft>
                <a:spcPct val="0"/>
              </a:spcAft>
              <a:defRPr sz="4400">
                <a:solidFill>
                  <a:schemeClr val="tx2"/>
                </a:solidFill>
                <a:latin typeface="Arial" panose="020B0604020202020204" pitchFamily="34" charset="0"/>
              </a:defRPr>
            </a:lvl8pPr>
            <a:lvl9pPr marL="1828800" algn="ctr" fontAlgn="base">
              <a:spcBef>
                <a:spcPct val="0"/>
              </a:spcBef>
              <a:spcAft>
                <a:spcPct val="0"/>
              </a:spcAft>
              <a:defRPr sz="4400">
                <a:solidFill>
                  <a:schemeClr val="tx2"/>
                </a:solidFill>
                <a:latin typeface="Arial" panose="020B0604020202020204" pitchFamily="34" charset="0"/>
              </a:defRPr>
            </a:lvl9pPr>
          </a:lstStyle>
          <a:p>
            <a:r>
              <a:rPr lang="en-AU" altLang="en-US" sz="2400" dirty="0">
                <a:solidFill>
                  <a:schemeClr val="tx1"/>
                </a:solidFill>
              </a:rPr>
              <a:t>Public-Key Cryptography Options</a:t>
            </a:r>
          </a:p>
        </p:txBody>
      </p:sp>
      <p:sp>
        <p:nvSpPr>
          <p:cNvPr id="2" name="Rectangle 1">
            <a:extLst>
              <a:ext uri="{FF2B5EF4-FFF2-40B4-BE49-F238E27FC236}">
                <a16:creationId xmlns:a16="http://schemas.microsoft.com/office/drawing/2014/main" id="{28139F38-20C5-4952-A0FF-44BA9A79EDB8}"/>
              </a:ext>
            </a:extLst>
          </p:cNvPr>
          <p:cNvSpPr/>
          <p:nvPr/>
        </p:nvSpPr>
        <p:spPr bwMode="auto">
          <a:xfrm>
            <a:off x="251520" y="894309"/>
            <a:ext cx="8640960" cy="2880320"/>
          </a:xfrm>
          <a:prstGeom prst="rect">
            <a:avLst/>
          </a:prstGeom>
          <a:solidFill>
            <a:schemeClr val="accent4">
              <a:lumMod val="40000"/>
              <a:lumOff val="60000"/>
            </a:schemeClr>
          </a:solidFill>
          <a:ln w="12700" cap="flat" cmpd="sng" algn="ctr">
            <a:noFill/>
            <a:prstDash val="solid"/>
            <a:round/>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vert="horz" wrap="square" lIns="91440" tIns="45720" rIns="91440" bIns="45720" numCol="1" rtlCol="0" anchor="ctr" anchorCtr="0" compatLnSpc="1">
            <a:prstTxWarp prst="textNoShape">
              <a:avLst/>
            </a:prstTxWarp>
          </a:bodyPr>
          <a:lstStyle/>
          <a:p>
            <a:pPr marL="0" marR="0" indent="0" algn="just"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rPr>
              <a:t>There are many forms of public-key cryptography, including:</a:t>
            </a:r>
          </a:p>
          <a:p>
            <a:pPr marL="0" marR="0" indent="0" algn="just"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charset="0"/>
            </a:endParaRPr>
          </a:p>
          <a:p>
            <a:pPr marL="342900" marR="0" indent="-342900" algn="just" defTabSz="914400" rtl="0" eaLnBrk="1" fontAlgn="base" latinLnBrk="0" hangingPunct="1">
              <a:lnSpc>
                <a:spcPct val="100000"/>
              </a:lnSpc>
              <a:spcBef>
                <a:spcPct val="0"/>
              </a:spcBef>
              <a:spcAft>
                <a:spcPct val="0"/>
              </a:spcAft>
              <a:buClrTx/>
              <a:buSzTx/>
              <a:buFont typeface="+mj-lt"/>
              <a:buAutoNum type="arabicPeriod"/>
              <a:tabLst/>
            </a:pPr>
            <a:r>
              <a:rPr kumimoji="0" lang="en-US" sz="1800" b="0" i="0" u="none" strike="noStrike" cap="none" normalizeH="0" baseline="0" dirty="0">
                <a:ln>
                  <a:noFill/>
                </a:ln>
                <a:solidFill>
                  <a:schemeClr val="tx1"/>
                </a:solidFill>
                <a:effectLst/>
                <a:latin typeface="Arial" charset="0"/>
              </a:rPr>
              <a:t>Public-key encryption — keeping a message secret from anyone that does not possess a specific private key.</a:t>
            </a:r>
          </a:p>
          <a:p>
            <a:pPr marL="342900" marR="0" indent="-342900" algn="just" defTabSz="914400" rtl="0" eaLnBrk="1" fontAlgn="base" latinLnBrk="0" hangingPunct="1">
              <a:lnSpc>
                <a:spcPct val="100000"/>
              </a:lnSpc>
              <a:spcBef>
                <a:spcPct val="0"/>
              </a:spcBef>
              <a:spcAft>
                <a:spcPct val="0"/>
              </a:spcAft>
              <a:buClrTx/>
              <a:buSzTx/>
              <a:buFont typeface="+mj-lt"/>
              <a:buAutoNum type="arabicPeriod"/>
              <a:tabLst/>
            </a:pPr>
            <a:endParaRPr kumimoji="0" lang="en-US" sz="1800" b="0" i="0" u="none" strike="noStrike" cap="none" normalizeH="0" baseline="0" dirty="0">
              <a:ln>
                <a:noFill/>
              </a:ln>
              <a:solidFill>
                <a:schemeClr val="tx1"/>
              </a:solidFill>
              <a:effectLst/>
              <a:latin typeface="Arial" charset="0"/>
            </a:endParaRPr>
          </a:p>
          <a:p>
            <a:pPr marL="342900" marR="0" indent="-342900" algn="just" defTabSz="914400" rtl="0" eaLnBrk="1" fontAlgn="base" latinLnBrk="0" hangingPunct="1">
              <a:lnSpc>
                <a:spcPct val="100000"/>
              </a:lnSpc>
              <a:spcBef>
                <a:spcPct val="0"/>
              </a:spcBef>
              <a:spcAft>
                <a:spcPct val="0"/>
              </a:spcAft>
              <a:buClrTx/>
              <a:buSzTx/>
              <a:buFont typeface="+mj-lt"/>
              <a:buAutoNum type="arabicPeriod"/>
              <a:tabLst/>
            </a:pPr>
            <a:r>
              <a:rPr kumimoji="0" lang="en-US" sz="1800" b="0" i="0" u="none" strike="noStrike" cap="none" normalizeH="0" baseline="0" dirty="0">
                <a:ln>
                  <a:noFill/>
                </a:ln>
                <a:solidFill>
                  <a:schemeClr val="tx1"/>
                </a:solidFill>
                <a:effectLst/>
                <a:latin typeface="Arial" charset="0"/>
              </a:rPr>
              <a:t>Public-key digital signature — allowing anyone to verify that a message was created with a specific private key.</a:t>
            </a:r>
          </a:p>
          <a:p>
            <a:pPr marL="342900" marR="0" indent="-342900" algn="just" defTabSz="914400" rtl="0" eaLnBrk="1" fontAlgn="base" latinLnBrk="0" hangingPunct="1">
              <a:lnSpc>
                <a:spcPct val="100000"/>
              </a:lnSpc>
              <a:spcBef>
                <a:spcPct val="0"/>
              </a:spcBef>
              <a:spcAft>
                <a:spcPct val="0"/>
              </a:spcAft>
              <a:buClrTx/>
              <a:buSzTx/>
              <a:buFont typeface="+mj-lt"/>
              <a:buAutoNum type="arabicPeriod"/>
              <a:tabLst/>
            </a:pPr>
            <a:endParaRPr kumimoji="0" lang="en-US" sz="1800" b="0" i="0" u="none" strike="noStrike" cap="none" normalizeH="0" baseline="0" dirty="0">
              <a:ln>
                <a:noFill/>
              </a:ln>
              <a:solidFill>
                <a:schemeClr val="tx1"/>
              </a:solidFill>
              <a:effectLst/>
              <a:latin typeface="Arial" charset="0"/>
            </a:endParaRPr>
          </a:p>
          <a:p>
            <a:pPr marL="342900" marR="0" indent="-342900" algn="just" defTabSz="914400" rtl="0" eaLnBrk="1" fontAlgn="base" latinLnBrk="0" hangingPunct="1">
              <a:lnSpc>
                <a:spcPct val="100000"/>
              </a:lnSpc>
              <a:spcBef>
                <a:spcPct val="0"/>
              </a:spcBef>
              <a:spcAft>
                <a:spcPct val="0"/>
              </a:spcAft>
              <a:buClrTx/>
              <a:buSzTx/>
              <a:buFont typeface="+mj-lt"/>
              <a:buAutoNum type="arabicPeriod"/>
              <a:tabLst/>
            </a:pPr>
            <a:r>
              <a:rPr kumimoji="0" lang="en-US" sz="1800" b="0" i="0" u="none" strike="noStrike" cap="none" normalizeH="0" baseline="0" dirty="0">
                <a:ln>
                  <a:noFill/>
                </a:ln>
                <a:solidFill>
                  <a:schemeClr val="tx1"/>
                </a:solidFill>
                <a:effectLst/>
                <a:latin typeface="Arial" charset="0"/>
              </a:rPr>
              <a:t>key agreement — generally, allowing two parties that may not initially share a secret key to agree on one.</a:t>
            </a:r>
          </a:p>
        </p:txBody>
      </p:sp>
      <p:sp>
        <p:nvSpPr>
          <p:cNvPr id="10" name="Rectangle 9">
            <a:extLst>
              <a:ext uri="{FF2B5EF4-FFF2-40B4-BE49-F238E27FC236}">
                <a16:creationId xmlns:a16="http://schemas.microsoft.com/office/drawing/2014/main" id="{5E182028-6AB0-41C8-AEB3-9A1A4ADCA5C7}"/>
              </a:ext>
            </a:extLst>
          </p:cNvPr>
          <p:cNvSpPr/>
          <p:nvPr/>
        </p:nvSpPr>
        <p:spPr bwMode="auto">
          <a:xfrm>
            <a:off x="233684" y="3936478"/>
            <a:ext cx="8658795" cy="1080120"/>
          </a:xfrm>
          <a:prstGeom prst="rect">
            <a:avLst/>
          </a:prstGeom>
          <a:solidFill>
            <a:schemeClr val="accent6">
              <a:lumMod val="40000"/>
              <a:lumOff val="60000"/>
            </a:schemeClr>
          </a:solidFill>
          <a:ln w="12700" cap="flat" cmpd="sng" algn="ctr">
            <a:solidFill>
              <a:schemeClr val="accent6">
                <a:lumMod val="40000"/>
                <a:lumOff val="60000"/>
              </a:schemeClr>
            </a:solidFill>
            <a:prstDash val="solid"/>
            <a:round/>
            <a:headEnd type="none" w="med" len="med"/>
            <a:tailEnd type="none" w="med" len="me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vert="horz" wrap="square" lIns="91440" tIns="45720" rIns="91440" bIns="45720" numCol="1" rtlCol="0" anchor="ctr" anchorCtr="0" compatLnSpc="1">
            <a:prstTxWarp prst="textNoShape">
              <a:avLst/>
            </a:prstTxWarp>
          </a:bodyPr>
          <a:lstStyle/>
          <a:p>
            <a:pPr algn="just"/>
            <a:r>
              <a:rPr lang="en-US" altLang="en-US" sz="1800" dirty="0">
                <a:latin typeface="Calibri" panose="020F0502020204030204" pitchFamily="34" charset="0"/>
                <a:cs typeface="Calibri" panose="020F0502020204030204" pitchFamily="34" charset="0"/>
              </a:rPr>
              <a:t>The most obvious application of a </a:t>
            </a:r>
            <a:r>
              <a:rPr lang="en-US" altLang="en-US" sz="1800" b="1" dirty="0">
                <a:latin typeface="Calibri" panose="020F0502020204030204" pitchFamily="34" charset="0"/>
                <a:cs typeface="Calibri" panose="020F0502020204030204" pitchFamily="34" charset="0"/>
              </a:rPr>
              <a:t>public key encryption</a:t>
            </a:r>
            <a:r>
              <a:rPr lang="en-US" altLang="en-US" sz="1800" dirty="0">
                <a:latin typeface="Calibri" panose="020F0502020204030204" pitchFamily="34" charset="0"/>
                <a:cs typeface="Calibri" panose="020F0502020204030204" pitchFamily="34" charset="0"/>
              </a:rPr>
              <a:t> system is </a:t>
            </a:r>
            <a:r>
              <a:rPr lang="en-US" altLang="en-US" sz="1800" b="1" dirty="0">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confidentiality</a:t>
            </a:r>
            <a:r>
              <a:rPr lang="en-US" altLang="en-US" sz="1800" dirty="0">
                <a:latin typeface="Calibri" panose="020F0502020204030204" pitchFamily="34" charset="0"/>
                <a:cs typeface="Calibri" panose="020F0502020204030204" pitchFamily="34" charset="0"/>
              </a:rPr>
              <a:t>; a message that a sender encrypts using the recipient's public key can only be decrypted by the recipient's paired private key.</a:t>
            </a:r>
          </a:p>
        </p:txBody>
      </p:sp>
      <p:sp>
        <p:nvSpPr>
          <p:cNvPr id="11" name="Rectangle 10">
            <a:extLst>
              <a:ext uri="{FF2B5EF4-FFF2-40B4-BE49-F238E27FC236}">
                <a16:creationId xmlns:a16="http://schemas.microsoft.com/office/drawing/2014/main" id="{77DABE51-E971-4718-807B-1B764A430CE5}"/>
              </a:ext>
            </a:extLst>
          </p:cNvPr>
          <p:cNvSpPr/>
          <p:nvPr/>
        </p:nvSpPr>
        <p:spPr bwMode="auto">
          <a:xfrm>
            <a:off x="212725" y="5165452"/>
            <a:ext cx="8679754" cy="1296144"/>
          </a:xfrm>
          <a:prstGeom prst="rect">
            <a:avLst/>
          </a:prstGeom>
          <a:solidFill>
            <a:schemeClr val="accent6">
              <a:lumMod val="40000"/>
              <a:lumOff val="60000"/>
            </a:schemeClr>
          </a:solidFill>
          <a:ln w="12700" cap="flat" cmpd="sng" algn="ctr">
            <a:solidFill>
              <a:schemeClr val="accent6">
                <a:lumMod val="40000"/>
                <a:lumOff val="60000"/>
              </a:schemeClr>
            </a:solidFill>
            <a:prstDash val="solid"/>
            <a:round/>
            <a:headEnd type="none" w="med" len="med"/>
            <a:tailEnd type="none" w="med" len="me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vert="horz" wrap="square" lIns="91440" tIns="45720" rIns="91440" bIns="45720" numCol="1" rtlCol="0" anchor="ctr" anchorCtr="0" compatLnSpc="1">
            <a:prstTxWarp prst="textNoShape">
              <a:avLst/>
            </a:prstTxWarp>
          </a:bodyPr>
          <a:lstStyle/>
          <a:p>
            <a:pPr algn="just"/>
            <a:r>
              <a:rPr lang="en-US" altLang="en-US" sz="1800" dirty="0">
                <a:latin typeface="Calibri" panose="020F0502020204030204" pitchFamily="34" charset="0"/>
                <a:cs typeface="Calibri" panose="020F0502020204030204" pitchFamily="34" charset="0"/>
              </a:rPr>
              <a:t>Public-key </a:t>
            </a:r>
            <a:r>
              <a:rPr lang="en-US" altLang="en-US" sz="1800" b="1" dirty="0">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digital signature algorithms </a:t>
            </a:r>
            <a:r>
              <a:rPr lang="en-US" altLang="en-US" sz="1800" dirty="0">
                <a:latin typeface="Calibri" panose="020F0502020204030204" pitchFamily="34" charset="0"/>
                <a:cs typeface="Calibri" panose="020F0502020204030204" pitchFamily="34" charset="0"/>
              </a:rPr>
              <a:t>can be used for sender </a:t>
            </a:r>
            <a:r>
              <a:rPr lang="en-US" altLang="en-US" sz="1800" b="1" dirty="0">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authentication</a:t>
            </a:r>
            <a:r>
              <a:rPr lang="en-US" altLang="en-US" sz="1800" dirty="0">
                <a:latin typeface="Calibri" panose="020F0502020204030204" pitchFamily="34" charset="0"/>
                <a:cs typeface="Calibri" panose="020F0502020204030204" pitchFamily="34" charset="0"/>
              </a:rPr>
              <a:t>. For instance, a user can encrypt a message with his own private key and send it. If another user can successfully decrypt it using the corresponding public key, this provides assurance that the first user (and no other) sent it.</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1058" name="Text Box 2">
            <a:extLst>
              <a:ext uri="{FF2B5EF4-FFF2-40B4-BE49-F238E27FC236}">
                <a16:creationId xmlns:a16="http://schemas.microsoft.com/office/drawing/2014/main" id="{9AC2AA91-2B2D-4339-AFA2-14B40B07041E}"/>
              </a:ext>
            </a:extLst>
          </p:cNvPr>
          <p:cNvSpPr txBox="1">
            <a:spLocks noChangeArrowheads="1"/>
          </p:cNvSpPr>
          <p:nvPr/>
        </p:nvSpPr>
        <p:spPr bwMode="auto">
          <a:xfrm>
            <a:off x="1905000" y="4953000"/>
            <a:ext cx="614270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FontTx/>
              <a:buChar char="•"/>
            </a:pPr>
            <a:r>
              <a:rPr lang="en-US" altLang="en-US" sz="1800" dirty="0">
                <a:latin typeface="Times New Roman" panose="02020603050405020304" pitchFamily="18" charset="0"/>
              </a:rPr>
              <a:t> This model does provide </a:t>
            </a:r>
            <a:r>
              <a:rPr lang="en-US" altLang="en-US" sz="1800" b="1" dirty="0">
                <a:latin typeface="Times New Roman" panose="02020603050405020304" pitchFamily="18" charset="0"/>
              </a:rPr>
              <a:t>authentication</a:t>
            </a:r>
            <a:r>
              <a:rPr lang="en-US" altLang="en-US" sz="1800" dirty="0">
                <a:latin typeface="Times New Roman" panose="02020603050405020304" pitchFamily="18" charset="0"/>
              </a:rPr>
              <a:t> and </a:t>
            </a:r>
            <a:r>
              <a:rPr lang="en-US" altLang="en-US" sz="1800" b="1" dirty="0">
                <a:latin typeface="Times New Roman" panose="02020603050405020304" pitchFamily="18" charset="0"/>
              </a:rPr>
              <a:t>digital signature</a:t>
            </a:r>
          </a:p>
        </p:txBody>
      </p:sp>
      <p:sp>
        <p:nvSpPr>
          <p:cNvPr id="1581059" name="Text Box 3">
            <a:extLst>
              <a:ext uri="{FF2B5EF4-FFF2-40B4-BE49-F238E27FC236}">
                <a16:creationId xmlns:a16="http://schemas.microsoft.com/office/drawing/2014/main" id="{358DA778-4001-489E-B6E6-F353012CF87F}"/>
              </a:ext>
            </a:extLst>
          </p:cNvPr>
          <p:cNvSpPr txBox="1">
            <a:spLocks noChangeArrowheads="1"/>
          </p:cNvSpPr>
          <p:nvPr/>
        </p:nvSpPr>
        <p:spPr bwMode="auto">
          <a:xfrm>
            <a:off x="2133600" y="357188"/>
            <a:ext cx="4470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b="1" dirty="0">
                <a:latin typeface="Times New Roman" panose="02020603050405020304" pitchFamily="18" charset="0"/>
              </a:rPr>
              <a:t>To Provide Authentication &amp; Signature</a:t>
            </a:r>
          </a:p>
        </p:txBody>
      </p:sp>
      <p:sp>
        <p:nvSpPr>
          <p:cNvPr id="1581098" name="AutoShape 42">
            <a:extLst>
              <a:ext uri="{FF2B5EF4-FFF2-40B4-BE49-F238E27FC236}">
                <a16:creationId xmlns:a16="http://schemas.microsoft.com/office/drawing/2014/main" id="{5498E35B-D133-4CE6-AFFF-D12D133F494D}"/>
              </a:ext>
            </a:extLst>
          </p:cNvPr>
          <p:cNvSpPr>
            <a:spLocks noChangeArrowheads="1"/>
          </p:cNvSpPr>
          <p:nvPr/>
        </p:nvSpPr>
        <p:spPr bwMode="auto">
          <a:xfrm rot="5400000">
            <a:off x="4610100" y="266700"/>
            <a:ext cx="304800" cy="4191000"/>
          </a:xfrm>
          <a:prstGeom prst="can">
            <a:avLst>
              <a:gd name="adj" fmla="val 24635"/>
            </a:avLst>
          </a:prstGeom>
          <a:solidFill>
            <a:srgbClr val="9999FF"/>
          </a:solidFill>
          <a:ln w="9525">
            <a:solidFill>
              <a:srgbClr val="9999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81099" name="Rectangle 43">
            <a:extLst>
              <a:ext uri="{FF2B5EF4-FFF2-40B4-BE49-F238E27FC236}">
                <a16:creationId xmlns:a16="http://schemas.microsoft.com/office/drawing/2014/main" id="{1CEFCD76-728D-445A-9BF0-BB856503EDB7}"/>
              </a:ext>
            </a:extLst>
          </p:cNvPr>
          <p:cNvSpPr>
            <a:spLocks noChangeArrowheads="1"/>
          </p:cNvSpPr>
          <p:nvPr/>
        </p:nvSpPr>
        <p:spPr bwMode="auto">
          <a:xfrm>
            <a:off x="1905000" y="1828800"/>
            <a:ext cx="762000" cy="990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sz="1000" dirty="0"/>
              <a:t>Man needs </a:t>
            </a:r>
          </a:p>
          <a:p>
            <a:r>
              <a:rPr lang="en-US" altLang="en-US" sz="1000" dirty="0"/>
              <a:t>Woman, </a:t>
            </a:r>
          </a:p>
          <a:p>
            <a:r>
              <a:rPr lang="en-US" altLang="en-US" sz="1000" dirty="0"/>
              <a:t>Woman </a:t>
            </a:r>
          </a:p>
          <a:p>
            <a:r>
              <a:rPr lang="en-US" altLang="en-US" sz="1000" dirty="0"/>
              <a:t>Needs</a:t>
            </a:r>
          </a:p>
          <a:p>
            <a:r>
              <a:rPr lang="en-US" altLang="en-US" sz="1000" dirty="0"/>
              <a:t>Money for </a:t>
            </a:r>
          </a:p>
          <a:p>
            <a:r>
              <a:rPr lang="en-US" altLang="en-US" sz="1000" dirty="0"/>
              <a:t>shopping</a:t>
            </a:r>
          </a:p>
        </p:txBody>
      </p:sp>
      <p:sp>
        <p:nvSpPr>
          <p:cNvPr id="1581100" name="Rectangle 44">
            <a:extLst>
              <a:ext uri="{FF2B5EF4-FFF2-40B4-BE49-F238E27FC236}">
                <a16:creationId xmlns:a16="http://schemas.microsoft.com/office/drawing/2014/main" id="{EA99CAB4-55E7-4FB5-9923-979A4A1D3EE7}"/>
              </a:ext>
            </a:extLst>
          </p:cNvPr>
          <p:cNvSpPr>
            <a:spLocks noChangeArrowheads="1"/>
          </p:cNvSpPr>
          <p:nvPr/>
        </p:nvSpPr>
        <p:spPr bwMode="auto">
          <a:xfrm>
            <a:off x="4267200" y="1828800"/>
            <a:ext cx="762000" cy="990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sz="1000" dirty="0"/>
              <a:t>123456696</a:t>
            </a:r>
          </a:p>
          <a:p>
            <a:r>
              <a:rPr lang="en-US" altLang="en-US" sz="1000" dirty="0"/>
              <a:t>096785403</a:t>
            </a:r>
          </a:p>
          <a:p>
            <a:r>
              <a:rPr lang="en-US" altLang="en-US" sz="1000" dirty="0"/>
              <a:t>657849302</a:t>
            </a:r>
          </a:p>
          <a:p>
            <a:r>
              <a:rPr lang="en-US" altLang="en-US" sz="1000" dirty="0"/>
              <a:t>610395867</a:t>
            </a:r>
          </a:p>
          <a:p>
            <a:r>
              <a:rPr lang="en-US" altLang="en-US" sz="1000" dirty="0"/>
              <a:t>567484509</a:t>
            </a:r>
          </a:p>
          <a:p>
            <a:r>
              <a:rPr lang="en-US" altLang="en-US" sz="1000" dirty="0"/>
              <a:t>121212347</a:t>
            </a:r>
          </a:p>
        </p:txBody>
      </p:sp>
      <p:sp>
        <p:nvSpPr>
          <p:cNvPr id="1581101" name="Rectangle 45">
            <a:extLst>
              <a:ext uri="{FF2B5EF4-FFF2-40B4-BE49-F238E27FC236}">
                <a16:creationId xmlns:a16="http://schemas.microsoft.com/office/drawing/2014/main" id="{CF8252E6-80F0-4C60-8038-987D863485CD}"/>
              </a:ext>
            </a:extLst>
          </p:cNvPr>
          <p:cNvSpPr>
            <a:spLocks noChangeArrowheads="1"/>
          </p:cNvSpPr>
          <p:nvPr/>
        </p:nvSpPr>
        <p:spPr bwMode="auto">
          <a:xfrm>
            <a:off x="6858000" y="1828800"/>
            <a:ext cx="762000" cy="990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sz="1000" dirty="0"/>
              <a:t>Man needs </a:t>
            </a:r>
          </a:p>
          <a:p>
            <a:r>
              <a:rPr lang="en-US" altLang="en-US" sz="1000" dirty="0"/>
              <a:t>Woman, </a:t>
            </a:r>
          </a:p>
          <a:p>
            <a:r>
              <a:rPr lang="en-US" altLang="en-US" sz="1000" dirty="0"/>
              <a:t>Woman </a:t>
            </a:r>
          </a:p>
          <a:p>
            <a:r>
              <a:rPr lang="en-US" altLang="en-US" sz="1000" dirty="0"/>
              <a:t>Needs</a:t>
            </a:r>
          </a:p>
          <a:p>
            <a:r>
              <a:rPr lang="en-US" altLang="en-US" sz="1000" dirty="0"/>
              <a:t>Money for </a:t>
            </a:r>
          </a:p>
          <a:p>
            <a:r>
              <a:rPr lang="en-US" altLang="en-US" sz="1000" dirty="0"/>
              <a:t>shopping</a:t>
            </a:r>
          </a:p>
        </p:txBody>
      </p:sp>
      <p:sp>
        <p:nvSpPr>
          <p:cNvPr id="1581104" name="Text Box 48">
            <a:extLst>
              <a:ext uri="{FF2B5EF4-FFF2-40B4-BE49-F238E27FC236}">
                <a16:creationId xmlns:a16="http://schemas.microsoft.com/office/drawing/2014/main" id="{6E9C6B39-6580-44B6-B7DE-4BDE709B3C96}"/>
              </a:ext>
            </a:extLst>
          </p:cNvPr>
          <p:cNvSpPr txBox="1">
            <a:spLocks noChangeArrowheads="1"/>
          </p:cNvSpPr>
          <p:nvPr/>
        </p:nvSpPr>
        <p:spPr bwMode="auto">
          <a:xfrm>
            <a:off x="1600200" y="1219200"/>
            <a:ext cx="13970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sz="1800">
                <a:latin typeface="Times New Roman" panose="02020603050405020304" pitchFamily="18" charset="0"/>
              </a:rPr>
              <a:t>Message (M)</a:t>
            </a:r>
          </a:p>
          <a:p>
            <a:pPr algn="ctr"/>
            <a:r>
              <a:rPr lang="en-US" altLang="en-US" sz="1800">
                <a:latin typeface="Times New Roman" panose="02020603050405020304" pitchFamily="18" charset="0"/>
              </a:rPr>
              <a:t>Plaintext</a:t>
            </a:r>
          </a:p>
        </p:txBody>
      </p:sp>
      <p:sp>
        <p:nvSpPr>
          <p:cNvPr id="1581105" name="Text Box 49">
            <a:extLst>
              <a:ext uri="{FF2B5EF4-FFF2-40B4-BE49-F238E27FC236}">
                <a16:creationId xmlns:a16="http://schemas.microsoft.com/office/drawing/2014/main" id="{E22605D3-B75A-4E29-9A6C-D1F941D1256B}"/>
              </a:ext>
            </a:extLst>
          </p:cNvPr>
          <p:cNvSpPr txBox="1">
            <a:spLocks noChangeArrowheads="1"/>
          </p:cNvSpPr>
          <p:nvPr/>
        </p:nvSpPr>
        <p:spPr bwMode="auto">
          <a:xfrm>
            <a:off x="4038600" y="1447800"/>
            <a:ext cx="11493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sz="1800">
                <a:latin typeface="Times New Roman" panose="02020603050405020304" pitchFamily="18" charset="0"/>
              </a:rPr>
              <a:t>Ciphertext</a:t>
            </a:r>
          </a:p>
        </p:txBody>
      </p:sp>
      <p:sp>
        <p:nvSpPr>
          <p:cNvPr id="1581106" name="Text Box 50">
            <a:extLst>
              <a:ext uri="{FF2B5EF4-FFF2-40B4-BE49-F238E27FC236}">
                <a16:creationId xmlns:a16="http://schemas.microsoft.com/office/drawing/2014/main" id="{1E7C2820-59F3-463C-B215-490B917D71F3}"/>
              </a:ext>
            </a:extLst>
          </p:cNvPr>
          <p:cNvSpPr txBox="1">
            <a:spLocks noChangeArrowheads="1"/>
          </p:cNvSpPr>
          <p:nvPr/>
        </p:nvSpPr>
        <p:spPr bwMode="auto">
          <a:xfrm>
            <a:off x="6553200" y="1219200"/>
            <a:ext cx="13970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sz="1800">
                <a:latin typeface="Times New Roman" panose="02020603050405020304" pitchFamily="18" charset="0"/>
              </a:rPr>
              <a:t>Message (M)</a:t>
            </a:r>
          </a:p>
          <a:p>
            <a:pPr algn="ctr"/>
            <a:r>
              <a:rPr lang="en-US" altLang="en-US" sz="1800">
                <a:latin typeface="Times New Roman" panose="02020603050405020304" pitchFamily="18" charset="0"/>
              </a:rPr>
              <a:t>Plaintext</a:t>
            </a:r>
          </a:p>
        </p:txBody>
      </p:sp>
      <p:sp>
        <p:nvSpPr>
          <p:cNvPr id="1581107" name="Text Box 51">
            <a:extLst>
              <a:ext uri="{FF2B5EF4-FFF2-40B4-BE49-F238E27FC236}">
                <a16:creationId xmlns:a16="http://schemas.microsoft.com/office/drawing/2014/main" id="{59496419-59EA-4172-A387-2231C1E14A5C}"/>
              </a:ext>
            </a:extLst>
          </p:cNvPr>
          <p:cNvSpPr txBox="1">
            <a:spLocks noChangeArrowheads="1"/>
          </p:cNvSpPr>
          <p:nvPr/>
        </p:nvSpPr>
        <p:spPr bwMode="auto">
          <a:xfrm>
            <a:off x="1905000" y="5334000"/>
            <a:ext cx="614687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FontTx/>
              <a:buChar char="•"/>
            </a:pPr>
            <a:r>
              <a:rPr lang="en-US" altLang="en-US" sz="1800" dirty="0">
                <a:latin typeface="Times New Roman" panose="02020603050405020304" pitchFamily="18" charset="0"/>
              </a:rPr>
              <a:t> But, </a:t>
            </a:r>
            <a:r>
              <a:rPr lang="en-US" altLang="en-US" sz="1800" b="1" dirty="0">
                <a:solidFill>
                  <a:srgbClr val="FF0000"/>
                </a:solidFill>
                <a:latin typeface="Times New Roman" panose="02020603050405020304" pitchFamily="18" charset="0"/>
              </a:rPr>
              <a:t>this scheme not provide confidentiality</a:t>
            </a:r>
            <a:r>
              <a:rPr lang="en-US" altLang="en-US" sz="1800" dirty="0">
                <a:latin typeface="Times New Roman" panose="02020603050405020304" pitchFamily="18" charset="0"/>
              </a:rPr>
              <a:t>, because anyone</a:t>
            </a:r>
          </a:p>
          <a:p>
            <a:r>
              <a:rPr lang="en-US" altLang="en-US" sz="1800" dirty="0">
                <a:latin typeface="Times New Roman" panose="02020603050405020304" pitchFamily="18" charset="0"/>
              </a:rPr>
              <a:t>  has Alice’s public key can decrypt the ciphertext.</a:t>
            </a:r>
          </a:p>
        </p:txBody>
      </p:sp>
      <p:grpSp>
        <p:nvGrpSpPr>
          <p:cNvPr id="1581108" name="Group 52">
            <a:extLst>
              <a:ext uri="{FF2B5EF4-FFF2-40B4-BE49-F238E27FC236}">
                <a16:creationId xmlns:a16="http://schemas.microsoft.com/office/drawing/2014/main" id="{3F83092B-6E71-4846-9D8A-8F2016B5A9BA}"/>
              </a:ext>
            </a:extLst>
          </p:cNvPr>
          <p:cNvGrpSpPr>
            <a:grpSpLocks/>
          </p:cNvGrpSpPr>
          <p:nvPr/>
        </p:nvGrpSpPr>
        <p:grpSpPr bwMode="auto">
          <a:xfrm>
            <a:off x="2743200" y="4381500"/>
            <a:ext cx="4267200" cy="647700"/>
            <a:chOff x="1728" y="2760"/>
            <a:chExt cx="2688" cy="408"/>
          </a:xfrm>
        </p:grpSpPr>
        <p:sp>
          <p:nvSpPr>
            <p:cNvPr id="1581109" name="Freeform 53">
              <a:extLst>
                <a:ext uri="{FF2B5EF4-FFF2-40B4-BE49-F238E27FC236}">
                  <a16:creationId xmlns:a16="http://schemas.microsoft.com/office/drawing/2014/main" id="{9D3A69D3-C55E-42FD-BE72-E291024FF3A7}"/>
                </a:ext>
              </a:extLst>
            </p:cNvPr>
            <p:cNvSpPr>
              <a:spLocks/>
            </p:cNvSpPr>
            <p:nvPr/>
          </p:nvSpPr>
          <p:spPr bwMode="auto">
            <a:xfrm>
              <a:off x="1728" y="2784"/>
              <a:ext cx="2688" cy="384"/>
            </a:xfrm>
            <a:custGeom>
              <a:avLst/>
              <a:gdLst>
                <a:gd name="T0" fmla="*/ 2688 w 2688"/>
                <a:gd name="T1" fmla="*/ 384 h 384"/>
                <a:gd name="T2" fmla="*/ 2688 w 2688"/>
                <a:gd name="T3" fmla="*/ 192 h 384"/>
                <a:gd name="T4" fmla="*/ 0 w 2688"/>
                <a:gd name="T5" fmla="*/ 192 h 384"/>
                <a:gd name="T6" fmla="*/ 0 w 2688"/>
                <a:gd name="T7" fmla="*/ 0 h 384"/>
              </a:gdLst>
              <a:ahLst/>
              <a:cxnLst>
                <a:cxn ang="0">
                  <a:pos x="T0" y="T1"/>
                </a:cxn>
                <a:cxn ang="0">
                  <a:pos x="T2" y="T3"/>
                </a:cxn>
                <a:cxn ang="0">
                  <a:pos x="T4" y="T5"/>
                </a:cxn>
                <a:cxn ang="0">
                  <a:pos x="T6" y="T7"/>
                </a:cxn>
              </a:cxnLst>
              <a:rect l="0" t="0" r="r" b="b"/>
              <a:pathLst>
                <a:path w="2688" h="384">
                  <a:moveTo>
                    <a:pt x="2688" y="384"/>
                  </a:moveTo>
                  <a:lnTo>
                    <a:pt x="2688" y="192"/>
                  </a:lnTo>
                  <a:lnTo>
                    <a:pt x="0" y="192"/>
                  </a:lnTo>
                  <a:lnTo>
                    <a:pt x="0" y="0"/>
                  </a:lnTo>
                </a:path>
              </a:pathLst>
            </a:custGeom>
            <a:noFill/>
            <a:ln w="9525">
              <a:solidFill>
                <a:schemeClr val="tx1"/>
              </a:solidFill>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1581110" name="Text Box 54">
              <a:extLst>
                <a:ext uri="{FF2B5EF4-FFF2-40B4-BE49-F238E27FC236}">
                  <a16:creationId xmlns:a16="http://schemas.microsoft.com/office/drawing/2014/main" id="{1ABFCA33-0ADD-4977-9387-59E097E8407E}"/>
                </a:ext>
              </a:extLst>
            </p:cNvPr>
            <p:cNvSpPr txBox="1">
              <a:spLocks noChangeArrowheads="1"/>
            </p:cNvSpPr>
            <p:nvPr/>
          </p:nvSpPr>
          <p:spPr bwMode="auto">
            <a:xfrm>
              <a:off x="1910" y="2760"/>
              <a:ext cx="193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a:latin typeface="Times New Roman" panose="02020603050405020304" pitchFamily="18" charset="0"/>
                </a:rPr>
                <a:t>Alice has “signed” the message</a:t>
              </a:r>
            </a:p>
          </p:txBody>
        </p:sp>
      </p:grpSp>
      <p:grpSp>
        <p:nvGrpSpPr>
          <p:cNvPr id="1581111" name="Group 55">
            <a:extLst>
              <a:ext uri="{FF2B5EF4-FFF2-40B4-BE49-F238E27FC236}">
                <a16:creationId xmlns:a16="http://schemas.microsoft.com/office/drawing/2014/main" id="{5C4A6F22-21A7-4127-B0CE-A2C4C0F6ED72}"/>
              </a:ext>
            </a:extLst>
          </p:cNvPr>
          <p:cNvGrpSpPr>
            <a:grpSpLocks/>
          </p:cNvGrpSpPr>
          <p:nvPr/>
        </p:nvGrpSpPr>
        <p:grpSpPr bwMode="auto">
          <a:xfrm>
            <a:off x="2133600" y="2552700"/>
            <a:ext cx="2470150" cy="1852613"/>
            <a:chOff x="1344" y="1608"/>
            <a:chExt cx="1556" cy="1167"/>
          </a:xfrm>
        </p:grpSpPr>
        <p:grpSp>
          <p:nvGrpSpPr>
            <p:cNvPr id="1581112" name="Group 56">
              <a:extLst>
                <a:ext uri="{FF2B5EF4-FFF2-40B4-BE49-F238E27FC236}">
                  <a16:creationId xmlns:a16="http://schemas.microsoft.com/office/drawing/2014/main" id="{19CD92CB-3BA1-4AAB-B18F-5EDEC7788BFB}"/>
                </a:ext>
              </a:extLst>
            </p:cNvPr>
            <p:cNvGrpSpPr>
              <a:grpSpLocks/>
            </p:cNvGrpSpPr>
            <p:nvPr/>
          </p:nvGrpSpPr>
          <p:grpSpPr bwMode="auto">
            <a:xfrm>
              <a:off x="1344" y="1872"/>
              <a:ext cx="1556" cy="903"/>
              <a:chOff x="1344" y="1872"/>
              <a:chExt cx="1556" cy="903"/>
            </a:xfrm>
          </p:grpSpPr>
          <p:grpSp>
            <p:nvGrpSpPr>
              <p:cNvPr id="1581113" name="Group 57">
                <a:extLst>
                  <a:ext uri="{FF2B5EF4-FFF2-40B4-BE49-F238E27FC236}">
                    <a16:creationId xmlns:a16="http://schemas.microsoft.com/office/drawing/2014/main" id="{F1F3AF3C-EBCA-4251-B56D-B10C8B958982}"/>
                  </a:ext>
                </a:extLst>
              </p:cNvPr>
              <p:cNvGrpSpPr>
                <a:grpSpLocks/>
              </p:cNvGrpSpPr>
              <p:nvPr/>
            </p:nvGrpSpPr>
            <p:grpSpPr bwMode="auto">
              <a:xfrm>
                <a:off x="1526" y="1872"/>
                <a:ext cx="1221" cy="687"/>
                <a:chOff x="1526" y="1680"/>
                <a:chExt cx="1221" cy="687"/>
              </a:xfrm>
            </p:grpSpPr>
            <p:sp>
              <p:nvSpPr>
                <p:cNvPr id="1581114" name="Text Box 58">
                  <a:extLst>
                    <a:ext uri="{FF2B5EF4-FFF2-40B4-BE49-F238E27FC236}">
                      <a16:creationId xmlns:a16="http://schemas.microsoft.com/office/drawing/2014/main" id="{A3E37FE2-B844-4B32-880C-170AA1C2C03C}"/>
                    </a:ext>
                  </a:extLst>
                </p:cNvPr>
                <p:cNvSpPr txBox="1">
                  <a:spLocks noChangeArrowheads="1"/>
                </p:cNvSpPr>
                <p:nvPr/>
              </p:nvSpPr>
              <p:spPr bwMode="auto">
                <a:xfrm>
                  <a:off x="1526" y="1767"/>
                  <a:ext cx="1221"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a:latin typeface="Times New Roman" panose="02020603050405020304" pitchFamily="18" charset="0"/>
                    </a:rPr>
                    <a:t>Message is encrypted</a:t>
                  </a:r>
                </a:p>
              </p:txBody>
            </p:sp>
            <p:grpSp>
              <p:nvGrpSpPr>
                <p:cNvPr id="1581115" name="Group 59">
                  <a:extLst>
                    <a:ext uri="{FF2B5EF4-FFF2-40B4-BE49-F238E27FC236}">
                      <a16:creationId xmlns:a16="http://schemas.microsoft.com/office/drawing/2014/main" id="{2FB3BBAD-91FF-41A5-8AC9-A73820213770}"/>
                    </a:ext>
                  </a:extLst>
                </p:cNvPr>
                <p:cNvGrpSpPr>
                  <a:grpSpLocks/>
                </p:cNvGrpSpPr>
                <p:nvPr/>
              </p:nvGrpSpPr>
              <p:grpSpPr bwMode="auto">
                <a:xfrm>
                  <a:off x="1824" y="2016"/>
                  <a:ext cx="480" cy="351"/>
                  <a:chOff x="1968" y="2400"/>
                  <a:chExt cx="480" cy="351"/>
                </a:xfrm>
              </p:grpSpPr>
              <p:grpSp>
                <p:nvGrpSpPr>
                  <p:cNvPr id="1581116" name="Group 60">
                    <a:extLst>
                      <a:ext uri="{FF2B5EF4-FFF2-40B4-BE49-F238E27FC236}">
                        <a16:creationId xmlns:a16="http://schemas.microsoft.com/office/drawing/2014/main" id="{592B48CE-7F88-4A1C-8B09-0AD7FD58E53B}"/>
                      </a:ext>
                    </a:extLst>
                  </p:cNvPr>
                  <p:cNvGrpSpPr>
                    <a:grpSpLocks/>
                  </p:cNvGrpSpPr>
                  <p:nvPr/>
                </p:nvGrpSpPr>
                <p:grpSpPr bwMode="auto">
                  <a:xfrm>
                    <a:off x="1968" y="2400"/>
                    <a:ext cx="480" cy="240"/>
                    <a:chOff x="1920" y="2688"/>
                    <a:chExt cx="912" cy="384"/>
                  </a:xfrm>
                </p:grpSpPr>
                <p:sp>
                  <p:nvSpPr>
                    <p:cNvPr id="1581117" name="Arc 61">
                      <a:extLst>
                        <a:ext uri="{FF2B5EF4-FFF2-40B4-BE49-F238E27FC236}">
                          <a16:creationId xmlns:a16="http://schemas.microsoft.com/office/drawing/2014/main" id="{D8025A9C-DDF9-4833-A848-70E743826C13}"/>
                        </a:ext>
                      </a:extLst>
                    </p:cNvPr>
                    <p:cNvSpPr>
                      <a:spLocks/>
                    </p:cNvSpPr>
                    <p:nvPr/>
                  </p:nvSpPr>
                  <p:spPr bwMode="auto">
                    <a:xfrm rot="-10800000">
                      <a:off x="2621" y="2905"/>
                      <a:ext cx="26" cy="61"/>
                    </a:xfrm>
                    <a:custGeom>
                      <a:avLst/>
                      <a:gdLst>
                        <a:gd name="G0" fmla="+- 2832 0 0"/>
                        <a:gd name="G1" fmla="+- 21600 0 0"/>
                        <a:gd name="G2" fmla="+- 21600 0 0"/>
                        <a:gd name="T0" fmla="*/ 2832 w 24432"/>
                        <a:gd name="T1" fmla="*/ 0 h 43200"/>
                        <a:gd name="T2" fmla="*/ 0 w 24432"/>
                        <a:gd name="T3" fmla="*/ 43014 h 43200"/>
                        <a:gd name="T4" fmla="*/ 2832 w 24432"/>
                        <a:gd name="T5" fmla="*/ 21600 h 43200"/>
                      </a:gdLst>
                      <a:ahLst/>
                      <a:cxnLst>
                        <a:cxn ang="0">
                          <a:pos x="T0" y="T1"/>
                        </a:cxn>
                        <a:cxn ang="0">
                          <a:pos x="T2" y="T3"/>
                        </a:cxn>
                        <a:cxn ang="0">
                          <a:pos x="T4" y="T5"/>
                        </a:cxn>
                      </a:cxnLst>
                      <a:rect l="0" t="0" r="r" b="b"/>
                      <a:pathLst>
                        <a:path w="24432" h="43200" fill="none" extrusionOk="0">
                          <a:moveTo>
                            <a:pt x="2832" y="0"/>
                          </a:moveTo>
                          <a:cubicBezTo>
                            <a:pt x="14761" y="0"/>
                            <a:pt x="24432" y="9670"/>
                            <a:pt x="24432" y="21600"/>
                          </a:cubicBezTo>
                          <a:cubicBezTo>
                            <a:pt x="24432" y="33529"/>
                            <a:pt x="14761" y="43200"/>
                            <a:pt x="2832" y="43200"/>
                          </a:cubicBezTo>
                          <a:cubicBezTo>
                            <a:pt x="1884" y="43199"/>
                            <a:pt x="938" y="43137"/>
                            <a:pt x="0" y="43013"/>
                          </a:cubicBezTo>
                        </a:path>
                        <a:path w="24432" h="43200" stroke="0" extrusionOk="0">
                          <a:moveTo>
                            <a:pt x="2832" y="0"/>
                          </a:moveTo>
                          <a:cubicBezTo>
                            <a:pt x="14761" y="0"/>
                            <a:pt x="24432" y="9670"/>
                            <a:pt x="24432" y="21600"/>
                          </a:cubicBezTo>
                          <a:cubicBezTo>
                            <a:pt x="24432" y="33529"/>
                            <a:pt x="14761" y="43200"/>
                            <a:pt x="2832" y="43200"/>
                          </a:cubicBezTo>
                          <a:cubicBezTo>
                            <a:pt x="1884" y="43199"/>
                            <a:pt x="938" y="43137"/>
                            <a:pt x="0" y="43013"/>
                          </a:cubicBezTo>
                          <a:lnTo>
                            <a:pt x="2832" y="21600"/>
                          </a:lnTo>
                          <a:close/>
                        </a:path>
                      </a:pathLst>
                    </a:cu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81118" name="Rectangle 62">
                      <a:extLst>
                        <a:ext uri="{FF2B5EF4-FFF2-40B4-BE49-F238E27FC236}">
                          <a16:creationId xmlns:a16="http://schemas.microsoft.com/office/drawing/2014/main" id="{65BCDEF8-8143-42CE-BCDB-F8C7BA45BA50}"/>
                        </a:ext>
                      </a:extLst>
                    </p:cNvPr>
                    <p:cNvSpPr>
                      <a:spLocks noChangeArrowheads="1"/>
                    </p:cNvSpPr>
                    <p:nvPr/>
                  </p:nvSpPr>
                  <p:spPr bwMode="auto">
                    <a:xfrm>
                      <a:off x="2638" y="2844"/>
                      <a:ext cx="148" cy="61"/>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81119" name="Arc 63">
                      <a:extLst>
                        <a:ext uri="{FF2B5EF4-FFF2-40B4-BE49-F238E27FC236}">
                          <a16:creationId xmlns:a16="http://schemas.microsoft.com/office/drawing/2014/main" id="{B0F47398-DFFC-4752-AEFB-BF7C72C88726}"/>
                        </a:ext>
                      </a:extLst>
                    </p:cNvPr>
                    <p:cNvSpPr>
                      <a:spLocks/>
                    </p:cNvSpPr>
                    <p:nvPr/>
                  </p:nvSpPr>
                  <p:spPr bwMode="auto">
                    <a:xfrm>
                      <a:off x="2770" y="2905"/>
                      <a:ext cx="42" cy="61"/>
                    </a:xfrm>
                    <a:custGeom>
                      <a:avLst/>
                      <a:gdLst>
                        <a:gd name="G0" fmla="+- 2832 0 0"/>
                        <a:gd name="G1" fmla="+- 21600 0 0"/>
                        <a:gd name="G2" fmla="+- 21600 0 0"/>
                        <a:gd name="T0" fmla="*/ 2832 w 24432"/>
                        <a:gd name="T1" fmla="*/ 0 h 43200"/>
                        <a:gd name="T2" fmla="*/ 0 w 24432"/>
                        <a:gd name="T3" fmla="*/ 43014 h 43200"/>
                        <a:gd name="T4" fmla="*/ 2832 w 24432"/>
                        <a:gd name="T5" fmla="*/ 21600 h 43200"/>
                      </a:gdLst>
                      <a:ahLst/>
                      <a:cxnLst>
                        <a:cxn ang="0">
                          <a:pos x="T0" y="T1"/>
                        </a:cxn>
                        <a:cxn ang="0">
                          <a:pos x="T2" y="T3"/>
                        </a:cxn>
                        <a:cxn ang="0">
                          <a:pos x="T4" y="T5"/>
                        </a:cxn>
                      </a:cxnLst>
                      <a:rect l="0" t="0" r="r" b="b"/>
                      <a:pathLst>
                        <a:path w="24432" h="43200" fill="none" extrusionOk="0">
                          <a:moveTo>
                            <a:pt x="2832" y="0"/>
                          </a:moveTo>
                          <a:cubicBezTo>
                            <a:pt x="14761" y="0"/>
                            <a:pt x="24432" y="9670"/>
                            <a:pt x="24432" y="21600"/>
                          </a:cubicBezTo>
                          <a:cubicBezTo>
                            <a:pt x="24432" y="33529"/>
                            <a:pt x="14761" y="43200"/>
                            <a:pt x="2832" y="43200"/>
                          </a:cubicBezTo>
                          <a:cubicBezTo>
                            <a:pt x="1884" y="43199"/>
                            <a:pt x="938" y="43137"/>
                            <a:pt x="0" y="43013"/>
                          </a:cubicBezTo>
                        </a:path>
                        <a:path w="24432" h="43200" stroke="0" extrusionOk="0">
                          <a:moveTo>
                            <a:pt x="2832" y="0"/>
                          </a:moveTo>
                          <a:cubicBezTo>
                            <a:pt x="14761" y="0"/>
                            <a:pt x="24432" y="9670"/>
                            <a:pt x="24432" y="21600"/>
                          </a:cubicBezTo>
                          <a:cubicBezTo>
                            <a:pt x="24432" y="33529"/>
                            <a:pt x="14761" y="43200"/>
                            <a:pt x="2832" y="43200"/>
                          </a:cubicBezTo>
                          <a:cubicBezTo>
                            <a:pt x="1884" y="43199"/>
                            <a:pt x="938" y="43137"/>
                            <a:pt x="0" y="43013"/>
                          </a:cubicBezTo>
                          <a:lnTo>
                            <a:pt x="2832" y="21600"/>
                          </a:lnTo>
                          <a:close/>
                        </a:path>
                      </a:pathLst>
                    </a:cu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81120" name="Rectangle 64">
                      <a:extLst>
                        <a:ext uri="{FF2B5EF4-FFF2-40B4-BE49-F238E27FC236}">
                          <a16:creationId xmlns:a16="http://schemas.microsoft.com/office/drawing/2014/main" id="{056F42CB-046D-469B-B563-8D635B8F3318}"/>
                        </a:ext>
                      </a:extLst>
                    </p:cNvPr>
                    <p:cNvSpPr>
                      <a:spLocks noChangeArrowheads="1"/>
                    </p:cNvSpPr>
                    <p:nvPr/>
                  </p:nvSpPr>
                  <p:spPr bwMode="auto">
                    <a:xfrm>
                      <a:off x="2638" y="2905"/>
                      <a:ext cx="148" cy="61"/>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81121" name="Rectangle 65">
                      <a:extLst>
                        <a:ext uri="{FF2B5EF4-FFF2-40B4-BE49-F238E27FC236}">
                          <a16:creationId xmlns:a16="http://schemas.microsoft.com/office/drawing/2014/main" id="{CADD88F1-76C4-41AE-AE31-A2F5077D2FD5}"/>
                        </a:ext>
                      </a:extLst>
                    </p:cNvPr>
                    <p:cNvSpPr>
                      <a:spLocks noChangeArrowheads="1"/>
                    </p:cNvSpPr>
                    <p:nvPr/>
                  </p:nvSpPr>
                  <p:spPr bwMode="auto">
                    <a:xfrm>
                      <a:off x="2638" y="2996"/>
                      <a:ext cx="49" cy="7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81122" name="Rectangle 66">
                      <a:extLst>
                        <a:ext uri="{FF2B5EF4-FFF2-40B4-BE49-F238E27FC236}">
                          <a16:creationId xmlns:a16="http://schemas.microsoft.com/office/drawing/2014/main" id="{28275A16-A8A0-4079-8470-285372BDC96B}"/>
                        </a:ext>
                      </a:extLst>
                    </p:cNvPr>
                    <p:cNvSpPr>
                      <a:spLocks noChangeArrowheads="1"/>
                    </p:cNvSpPr>
                    <p:nvPr/>
                  </p:nvSpPr>
                  <p:spPr bwMode="auto">
                    <a:xfrm>
                      <a:off x="2737" y="2996"/>
                      <a:ext cx="49" cy="7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81123" name="Rectangle 67">
                      <a:extLst>
                        <a:ext uri="{FF2B5EF4-FFF2-40B4-BE49-F238E27FC236}">
                          <a16:creationId xmlns:a16="http://schemas.microsoft.com/office/drawing/2014/main" id="{3BC3FA77-5BCC-4D80-975B-3474595005E2}"/>
                        </a:ext>
                      </a:extLst>
                    </p:cNvPr>
                    <p:cNvSpPr>
                      <a:spLocks noChangeArrowheads="1"/>
                    </p:cNvSpPr>
                    <p:nvPr/>
                  </p:nvSpPr>
                  <p:spPr bwMode="auto">
                    <a:xfrm>
                      <a:off x="2638" y="2966"/>
                      <a:ext cx="148" cy="3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81124" name="AutoShape 68">
                      <a:extLst>
                        <a:ext uri="{FF2B5EF4-FFF2-40B4-BE49-F238E27FC236}">
                          <a16:creationId xmlns:a16="http://schemas.microsoft.com/office/drawing/2014/main" id="{7842C99A-A248-4EE4-93DC-1B84DD880AD5}"/>
                        </a:ext>
                      </a:extLst>
                    </p:cNvPr>
                    <p:cNvSpPr>
                      <a:spLocks noChangeArrowheads="1"/>
                    </p:cNvSpPr>
                    <p:nvPr/>
                  </p:nvSpPr>
                  <p:spPr bwMode="auto">
                    <a:xfrm rot="5400000">
                      <a:off x="2411" y="2447"/>
                      <a:ext cx="91" cy="750"/>
                    </a:xfrm>
                    <a:prstGeom prst="can">
                      <a:avLst>
                        <a:gd name="adj" fmla="val 33387"/>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grpSp>
                  <p:nvGrpSpPr>
                    <p:cNvPr id="1581125" name="Group 69">
                      <a:extLst>
                        <a:ext uri="{FF2B5EF4-FFF2-40B4-BE49-F238E27FC236}">
                          <a16:creationId xmlns:a16="http://schemas.microsoft.com/office/drawing/2014/main" id="{C6B57CA7-DE8F-4665-B76B-43D2545A5574}"/>
                        </a:ext>
                      </a:extLst>
                    </p:cNvPr>
                    <p:cNvGrpSpPr>
                      <a:grpSpLocks/>
                    </p:cNvGrpSpPr>
                    <p:nvPr/>
                  </p:nvGrpSpPr>
                  <p:grpSpPr bwMode="auto">
                    <a:xfrm>
                      <a:off x="1920" y="2688"/>
                      <a:ext cx="192" cy="288"/>
                      <a:chOff x="1920" y="2640"/>
                      <a:chExt cx="177" cy="407"/>
                    </a:xfrm>
                  </p:grpSpPr>
                  <p:sp>
                    <p:nvSpPr>
                      <p:cNvPr id="1581126" name="Oval 70">
                        <a:extLst>
                          <a:ext uri="{FF2B5EF4-FFF2-40B4-BE49-F238E27FC236}">
                            <a16:creationId xmlns:a16="http://schemas.microsoft.com/office/drawing/2014/main" id="{CBF8F672-9C83-476B-B447-0186C5E29C27}"/>
                          </a:ext>
                        </a:extLst>
                      </p:cNvPr>
                      <p:cNvSpPr>
                        <a:spLocks noChangeArrowheads="1"/>
                      </p:cNvSpPr>
                      <p:nvPr/>
                    </p:nvSpPr>
                    <p:spPr bwMode="auto">
                      <a:xfrm>
                        <a:off x="1920" y="2640"/>
                        <a:ext cx="177" cy="407"/>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81127" name="Oval 71">
                        <a:extLst>
                          <a:ext uri="{FF2B5EF4-FFF2-40B4-BE49-F238E27FC236}">
                            <a16:creationId xmlns:a16="http://schemas.microsoft.com/office/drawing/2014/main" id="{29A25ED3-EA5D-4C80-A87C-DBAF5FEA5018}"/>
                          </a:ext>
                        </a:extLst>
                      </p:cNvPr>
                      <p:cNvSpPr>
                        <a:spLocks noChangeArrowheads="1"/>
                      </p:cNvSpPr>
                      <p:nvPr/>
                    </p:nvSpPr>
                    <p:spPr bwMode="auto">
                      <a:xfrm>
                        <a:off x="1964" y="2730"/>
                        <a:ext cx="88" cy="227"/>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grpSp>
              </p:grpSp>
              <p:sp>
                <p:nvSpPr>
                  <p:cNvPr id="1581128" name="Text Box 72">
                    <a:extLst>
                      <a:ext uri="{FF2B5EF4-FFF2-40B4-BE49-F238E27FC236}">
                        <a16:creationId xmlns:a16="http://schemas.microsoft.com/office/drawing/2014/main" id="{07EAECA2-A9C4-4465-B28E-D5A4624182B4}"/>
                      </a:ext>
                    </a:extLst>
                  </p:cNvPr>
                  <p:cNvSpPr txBox="1">
                    <a:spLocks noChangeArrowheads="1"/>
                  </p:cNvSpPr>
                  <p:nvPr/>
                </p:nvSpPr>
                <p:spPr bwMode="auto">
                  <a:xfrm>
                    <a:off x="2054" y="2520"/>
                    <a:ext cx="273"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a:latin typeface="Times New Roman" panose="02020603050405020304" pitchFamily="18" charset="0"/>
                      </a:rPr>
                      <a:t>E</a:t>
                    </a:r>
                    <a:r>
                      <a:rPr lang="en-US" altLang="en-US" sz="1800" baseline="-25000">
                        <a:latin typeface="Times New Roman" panose="02020603050405020304" pitchFamily="18" charset="0"/>
                      </a:rPr>
                      <a:t>A</a:t>
                    </a:r>
                  </a:p>
                </p:txBody>
              </p:sp>
            </p:grpSp>
            <p:sp>
              <p:nvSpPr>
                <p:cNvPr id="1581129" name="Line 73">
                  <a:extLst>
                    <a:ext uri="{FF2B5EF4-FFF2-40B4-BE49-F238E27FC236}">
                      <a16:creationId xmlns:a16="http://schemas.microsoft.com/office/drawing/2014/main" id="{FCCB440A-2010-465F-9C82-02F23F0DA43A}"/>
                    </a:ext>
                  </a:extLst>
                </p:cNvPr>
                <p:cNvSpPr>
                  <a:spLocks noChangeShapeType="1"/>
                </p:cNvSpPr>
                <p:nvPr/>
              </p:nvSpPr>
              <p:spPr bwMode="auto">
                <a:xfrm>
                  <a:off x="1584" y="1680"/>
                  <a:ext cx="1104"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grpSp>
          <p:sp>
            <p:nvSpPr>
              <p:cNvPr id="1581130" name="Text Box 74">
                <a:extLst>
                  <a:ext uri="{FF2B5EF4-FFF2-40B4-BE49-F238E27FC236}">
                    <a16:creationId xmlns:a16="http://schemas.microsoft.com/office/drawing/2014/main" id="{DFD78BC3-7AA1-482B-81E2-F006AFCBEF7A}"/>
                  </a:ext>
                </a:extLst>
              </p:cNvPr>
              <p:cNvSpPr txBox="1">
                <a:spLocks noChangeArrowheads="1"/>
              </p:cNvSpPr>
              <p:nvPr/>
            </p:nvSpPr>
            <p:spPr bwMode="auto">
              <a:xfrm>
                <a:off x="1344" y="2544"/>
                <a:ext cx="155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a:latin typeface="Times New Roman" panose="02020603050405020304" pitchFamily="18" charset="0"/>
                  </a:rPr>
                  <a:t>Alice use her private key</a:t>
                </a:r>
              </a:p>
            </p:txBody>
          </p:sp>
        </p:grpSp>
        <p:sp>
          <p:nvSpPr>
            <p:cNvPr id="1581131" name="Text Box 75">
              <a:extLst>
                <a:ext uri="{FF2B5EF4-FFF2-40B4-BE49-F238E27FC236}">
                  <a16:creationId xmlns:a16="http://schemas.microsoft.com/office/drawing/2014/main" id="{BA7CBE3C-B022-45E7-A22D-0114244BBA82}"/>
                </a:ext>
              </a:extLst>
            </p:cNvPr>
            <p:cNvSpPr txBox="1">
              <a:spLocks noChangeArrowheads="1"/>
            </p:cNvSpPr>
            <p:nvPr/>
          </p:nvSpPr>
          <p:spPr bwMode="auto">
            <a:xfrm>
              <a:off x="1910" y="1608"/>
              <a:ext cx="20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a:latin typeface="Times New Roman" panose="02020603050405020304" pitchFamily="18" charset="0"/>
                </a:rPr>
                <a:t>E</a:t>
              </a:r>
            </a:p>
          </p:txBody>
        </p:sp>
      </p:grpSp>
      <p:grpSp>
        <p:nvGrpSpPr>
          <p:cNvPr id="1581132" name="Group 76">
            <a:extLst>
              <a:ext uri="{FF2B5EF4-FFF2-40B4-BE49-F238E27FC236}">
                <a16:creationId xmlns:a16="http://schemas.microsoft.com/office/drawing/2014/main" id="{405B6040-9352-469F-94F1-9DBF19B35502}"/>
              </a:ext>
            </a:extLst>
          </p:cNvPr>
          <p:cNvGrpSpPr>
            <a:grpSpLocks/>
          </p:cNvGrpSpPr>
          <p:nvPr/>
        </p:nvGrpSpPr>
        <p:grpSpPr bwMode="auto">
          <a:xfrm>
            <a:off x="4953000" y="2590800"/>
            <a:ext cx="2736850" cy="1814513"/>
            <a:chOff x="3120" y="1632"/>
            <a:chExt cx="1724" cy="1143"/>
          </a:xfrm>
        </p:grpSpPr>
        <p:grpSp>
          <p:nvGrpSpPr>
            <p:cNvPr id="1581133" name="Group 77">
              <a:extLst>
                <a:ext uri="{FF2B5EF4-FFF2-40B4-BE49-F238E27FC236}">
                  <a16:creationId xmlns:a16="http://schemas.microsoft.com/office/drawing/2014/main" id="{61B514FB-0B8C-4FA3-9BAC-E96F7C716373}"/>
                </a:ext>
              </a:extLst>
            </p:cNvPr>
            <p:cNvGrpSpPr>
              <a:grpSpLocks/>
            </p:cNvGrpSpPr>
            <p:nvPr/>
          </p:nvGrpSpPr>
          <p:grpSpPr bwMode="auto">
            <a:xfrm>
              <a:off x="3120" y="1872"/>
              <a:ext cx="1724" cy="903"/>
              <a:chOff x="3120" y="1872"/>
              <a:chExt cx="1724" cy="903"/>
            </a:xfrm>
          </p:grpSpPr>
          <p:grpSp>
            <p:nvGrpSpPr>
              <p:cNvPr id="1581134" name="Group 78">
                <a:extLst>
                  <a:ext uri="{FF2B5EF4-FFF2-40B4-BE49-F238E27FC236}">
                    <a16:creationId xmlns:a16="http://schemas.microsoft.com/office/drawing/2014/main" id="{4DEB5B9A-0EAB-4037-A288-0904EC087E3B}"/>
                  </a:ext>
                </a:extLst>
              </p:cNvPr>
              <p:cNvGrpSpPr>
                <a:grpSpLocks/>
              </p:cNvGrpSpPr>
              <p:nvPr/>
            </p:nvGrpSpPr>
            <p:grpSpPr bwMode="auto">
              <a:xfrm>
                <a:off x="3216" y="1872"/>
                <a:ext cx="1221" cy="687"/>
                <a:chOff x="3216" y="1872"/>
                <a:chExt cx="1221" cy="687"/>
              </a:xfrm>
            </p:grpSpPr>
            <p:sp>
              <p:nvSpPr>
                <p:cNvPr id="1581135" name="Text Box 79">
                  <a:extLst>
                    <a:ext uri="{FF2B5EF4-FFF2-40B4-BE49-F238E27FC236}">
                      <a16:creationId xmlns:a16="http://schemas.microsoft.com/office/drawing/2014/main" id="{D9B894F3-7635-4067-9324-4832BEC649FC}"/>
                    </a:ext>
                  </a:extLst>
                </p:cNvPr>
                <p:cNvSpPr txBox="1">
                  <a:spLocks noChangeArrowheads="1"/>
                </p:cNvSpPr>
                <p:nvPr/>
              </p:nvSpPr>
              <p:spPr bwMode="auto">
                <a:xfrm>
                  <a:off x="3216" y="1968"/>
                  <a:ext cx="1221"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a:latin typeface="Times New Roman" panose="02020603050405020304" pitchFamily="18" charset="0"/>
                    </a:rPr>
                    <a:t>Message is decrypted</a:t>
                  </a:r>
                </a:p>
              </p:txBody>
            </p:sp>
            <p:grpSp>
              <p:nvGrpSpPr>
                <p:cNvPr id="1581136" name="Group 80">
                  <a:extLst>
                    <a:ext uri="{FF2B5EF4-FFF2-40B4-BE49-F238E27FC236}">
                      <a16:creationId xmlns:a16="http://schemas.microsoft.com/office/drawing/2014/main" id="{07E989D3-B270-4310-AEB2-3DD174BB976A}"/>
                    </a:ext>
                  </a:extLst>
                </p:cNvPr>
                <p:cNvGrpSpPr>
                  <a:grpSpLocks/>
                </p:cNvGrpSpPr>
                <p:nvPr/>
              </p:nvGrpSpPr>
              <p:grpSpPr bwMode="auto">
                <a:xfrm>
                  <a:off x="3216" y="1872"/>
                  <a:ext cx="1104" cy="687"/>
                  <a:chOff x="3216" y="1680"/>
                  <a:chExt cx="1104" cy="687"/>
                </a:xfrm>
              </p:grpSpPr>
              <p:grpSp>
                <p:nvGrpSpPr>
                  <p:cNvPr id="1581137" name="Group 81">
                    <a:extLst>
                      <a:ext uri="{FF2B5EF4-FFF2-40B4-BE49-F238E27FC236}">
                        <a16:creationId xmlns:a16="http://schemas.microsoft.com/office/drawing/2014/main" id="{C647A8FF-5686-48C3-9E65-F3E4A96225E5}"/>
                      </a:ext>
                    </a:extLst>
                  </p:cNvPr>
                  <p:cNvGrpSpPr>
                    <a:grpSpLocks/>
                  </p:cNvGrpSpPr>
                  <p:nvPr/>
                </p:nvGrpSpPr>
                <p:grpSpPr bwMode="auto">
                  <a:xfrm>
                    <a:off x="3552" y="2016"/>
                    <a:ext cx="480" cy="351"/>
                    <a:chOff x="1968" y="2400"/>
                    <a:chExt cx="480" cy="351"/>
                  </a:xfrm>
                </p:grpSpPr>
                <p:grpSp>
                  <p:nvGrpSpPr>
                    <p:cNvPr id="1581138" name="Group 82">
                      <a:extLst>
                        <a:ext uri="{FF2B5EF4-FFF2-40B4-BE49-F238E27FC236}">
                          <a16:creationId xmlns:a16="http://schemas.microsoft.com/office/drawing/2014/main" id="{D62E9D7C-3A43-47BE-A4CE-4EF7F26F516E}"/>
                        </a:ext>
                      </a:extLst>
                    </p:cNvPr>
                    <p:cNvGrpSpPr>
                      <a:grpSpLocks/>
                    </p:cNvGrpSpPr>
                    <p:nvPr/>
                  </p:nvGrpSpPr>
                  <p:grpSpPr bwMode="auto">
                    <a:xfrm>
                      <a:off x="1968" y="2400"/>
                      <a:ext cx="480" cy="240"/>
                      <a:chOff x="1920" y="2688"/>
                      <a:chExt cx="912" cy="384"/>
                    </a:xfrm>
                  </p:grpSpPr>
                  <p:sp>
                    <p:nvSpPr>
                      <p:cNvPr id="1581139" name="Arc 83">
                        <a:extLst>
                          <a:ext uri="{FF2B5EF4-FFF2-40B4-BE49-F238E27FC236}">
                            <a16:creationId xmlns:a16="http://schemas.microsoft.com/office/drawing/2014/main" id="{B153A968-E638-4BC3-BB76-30C599D6CC3A}"/>
                          </a:ext>
                        </a:extLst>
                      </p:cNvPr>
                      <p:cNvSpPr>
                        <a:spLocks/>
                      </p:cNvSpPr>
                      <p:nvPr/>
                    </p:nvSpPr>
                    <p:spPr bwMode="auto">
                      <a:xfrm rot="-10800000">
                        <a:off x="2621" y="2905"/>
                        <a:ext cx="26" cy="61"/>
                      </a:xfrm>
                      <a:custGeom>
                        <a:avLst/>
                        <a:gdLst>
                          <a:gd name="G0" fmla="+- 2832 0 0"/>
                          <a:gd name="G1" fmla="+- 21600 0 0"/>
                          <a:gd name="G2" fmla="+- 21600 0 0"/>
                          <a:gd name="T0" fmla="*/ 2832 w 24432"/>
                          <a:gd name="T1" fmla="*/ 0 h 43200"/>
                          <a:gd name="T2" fmla="*/ 0 w 24432"/>
                          <a:gd name="T3" fmla="*/ 43014 h 43200"/>
                          <a:gd name="T4" fmla="*/ 2832 w 24432"/>
                          <a:gd name="T5" fmla="*/ 21600 h 43200"/>
                        </a:gdLst>
                        <a:ahLst/>
                        <a:cxnLst>
                          <a:cxn ang="0">
                            <a:pos x="T0" y="T1"/>
                          </a:cxn>
                          <a:cxn ang="0">
                            <a:pos x="T2" y="T3"/>
                          </a:cxn>
                          <a:cxn ang="0">
                            <a:pos x="T4" y="T5"/>
                          </a:cxn>
                        </a:cxnLst>
                        <a:rect l="0" t="0" r="r" b="b"/>
                        <a:pathLst>
                          <a:path w="24432" h="43200" fill="none" extrusionOk="0">
                            <a:moveTo>
                              <a:pt x="2832" y="0"/>
                            </a:moveTo>
                            <a:cubicBezTo>
                              <a:pt x="14761" y="0"/>
                              <a:pt x="24432" y="9670"/>
                              <a:pt x="24432" y="21600"/>
                            </a:cubicBezTo>
                            <a:cubicBezTo>
                              <a:pt x="24432" y="33529"/>
                              <a:pt x="14761" y="43200"/>
                              <a:pt x="2832" y="43200"/>
                            </a:cubicBezTo>
                            <a:cubicBezTo>
                              <a:pt x="1884" y="43199"/>
                              <a:pt x="938" y="43137"/>
                              <a:pt x="0" y="43013"/>
                            </a:cubicBezTo>
                          </a:path>
                          <a:path w="24432" h="43200" stroke="0" extrusionOk="0">
                            <a:moveTo>
                              <a:pt x="2832" y="0"/>
                            </a:moveTo>
                            <a:cubicBezTo>
                              <a:pt x="14761" y="0"/>
                              <a:pt x="24432" y="9670"/>
                              <a:pt x="24432" y="21600"/>
                            </a:cubicBezTo>
                            <a:cubicBezTo>
                              <a:pt x="24432" y="33529"/>
                              <a:pt x="14761" y="43200"/>
                              <a:pt x="2832" y="43200"/>
                            </a:cubicBezTo>
                            <a:cubicBezTo>
                              <a:pt x="1884" y="43199"/>
                              <a:pt x="938" y="43137"/>
                              <a:pt x="0" y="43013"/>
                            </a:cubicBezTo>
                            <a:lnTo>
                              <a:pt x="2832" y="21600"/>
                            </a:lnTo>
                            <a:close/>
                          </a:path>
                        </a:pathLst>
                      </a:cu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81140" name="Rectangle 84">
                        <a:extLst>
                          <a:ext uri="{FF2B5EF4-FFF2-40B4-BE49-F238E27FC236}">
                            <a16:creationId xmlns:a16="http://schemas.microsoft.com/office/drawing/2014/main" id="{A0FE6BEC-3D59-4BE9-9BAA-37674E41D0F8}"/>
                          </a:ext>
                        </a:extLst>
                      </p:cNvPr>
                      <p:cNvSpPr>
                        <a:spLocks noChangeArrowheads="1"/>
                      </p:cNvSpPr>
                      <p:nvPr/>
                    </p:nvSpPr>
                    <p:spPr bwMode="auto">
                      <a:xfrm>
                        <a:off x="2638" y="2844"/>
                        <a:ext cx="148" cy="61"/>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81141" name="Arc 85">
                        <a:extLst>
                          <a:ext uri="{FF2B5EF4-FFF2-40B4-BE49-F238E27FC236}">
                            <a16:creationId xmlns:a16="http://schemas.microsoft.com/office/drawing/2014/main" id="{2C7B642A-9712-425C-BF01-3E0C9D292B66}"/>
                          </a:ext>
                        </a:extLst>
                      </p:cNvPr>
                      <p:cNvSpPr>
                        <a:spLocks/>
                      </p:cNvSpPr>
                      <p:nvPr/>
                    </p:nvSpPr>
                    <p:spPr bwMode="auto">
                      <a:xfrm>
                        <a:off x="2770" y="2905"/>
                        <a:ext cx="42" cy="61"/>
                      </a:xfrm>
                      <a:custGeom>
                        <a:avLst/>
                        <a:gdLst>
                          <a:gd name="G0" fmla="+- 2832 0 0"/>
                          <a:gd name="G1" fmla="+- 21600 0 0"/>
                          <a:gd name="G2" fmla="+- 21600 0 0"/>
                          <a:gd name="T0" fmla="*/ 2832 w 24432"/>
                          <a:gd name="T1" fmla="*/ 0 h 43200"/>
                          <a:gd name="T2" fmla="*/ 0 w 24432"/>
                          <a:gd name="T3" fmla="*/ 43014 h 43200"/>
                          <a:gd name="T4" fmla="*/ 2832 w 24432"/>
                          <a:gd name="T5" fmla="*/ 21600 h 43200"/>
                        </a:gdLst>
                        <a:ahLst/>
                        <a:cxnLst>
                          <a:cxn ang="0">
                            <a:pos x="T0" y="T1"/>
                          </a:cxn>
                          <a:cxn ang="0">
                            <a:pos x="T2" y="T3"/>
                          </a:cxn>
                          <a:cxn ang="0">
                            <a:pos x="T4" y="T5"/>
                          </a:cxn>
                        </a:cxnLst>
                        <a:rect l="0" t="0" r="r" b="b"/>
                        <a:pathLst>
                          <a:path w="24432" h="43200" fill="none" extrusionOk="0">
                            <a:moveTo>
                              <a:pt x="2832" y="0"/>
                            </a:moveTo>
                            <a:cubicBezTo>
                              <a:pt x="14761" y="0"/>
                              <a:pt x="24432" y="9670"/>
                              <a:pt x="24432" y="21600"/>
                            </a:cubicBezTo>
                            <a:cubicBezTo>
                              <a:pt x="24432" y="33529"/>
                              <a:pt x="14761" y="43200"/>
                              <a:pt x="2832" y="43200"/>
                            </a:cubicBezTo>
                            <a:cubicBezTo>
                              <a:pt x="1884" y="43199"/>
                              <a:pt x="938" y="43137"/>
                              <a:pt x="0" y="43013"/>
                            </a:cubicBezTo>
                          </a:path>
                          <a:path w="24432" h="43200" stroke="0" extrusionOk="0">
                            <a:moveTo>
                              <a:pt x="2832" y="0"/>
                            </a:moveTo>
                            <a:cubicBezTo>
                              <a:pt x="14761" y="0"/>
                              <a:pt x="24432" y="9670"/>
                              <a:pt x="24432" y="21600"/>
                            </a:cubicBezTo>
                            <a:cubicBezTo>
                              <a:pt x="24432" y="33529"/>
                              <a:pt x="14761" y="43200"/>
                              <a:pt x="2832" y="43200"/>
                            </a:cubicBezTo>
                            <a:cubicBezTo>
                              <a:pt x="1884" y="43199"/>
                              <a:pt x="938" y="43137"/>
                              <a:pt x="0" y="43013"/>
                            </a:cubicBezTo>
                            <a:lnTo>
                              <a:pt x="2832" y="21600"/>
                            </a:lnTo>
                            <a:close/>
                          </a:path>
                        </a:pathLst>
                      </a:cu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81142" name="Rectangle 86">
                        <a:extLst>
                          <a:ext uri="{FF2B5EF4-FFF2-40B4-BE49-F238E27FC236}">
                            <a16:creationId xmlns:a16="http://schemas.microsoft.com/office/drawing/2014/main" id="{D1A10295-CD94-4481-8590-A69A0B4E9D0A}"/>
                          </a:ext>
                        </a:extLst>
                      </p:cNvPr>
                      <p:cNvSpPr>
                        <a:spLocks noChangeArrowheads="1"/>
                      </p:cNvSpPr>
                      <p:nvPr/>
                    </p:nvSpPr>
                    <p:spPr bwMode="auto">
                      <a:xfrm>
                        <a:off x="2638" y="2905"/>
                        <a:ext cx="148" cy="61"/>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81143" name="Rectangle 87">
                        <a:extLst>
                          <a:ext uri="{FF2B5EF4-FFF2-40B4-BE49-F238E27FC236}">
                            <a16:creationId xmlns:a16="http://schemas.microsoft.com/office/drawing/2014/main" id="{1B7B5696-1809-426A-9679-8F6727E89FB1}"/>
                          </a:ext>
                        </a:extLst>
                      </p:cNvPr>
                      <p:cNvSpPr>
                        <a:spLocks noChangeArrowheads="1"/>
                      </p:cNvSpPr>
                      <p:nvPr/>
                    </p:nvSpPr>
                    <p:spPr bwMode="auto">
                      <a:xfrm>
                        <a:off x="2638" y="2996"/>
                        <a:ext cx="49" cy="7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81144" name="Rectangle 88">
                        <a:extLst>
                          <a:ext uri="{FF2B5EF4-FFF2-40B4-BE49-F238E27FC236}">
                            <a16:creationId xmlns:a16="http://schemas.microsoft.com/office/drawing/2014/main" id="{8E2ABA8A-E07F-4E64-8DDB-527135467021}"/>
                          </a:ext>
                        </a:extLst>
                      </p:cNvPr>
                      <p:cNvSpPr>
                        <a:spLocks noChangeArrowheads="1"/>
                      </p:cNvSpPr>
                      <p:nvPr/>
                    </p:nvSpPr>
                    <p:spPr bwMode="auto">
                      <a:xfrm>
                        <a:off x="2737" y="2996"/>
                        <a:ext cx="49" cy="7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81145" name="Rectangle 89">
                        <a:extLst>
                          <a:ext uri="{FF2B5EF4-FFF2-40B4-BE49-F238E27FC236}">
                            <a16:creationId xmlns:a16="http://schemas.microsoft.com/office/drawing/2014/main" id="{5A1E9AA6-FC95-46D9-B15A-BB37FD99CF2C}"/>
                          </a:ext>
                        </a:extLst>
                      </p:cNvPr>
                      <p:cNvSpPr>
                        <a:spLocks noChangeArrowheads="1"/>
                      </p:cNvSpPr>
                      <p:nvPr/>
                    </p:nvSpPr>
                    <p:spPr bwMode="auto">
                      <a:xfrm>
                        <a:off x="2638" y="2966"/>
                        <a:ext cx="148" cy="3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81146" name="AutoShape 90">
                        <a:extLst>
                          <a:ext uri="{FF2B5EF4-FFF2-40B4-BE49-F238E27FC236}">
                            <a16:creationId xmlns:a16="http://schemas.microsoft.com/office/drawing/2014/main" id="{C8E0ABE6-AA4E-40BD-A7F3-AF4586FC6406}"/>
                          </a:ext>
                        </a:extLst>
                      </p:cNvPr>
                      <p:cNvSpPr>
                        <a:spLocks noChangeArrowheads="1"/>
                      </p:cNvSpPr>
                      <p:nvPr/>
                    </p:nvSpPr>
                    <p:spPr bwMode="auto">
                      <a:xfrm rot="5400000">
                        <a:off x="2411" y="2447"/>
                        <a:ext cx="91" cy="750"/>
                      </a:xfrm>
                      <a:prstGeom prst="can">
                        <a:avLst>
                          <a:gd name="adj" fmla="val 33387"/>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grpSp>
                    <p:nvGrpSpPr>
                      <p:cNvPr id="1581147" name="Group 91">
                        <a:extLst>
                          <a:ext uri="{FF2B5EF4-FFF2-40B4-BE49-F238E27FC236}">
                            <a16:creationId xmlns:a16="http://schemas.microsoft.com/office/drawing/2014/main" id="{85F6594A-A163-4CE8-9041-65A2AB25DE71}"/>
                          </a:ext>
                        </a:extLst>
                      </p:cNvPr>
                      <p:cNvGrpSpPr>
                        <a:grpSpLocks/>
                      </p:cNvGrpSpPr>
                      <p:nvPr/>
                    </p:nvGrpSpPr>
                    <p:grpSpPr bwMode="auto">
                      <a:xfrm>
                        <a:off x="1920" y="2688"/>
                        <a:ext cx="192" cy="288"/>
                        <a:chOff x="1920" y="2640"/>
                        <a:chExt cx="177" cy="407"/>
                      </a:xfrm>
                    </p:grpSpPr>
                    <p:sp>
                      <p:nvSpPr>
                        <p:cNvPr id="1581148" name="Oval 92">
                          <a:extLst>
                            <a:ext uri="{FF2B5EF4-FFF2-40B4-BE49-F238E27FC236}">
                              <a16:creationId xmlns:a16="http://schemas.microsoft.com/office/drawing/2014/main" id="{241F567A-F1DF-4BB2-857D-12B8D452492C}"/>
                            </a:ext>
                          </a:extLst>
                        </p:cNvPr>
                        <p:cNvSpPr>
                          <a:spLocks noChangeArrowheads="1"/>
                        </p:cNvSpPr>
                        <p:nvPr/>
                      </p:nvSpPr>
                      <p:spPr bwMode="auto">
                        <a:xfrm>
                          <a:off x="1920" y="2640"/>
                          <a:ext cx="177" cy="407"/>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81149" name="Oval 93">
                          <a:extLst>
                            <a:ext uri="{FF2B5EF4-FFF2-40B4-BE49-F238E27FC236}">
                              <a16:creationId xmlns:a16="http://schemas.microsoft.com/office/drawing/2014/main" id="{97018578-0F09-4C19-A069-DDECE1D95AAA}"/>
                            </a:ext>
                          </a:extLst>
                        </p:cNvPr>
                        <p:cNvSpPr>
                          <a:spLocks noChangeArrowheads="1"/>
                        </p:cNvSpPr>
                        <p:nvPr/>
                      </p:nvSpPr>
                      <p:spPr bwMode="auto">
                        <a:xfrm>
                          <a:off x="1964" y="2730"/>
                          <a:ext cx="88" cy="227"/>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grpSp>
                </p:grpSp>
                <p:sp>
                  <p:nvSpPr>
                    <p:cNvPr id="1581150" name="Text Box 94">
                      <a:extLst>
                        <a:ext uri="{FF2B5EF4-FFF2-40B4-BE49-F238E27FC236}">
                          <a16:creationId xmlns:a16="http://schemas.microsoft.com/office/drawing/2014/main" id="{62B5CD27-A55E-44EF-AA14-7B123CDC8D05}"/>
                        </a:ext>
                      </a:extLst>
                    </p:cNvPr>
                    <p:cNvSpPr txBox="1">
                      <a:spLocks noChangeArrowheads="1"/>
                    </p:cNvSpPr>
                    <p:nvPr/>
                  </p:nvSpPr>
                  <p:spPr bwMode="auto">
                    <a:xfrm>
                      <a:off x="2054" y="2520"/>
                      <a:ext cx="289"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a:latin typeface="Times New Roman" panose="02020603050405020304" pitchFamily="18" charset="0"/>
                        </a:rPr>
                        <a:t>D</a:t>
                      </a:r>
                      <a:r>
                        <a:rPr lang="en-US" altLang="en-US" sz="1800" baseline="-25000">
                          <a:latin typeface="Times New Roman" panose="02020603050405020304" pitchFamily="18" charset="0"/>
                        </a:rPr>
                        <a:t>A</a:t>
                      </a:r>
                    </a:p>
                  </p:txBody>
                </p:sp>
              </p:grpSp>
              <p:sp>
                <p:nvSpPr>
                  <p:cNvPr id="1581151" name="Line 95">
                    <a:extLst>
                      <a:ext uri="{FF2B5EF4-FFF2-40B4-BE49-F238E27FC236}">
                        <a16:creationId xmlns:a16="http://schemas.microsoft.com/office/drawing/2014/main" id="{A45C22A5-F44E-4C4C-BA14-A15F44F9675F}"/>
                      </a:ext>
                    </a:extLst>
                  </p:cNvPr>
                  <p:cNvSpPr>
                    <a:spLocks noChangeShapeType="1"/>
                  </p:cNvSpPr>
                  <p:nvPr/>
                </p:nvSpPr>
                <p:spPr bwMode="auto">
                  <a:xfrm>
                    <a:off x="3216" y="1680"/>
                    <a:ext cx="1104"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grpSp>
          </p:grpSp>
          <p:sp>
            <p:nvSpPr>
              <p:cNvPr id="1581152" name="Text Box 96">
                <a:extLst>
                  <a:ext uri="{FF2B5EF4-FFF2-40B4-BE49-F238E27FC236}">
                    <a16:creationId xmlns:a16="http://schemas.microsoft.com/office/drawing/2014/main" id="{A1947480-7A09-4F98-836F-E363B1739FB3}"/>
                  </a:ext>
                </a:extLst>
              </p:cNvPr>
              <p:cNvSpPr txBox="1">
                <a:spLocks noChangeArrowheads="1"/>
              </p:cNvSpPr>
              <p:nvPr/>
            </p:nvSpPr>
            <p:spPr bwMode="auto">
              <a:xfrm>
                <a:off x="3120" y="2544"/>
                <a:ext cx="172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a:latin typeface="Times New Roman" panose="02020603050405020304" pitchFamily="18" charset="0"/>
                  </a:rPr>
                  <a:t>Bob user Alice’s public key</a:t>
                </a:r>
              </a:p>
            </p:txBody>
          </p:sp>
        </p:grpSp>
        <p:sp>
          <p:nvSpPr>
            <p:cNvPr id="1581153" name="Text Box 97">
              <a:extLst>
                <a:ext uri="{FF2B5EF4-FFF2-40B4-BE49-F238E27FC236}">
                  <a16:creationId xmlns:a16="http://schemas.microsoft.com/office/drawing/2014/main" id="{3A4C56C6-BA63-4605-9360-461FC439CC70}"/>
                </a:ext>
              </a:extLst>
            </p:cNvPr>
            <p:cNvSpPr txBox="1">
              <a:spLocks noChangeArrowheads="1"/>
            </p:cNvSpPr>
            <p:nvPr/>
          </p:nvSpPr>
          <p:spPr bwMode="auto">
            <a:xfrm>
              <a:off x="3552" y="1632"/>
              <a:ext cx="22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a:latin typeface="Times New Roman" panose="02020603050405020304" pitchFamily="18" charset="0"/>
                </a:rPr>
                <a:t>D</a:t>
              </a:r>
            </a:p>
          </p:txBody>
        </p:sp>
      </p:grpSp>
      <p:pic>
        <p:nvPicPr>
          <p:cNvPr id="155" name="Picture 154">
            <a:extLst>
              <a:ext uri="{FF2B5EF4-FFF2-40B4-BE49-F238E27FC236}">
                <a16:creationId xmlns:a16="http://schemas.microsoft.com/office/drawing/2014/main" id="{A37DE4A3-B451-4415-BF4E-857EE87E9AF4}"/>
              </a:ext>
            </a:extLst>
          </p:cNvPr>
          <p:cNvPicPr>
            <a:picLocks noChangeAspect="1"/>
          </p:cNvPicPr>
          <p:nvPr/>
        </p:nvPicPr>
        <p:blipFill>
          <a:blip r:embed="rId3"/>
          <a:stretch>
            <a:fillRect/>
          </a:stretch>
        </p:blipFill>
        <p:spPr>
          <a:xfrm>
            <a:off x="7899400" y="1735931"/>
            <a:ext cx="1068076" cy="1088421"/>
          </a:xfrm>
          <a:prstGeom prst="rect">
            <a:avLst/>
          </a:prstGeom>
        </p:spPr>
      </p:pic>
      <p:pic>
        <p:nvPicPr>
          <p:cNvPr id="156" name="Picture 155" descr="A black rectangle with a black background&#10;&#10;Description automatically generated with low confidence">
            <a:extLst>
              <a:ext uri="{FF2B5EF4-FFF2-40B4-BE49-F238E27FC236}">
                <a16:creationId xmlns:a16="http://schemas.microsoft.com/office/drawing/2014/main" id="{C99254E5-3F23-42AA-880E-F879DBC2A9D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3175" y="1500725"/>
            <a:ext cx="1418150" cy="1418150"/>
          </a:xfrm>
          <a:prstGeom prst="rect">
            <a:avLst/>
          </a:prstGeom>
        </p:spPr>
      </p:pic>
      <p:sp>
        <p:nvSpPr>
          <p:cNvPr id="157" name="Text Box 78">
            <a:extLst>
              <a:ext uri="{FF2B5EF4-FFF2-40B4-BE49-F238E27FC236}">
                <a16:creationId xmlns:a16="http://schemas.microsoft.com/office/drawing/2014/main" id="{62826FE3-F2E5-4DBC-BA90-CC229987E8D8}"/>
              </a:ext>
            </a:extLst>
          </p:cNvPr>
          <p:cNvSpPr txBox="1">
            <a:spLocks noChangeArrowheads="1"/>
          </p:cNvSpPr>
          <p:nvPr/>
        </p:nvSpPr>
        <p:spPr bwMode="auto">
          <a:xfrm>
            <a:off x="656634" y="1264443"/>
            <a:ext cx="679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dirty="0">
                <a:latin typeface="Times New Roman" panose="02020603050405020304" pitchFamily="18" charset="0"/>
              </a:rPr>
              <a:t>Alice</a:t>
            </a:r>
          </a:p>
        </p:txBody>
      </p:sp>
      <p:sp>
        <p:nvSpPr>
          <p:cNvPr id="158" name="Text Box 79">
            <a:extLst>
              <a:ext uri="{FF2B5EF4-FFF2-40B4-BE49-F238E27FC236}">
                <a16:creationId xmlns:a16="http://schemas.microsoft.com/office/drawing/2014/main" id="{4AEB15D9-46C2-4334-8DEC-F6412894ACBC}"/>
              </a:ext>
            </a:extLst>
          </p:cNvPr>
          <p:cNvSpPr txBox="1">
            <a:spLocks noChangeArrowheads="1"/>
          </p:cNvSpPr>
          <p:nvPr/>
        </p:nvSpPr>
        <p:spPr bwMode="auto">
          <a:xfrm>
            <a:off x="8121650" y="1356518"/>
            <a:ext cx="565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dirty="0">
                <a:latin typeface="Times New Roman" panose="02020603050405020304" pitchFamily="18" charset="0"/>
              </a:rPr>
              <a:t>Bob</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nodeType="clickEffect">
                                  <p:stCondLst>
                                    <p:cond delay="0"/>
                                  </p:stCondLst>
                                  <p:childTnLst>
                                    <p:set>
                                      <p:cBhvr>
                                        <p:cTn id="6" dur="1" fill="hold">
                                          <p:stCondLst>
                                            <p:cond delay="0"/>
                                          </p:stCondLst>
                                        </p:cTn>
                                        <p:tgtEl>
                                          <p:spTgt spid="1581111"/>
                                        </p:tgtEl>
                                        <p:attrNameLst>
                                          <p:attrName>style.visibility</p:attrName>
                                        </p:attrNameLst>
                                      </p:cBhvr>
                                      <p:to>
                                        <p:strVal val="visible"/>
                                      </p:to>
                                    </p:set>
                                    <p:animEffect transition="in" filter="box(out)">
                                      <p:cBhvr>
                                        <p:cTn id="7" dur="1000"/>
                                        <p:tgtEl>
                                          <p:spTgt spid="158111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nodeType="clickEffect">
                                  <p:stCondLst>
                                    <p:cond delay="0"/>
                                  </p:stCondLst>
                                  <p:childTnLst>
                                    <p:set>
                                      <p:cBhvr>
                                        <p:cTn id="11" dur="1" fill="hold">
                                          <p:stCondLst>
                                            <p:cond delay="0"/>
                                          </p:stCondLst>
                                        </p:cTn>
                                        <p:tgtEl>
                                          <p:spTgt spid="1581132"/>
                                        </p:tgtEl>
                                        <p:attrNameLst>
                                          <p:attrName>style.visibility</p:attrName>
                                        </p:attrNameLst>
                                      </p:cBhvr>
                                      <p:to>
                                        <p:strVal val="visible"/>
                                      </p:to>
                                    </p:set>
                                    <p:animEffect transition="in" filter="box(out)">
                                      <p:cBhvr>
                                        <p:cTn id="12" dur="1000"/>
                                        <p:tgtEl>
                                          <p:spTgt spid="158113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1581058"/>
                                        </p:tgtEl>
                                        <p:attrNameLst>
                                          <p:attrName>style.visibility</p:attrName>
                                        </p:attrNameLst>
                                      </p:cBhvr>
                                      <p:to>
                                        <p:strVal val="visible"/>
                                      </p:to>
                                    </p:set>
                                    <p:animEffect transition="in" filter="box(out)">
                                      <p:cBhvr>
                                        <p:cTn id="17" dur="1000"/>
                                        <p:tgtEl>
                                          <p:spTgt spid="158105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32" fill="hold" nodeType="clickEffect">
                                  <p:stCondLst>
                                    <p:cond delay="0"/>
                                  </p:stCondLst>
                                  <p:childTnLst>
                                    <p:set>
                                      <p:cBhvr>
                                        <p:cTn id="21" dur="1" fill="hold">
                                          <p:stCondLst>
                                            <p:cond delay="0"/>
                                          </p:stCondLst>
                                        </p:cTn>
                                        <p:tgtEl>
                                          <p:spTgt spid="1581108"/>
                                        </p:tgtEl>
                                        <p:attrNameLst>
                                          <p:attrName>style.visibility</p:attrName>
                                        </p:attrNameLst>
                                      </p:cBhvr>
                                      <p:to>
                                        <p:strVal val="visible"/>
                                      </p:to>
                                    </p:set>
                                    <p:animEffect transition="in" filter="box(out)">
                                      <p:cBhvr>
                                        <p:cTn id="22" dur="500"/>
                                        <p:tgtEl>
                                          <p:spTgt spid="158110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1581107"/>
                                        </p:tgtEl>
                                        <p:attrNameLst>
                                          <p:attrName>style.visibility</p:attrName>
                                        </p:attrNameLst>
                                      </p:cBhvr>
                                      <p:to>
                                        <p:strVal val="visible"/>
                                      </p:to>
                                    </p:set>
                                    <p:animEffect transition="in" filter="box(out)">
                                      <p:cBhvr>
                                        <p:cTn id="27" dur="1000"/>
                                        <p:tgtEl>
                                          <p:spTgt spid="15811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81058" grpId="0"/>
      <p:bldP spid="1581107"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3106" name="Text Box 2">
            <a:extLst>
              <a:ext uri="{FF2B5EF4-FFF2-40B4-BE49-F238E27FC236}">
                <a16:creationId xmlns:a16="http://schemas.microsoft.com/office/drawing/2014/main" id="{1519B789-EC35-4333-9838-FE8D1A71F31A}"/>
              </a:ext>
            </a:extLst>
          </p:cNvPr>
          <p:cNvSpPr txBox="1">
            <a:spLocks noChangeArrowheads="1"/>
          </p:cNvSpPr>
          <p:nvPr/>
        </p:nvSpPr>
        <p:spPr bwMode="auto">
          <a:xfrm>
            <a:off x="1295400" y="457200"/>
            <a:ext cx="5810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b="1" dirty="0">
                <a:latin typeface="Times New Roman" panose="02020603050405020304" pitchFamily="18" charset="0"/>
              </a:rPr>
              <a:t>To Provide Confidentiality, Authentication and Signature</a:t>
            </a:r>
          </a:p>
        </p:txBody>
      </p:sp>
      <p:sp>
        <p:nvSpPr>
          <p:cNvPr id="1583144" name="AutoShape 40">
            <a:extLst>
              <a:ext uri="{FF2B5EF4-FFF2-40B4-BE49-F238E27FC236}">
                <a16:creationId xmlns:a16="http://schemas.microsoft.com/office/drawing/2014/main" id="{87309D9E-367B-434A-97E6-C008A7B2E55E}"/>
              </a:ext>
            </a:extLst>
          </p:cNvPr>
          <p:cNvSpPr>
            <a:spLocks noChangeArrowheads="1"/>
          </p:cNvSpPr>
          <p:nvPr/>
        </p:nvSpPr>
        <p:spPr bwMode="auto">
          <a:xfrm rot="5400000">
            <a:off x="4533900" y="-114300"/>
            <a:ext cx="304800" cy="4953000"/>
          </a:xfrm>
          <a:prstGeom prst="can">
            <a:avLst>
              <a:gd name="adj" fmla="val 29115"/>
            </a:avLst>
          </a:prstGeom>
          <a:solidFill>
            <a:srgbClr val="9999FF"/>
          </a:solidFill>
          <a:ln w="9525">
            <a:solidFill>
              <a:srgbClr val="9999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vert="eaVert" wrap="none" anchor="ctr"/>
          <a:lstStyle/>
          <a:p>
            <a:pPr algn="ctr"/>
            <a:endParaRPr lang="en-US" altLang="en-US" sz="1800">
              <a:latin typeface="Times New Roman" panose="02020603050405020304" pitchFamily="18" charset="0"/>
            </a:endParaRPr>
          </a:p>
        </p:txBody>
      </p:sp>
      <p:sp>
        <p:nvSpPr>
          <p:cNvPr id="1583145" name="Rectangle 41">
            <a:extLst>
              <a:ext uri="{FF2B5EF4-FFF2-40B4-BE49-F238E27FC236}">
                <a16:creationId xmlns:a16="http://schemas.microsoft.com/office/drawing/2014/main" id="{1816AC78-78AC-4AA4-B41E-18C3972AECA3}"/>
              </a:ext>
            </a:extLst>
          </p:cNvPr>
          <p:cNvSpPr>
            <a:spLocks noChangeArrowheads="1"/>
          </p:cNvSpPr>
          <p:nvPr/>
        </p:nvSpPr>
        <p:spPr bwMode="auto">
          <a:xfrm>
            <a:off x="1447800" y="1828800"/>
            <a:ext cx="762000" cy="990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sz="1000"/>
              <a:t>Man needs </a:t>
            </a:r>
          </a:p>
          <a:p>
            <a:r>
              <a:rPr lang="en-US" altLang="en-US" sz="1000"/>
              <a:t>Woman, </a:t>
            </a:r>
          </a:p>
          <a:p>
            <a:r>
              <a:rPr lang="en-US" altLang="en-US" sz="1000"/>
              <a:t>Woman </a:t>
            </a:r>
          </a:p>
          <a:p>
            <a:r>
              <a:rPr lang="en-US" altLang="en-US" sz="1000"/>
              <a:t>Needs</a:t>
            </a:r>
          </a:p>
          <a:p>
            <a:r>
              <a:rPr lang="en-US" altLang="en-US" sz="1000"/>
              <a:t>Money for </a:t>
            </a:r>
          </a:p>
          <a:p>
            <a:r>
              <a:rPr lang="en-US" altLang="en-US" sz="1000"/>
              <a:t>shopping</a:t>
            </a:r>
          </a:p>
        </p:txBody>
      </p:sp>
      <p:sp>
        <p:nvSpPr>
          <p:cNvPr id="1583146" name="Rectangle 42">
            <a:extLst>
              <a:ext uri="{FF2B5EF4-FFF2-40B4-BE49-F238E27FC236}">
                <a16:creationId xmlns:a16="http://schemas.microsoft.com/office/drawing/2014/main" id="{28AA789E-8E7B-4D0C-A4BF-7B15A6F9820D}"/>
              </a:ext>
            </a:extLst>
          </p:cNvPr>
          <p:cNvSpPr>
            <a:spLocks noChangeArrowheads="1"/>
          </p:cNvSpPr>
          <p:nvPr/>
        </p:nvSpPr>
        <p:spPr bwMode="auto">
          <a:xfrm>
            <a:off x="2743200" y="1828800"/>
            <a:ext cx="762000" cy="990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sz="1000"/>
              <a:t>123456696</a:t>
            </a:r>
          </a:p>
          <a:p>
            <a:r>
              <a:rPr lang="en-US" altLang="en-US" sz="1000"/>
              <a:t>096785403</a:t>
            </a:r>
          </a:p>
          <a:p>
            <a:r>
              <a:rPr lang="en-US" altLang="en-US" sz="1000"/>
              <a:t>657849302</a:t>
            </a:r>
          </a:p>
          <a:p>
            <a:r>
              <a:rPr lang="en-US" altLang="en-US" sz="1000"/>
              <a:t>610395867</a:t>
            </a:r>
          </a:p>
          <a:p>
            <a:r>
              <a:rPr lang="en-US" altLang="en-US" sz="1000"/>
              <a:t>567484509</a:t>
            </a:r>
          </a:p>
          <a:p>
            <a:r>
              <a:rPr lang="en-US" altLang="en-US" sz="1000"/>
              <a:t>121212347</a:t>
            </a:r>
          </a:p>
        </p:txBody>
      </p:sp>
      <p:sp>
        <p:nvSpPr>
          <p:cNvPr id="1583147" name="Rectangle 43">
            <a:extLst>
              <a:ext uri="{FF2B5EF4-FFF2-40B4-BE49-F238E27FC236}">
                <a16:creationId xmlns:a16="http://schemas.microsoft.com/office/drawing/2014/main" id="{FEE339C3-738E-4D3A-BD7B-DDAA67F58597}"/>
              </a:ext>
            </a:extLst>
          </p:cNvPr>
          <p:cNvSpPr>
            <a:spLocks noChangeArrowheads="1"/>
          </p:cNvSpPr>
          <p:nvPr/>
        </p:nvSpPr>
        <p:spPr bwMode="auto">
          <a:xfrm>
            <a:off x="7162800" y="1828800"/>
            <a:ext cx="762000" cy="990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sz="1000"/>
              <a:t>Man needs </a:t>
            </a:r>
          </a:p>
          <a:p>
            <a:r>
              <a:rPr lang="en-US" altLang="en-US" sz="1000"/>
              <a:t>Woman, </a:t>
            </a:r>
          </a:p>
          <a:p>
            <a:r>
              <a:rPr lang="en-US" altLang="en-US" sz="1000"/>
              <a:t>Woman </a:t>
            </a:r>
          </a:p>
          <a:p>
            <a:r>
              <a:rPr lang="en-US" altLang="en-US" sz="1000"/>
              <a:t>Needs</a:t>
            </a:r>
          </a:p>
          <a:p>
            <a:r>
              <a:rPr lang="en-US" altLang="en-US" sz="1000"/>
              <a:t>Money for </a:t>
            </a:r>
          </a:p>
          <a:p>
            <a:r>
              <a:rPr lang="en-US" altLang="en-US" sz="1000"/>
              <a:t>shopping</a:t>
            </a:r>
          </a:p>
        </p:txBody>
      </p:sp>
      <p:sp>
        <p:nvSpPr>
          <p:cNvPr id="1583150" name="Text Box 46">
            <a:extLst>
              <a:ext uri="{FF2B5EF4-FFF2-40B4-BE49-F238E27FC236}">
                <a16:creationId xmlns:a16="http://schemas.microsoft.com/office/drawing/2014/main" id="{65A794FF-42FC-4200-A021-CFC0D6C62A29}"/>
              </a:ext>
            </a:extLst>
          </p:cNvPr>
          <p:cNvSpPr txBox="1">
            <a:spLocks noChangeArrowheads="1"/>
          </p:cNvSpPr>
          <p:nvPr/>
        </p:nvSpPr>
        <p:spPr bwMode="auto">
          <a:xfrm>
            <a:off x="1143000" y="1219200"/>
            <a:ext cx="13970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sz="1800">
                <a:latin typeface="Times New Roman" panose="02020603050405020304" pitchFamily="18" charset="0"/>
              </a:rPr>
              <a:t>Message (M)</a:t>
            </a:r>
          </a:p>
          <a:p>
            <a:pPr algn="ctr"/>
            <a:r>
              <a:rPr lang="en-US" altLang="en-US" sz="1800">
                <a:latin typeface="Times New Roman" panose="02020603050405020304" pitchFamily="18" charset="0"/>
              </a:rPr>
              <a:t>Plaintext</a:t>
            </a:r>
          </a:p>
        </p:txBody>
      </p:sp>
      <p:sp>
        <p:nvSpPr>
          <p:cNvPr id="1583151" name="Text Box 47">
            <a:extLst>
              <a:ext uri="{FF2B5EF4-FFF2-40B4-BE49-F238E27FC236}">
                <a16:creationId xmlns:a16="http://schemas.microsoft.com/office/drawing/2014/main" id="{4BC310BC-78D3-48EC-AE2D-67808B126520}"/>
              </a:ext>
            </a:extLst>
          </p:cNvPr>
          <p:cNvSpPr txBox="1">
            <a:spLocks noChangeArrowheads="1"/>
          </p:cNvSpPr>
          <p:nvPr/>
        </p:nvSpPr>
        <p:spPr bwMode="auto">
          <a:xfrm>
            <a:off x="4038600" y="1447800"/>
            <a:ext cx="11493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sz="1800">
                <a:latin typeface="Times New Roman" panose="02020603050405020304" pitchFamily="18" charset="0"/>
              </a:rPr>
              <a:t>Ciphertext</a:t>
            </a:r>
          </a:p>
        </p:txBody>
      </p:sp>
      <p:sp>
        <p:nvSpPr>
          <p:cNvPr id="1583152" name="Text Box 48">
            <a:extLst>
              <a:ext uri="{FF2B5EF4-FFF2-40B4-BE49-F238E27FC236}">
                <a16:creationId xmlns:a16="http://schemas.microsoft.com/office/drawing/2014/main" id="{443640EF-7A8C-442C-8D7C-314A70DF1CDC}"/>
              </a:ext>
            </a:extLst>
          </p:cNvPr>
          <p:cNvSpPr txBox="1">
            <a:spLocks noChangeArrowheads="1"/>
          </p:cNvSpPr>
          <p:nvPr/>
        </p:nvSpPr>
        <p:spPr bwMode="auto">
          <a:xfrm>
            <a:off x="6858000" y="1219200"/>
            <a:ext cx="13970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sz="1800">
                <a:latin typeface="Times New Roman" panose="02020603050405020304" pitchFamily="18" charset="0"/>
              </a:rPr>
              <a:t>Message (M)</a:t>
            </a:r>
          </a:p>
          <a:p>
            <a:pPr algn="ctr"/>
            <a:r>
              <a:rPr lang="en-US" altLang="en-US" sz="1800">
                <a:latin typeface="Times New Roman" panose="02020603050405020304" pitchFamily="18" charset="0"/>
              </a:rPr>
              <a:t>Plaintext</a:t>
            </a:r>
          </a:p>
        </p:txBody>
      </p:sp>
      <p:sp>
        <p:nvSpPr>
          <p:cNvPr id="1583153" name="Rectangle 49">
            <a:extLst>
              <a:ext uri="{FF2B5EF4-FFF2-40B4-BE49-F238E27FC236}">
                <a16:creationId xmlns:a16="http://schemas.microsoft.com/office/drawing/2014/main" id="{3509DA31-E6B8-4CB3-A335-15B282DEE43C}"/>
              </a:ext>
            </a:extLst>
          </p:cNvPr>
          <p:cNvSpPr>
            <a:spLocks noChangeArrowheads="1"/>
          </p:cNvSpPr>
          <p:nvPr/>
        </p:nvSpPr>
        <p:spPr bwMode="auto">
          <a:xfrm>
            <a:off x="4343400" y="1828800"/>
            <a:ext cx="762000" cy="990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sz="1000"/>
              <a:t>123456696</a:t>
            </a:r>
          </a:p>
          <a:p>
            <a:r>
              <a:rPr lang="en-US" altLang="en-US" sz="1000"/>
              <a:t>096785403</a:t>
            </a:r>
          </a:p>
          <a:p>
            <a:r>
              <a:rPr lang="en-US" altLang="en-US" sz="1000"/>
              <a:t>657849302</a:t>
            </a:r>
          </a:p>
          <a:p>
            <a:r>
              <a:rPr lang="en-US" altLang="en-US" sz="1000"/>
              <a:t>610395867</a:t>
            </a:r>
          </a:p>
          <a:p>
            <a:r>
              <a:rPr lang="en-US" altLang="en-US" sz="1000"/>
              <a:t>567484509</a:t>
            </a:r>
          </a:p>
          <a:p>
            <a:r>
              <a:rPr lang="en-US" altLang="en-US" sz="1000"/>
              <a:t>121212347</a:t>
            </a:r>
          </a:p>
        </p:txBody>
      </p:sp>
      <p:sp>
        <p:nvSpPr>
          <p:cNvPr id="1583154" name="Rectangle 50">
            <a:extLst>
              <a:ext uri="{FF2B5EF4-FFF2-40B4-BE49-F238E27FC236}">
                <a16:creationId xmlns:a16="http://schemas.microsoft.com/office/drawing/2014/main" id="{D13763CE-E4D5-4EFE-926B-9378B53D3D83}"/>
              </a:ext>
            </a:extLst>
          </p:cNvPr>
          <p:cNvSpPr>
            <a:spLocks noChangeArrowheads="1"/>
          </p:cNvSpPr>
          <p:nvPr/>
        </p:nvSpPr>
        <p:spPr bwMode="auto">
          <a:xfrm>
            <a:off x="5715000" y="1828800"/>
            <a:ext cx="762000" cy="990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sz="1000"/>
              <a:t>123456696</a:t>
            </a:r>
          </a:p>
          <a:p>
            <a:r>
              <a:rPr lang="en-US" altLang="en-US" sz="1000"/>
              <a:t>096785403</a:t>
            </a:r>
          </a:p>
          <a:p>
            <a:r>
              <a:rPr lang="en-US" altLang="en-US" sz="1000"/>
              <a:t>657849302</a:t>
            </a:r>
          </a:p>
          <a:p>
            <a:r>
              <a:rPr lang="en-US" altLang="en-US" sz="1000"/>
              <a:t>610395867</a:t>
            </a:r>
          </a:p>
          <a:p>
            <a:r>
              <a:rPr lang="en-US" altLang="en-US" sz="1000"/>
              <a:t>567484509</a:t>
            </a:r>
          </a:p>
          <a:p>
            <a:r>
              <a:rPr lang="en-US" altLang="en-US" sz="1000"/>
              <a:t>121212347</a:t>
            </a:r>
          </a:p>
        </p:txBody>
      </p:sp>
      <p:grpSp>
        <p:nvGrpSpPr>
          <p:cNvPr id="1583155" name="Group 51">
            <a:extLst>
              <a:ext uri="{FF2B5EF4-FFF2-40B4-BE49-F238E27FC236}">
                <a16:creationId xmlns:a16="http://schemas.microsoft.com/office/drawing/2014/main" id="{E61592D3-009B-48D3-A192-B46AF05508B6}"/>
              </a:ext>
            </a:extLst>
          </p:cNvPr>
          <p:cNvGrpSpPr>
            <a:grpSpLocks/>
          </p:cNvGrpSpPr>
          <p:nvPr/>
        </p:nvGrpSpPr>
        <p:grpSpPr bwMode="auto">
          <a:xfrm>
            <a:off x="1295400" y="2590800"/>
            <a:ext cx="1719263" cy="1812925"/>
            <a:chOff x="816" y="1632"/>
            <a:chExt cx="1083" cy="1142"/>
          </a:xfrm>
        </p:grpSpPr>
        <p:sp>
          <p:nvSpPr>
            <p:cNvPr id="1583156" name="Line 52">
              <a:extLst>
                <a:ext uri="{FF2B5EF4-FFF2-40B4-BE49-F238E27FC236}">
                  <a16:creationId xmlns:a16="http://schemas.microsoft.com/office/drawing/2014/main" id="{2D136FC9-4D04-422E-9E9A-A2C0520132AA}"/>
                </a:ext>
              </a:extLst>
            </p:cNvPr>
            <p:cNvSpPr>
              <a:spLocks noChangeShapeType="1"/>
            </p:cNvSpPr>
            <p:nvPr/>
          </p:nvSpPr>
          <p:spPr bwMode="auto">
            <a:xfrm>
              <a:off x="1344" y="1872"/>
              <a:ext cx="449"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grpSp>
          <p:nvGrpSpPr>
            <p:cNvPr id="1583157" name="Group 53">
              <a:extLst>
                <a:ext uri="{FF2B5EF4-FFF2-40B4-BE49-F238E27FC236}">
                  <a16:creationId xmlns:a16="http://schemas.microsoft.com/office/drawing/2014/main" id="{32650464-CC95-44DD-8ECE-73705427CA45}"/>
                </a:ext>
              </a:extLst>
            </p:cNvPr>
            <p:cNvGrpSpPr>
              <a:grpSpLocks/>
            </p:cNvGrpSpPr>
            <p:nvPr/>
          </p:nvGrpSpPr>
          <p:grpSpPr bwMode="auto">
            <a:xfrm>
              <a:off x="816" y="1920"/>
              <a:ext cx="1083" cy="854"/>
              <a:chOff x="1132" y="1920"/>
              <a:chExt cx="1083" cy="854"/>
            </a:xfrm>
          </p:grpSpPr>
          <p:sp>
            <p:nvSpPr>
              <p:cNvPr id="1583158" name="Text Box 54">
                <a:extLst>
                  <a:ext uri="{FF2B5EF4-FFF2-40B4-BE49-F238E27FC236}">
                    <a16:creationId xmlns:a16="http://schemas.microsoft.com/office/drawing/2014/main" id="{6D53340A-DB25-4C34-9F43-D0F376A846A2}"/>
                  </a:ext>
                </a:extLst>
              </p:cNvPr>
              <p:cNvSpPr txBox="1">
                <a:spLocks noChangeArrowheads="1"/>
              </p:cNvSpPr>
              <p:nvPr/>
            </p:nvSpPr>
            <p:spPr bwMode="auto">
              <a:xfrm>
                <a:off x="1132" y="1920"/>
                <a:ext cx="1083"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a:latin typeface="Times New Roman" panose="02020603050405020304" pitchFamily="18" charset="0"/>
                  </a:rPr>
                  <a:t>Message is encrypted</a:t>
                </a:r>
              </a:p>
            </p:txBody>
          </p:sp>
          <p:grpSp>
            <p:nvGrpSpPr>
              <p:cNvPr id="1583159" name="Group 55">
                <a:extLst>
                  <a:ext uri="{FF2B5EF4-FFF2-40B4-BE49-F238E27FC236}">
                    <a16:creationId xmlns:a16="http://schemas.microsoft.com/office/drawing/2014/main" id="{F7EA2376-C594-46F9-83E4-32B2C4EE06CD}"/>
                  </a:ext>
                </a:extLst>
              </p:cNvPr>
              <p:cNvGrpSpPr>
                <a:grpSpLocks/>
              </p:cNvGrpSpPr>
              <p:nvPr/>
            </p:nvGrpSpPr>
            <p:grpSpPr bwMode="auto">
              <a:xfrm>
                <a:off x="1396" y="2112"/>
                <a:ext cx="424" cy="330"/>
                <a:chOff x="1968" y="2400"/>
                <a:chExt cx="480" cy="401"/>
              </a:xfrm>
            </p:grpSpPr>
            <p:grpSp>
              <p:nvGrpSpPr>
                <p:cNvPr id="1583160" name="Group 56">
                  <a:extLst>
                    <a:ext uri="{FF2B5EF4-FFF2-40B4-BE49-F238E27FC236}">
                      <a16:creationId xmlns:a16="http://schemas.microsoft.com/office/drawing/2014/main" id="{A4076B0C-6A5C-46A2-B3D8-9594E5029258}"/>
                    </a:ext>
                  </a:extLst>
                </p:cNvPr>
                <p:cNvGrpSpPr>
                  <a:grpSpLocks/>
                </p:cNvGrpSpPr>
                <p:nvPr/>
              </p:nvGrpSpPr>
              <p:grpSpPr bwMode="auto">
                <a:xfrm>
                  <a:off x="1968" y="2400"/>
                  <a:ext cx="480" cy="240"/>
                  <a:chOff x="1920" y="2688"/>
                  <a:chExt cx="912" cy="384"/>
                </a:xfrm>
              </p:grpSpPr>
              <p:sp>
                <p:nvSpPr>
                  <p:cNvPr id="1583161" name="Arc 57">
                    <a:extLst>
                      <a:ext uri="{FF2B5EF4-FFF2-40B4-BE49-F238E27FC236}">
                        <a16:creationId xmlns:a16="http://schemas.microsoft.com/office/drawing/2014/main" id="{AA96583E-AEE5-42E3-91E4-567D709D6950}"/>
                      </a:ext>
                    </a:extLst>
                  </p:cNvPr>
                  <p:cNvSpPr>
                    <a:spLocks/>
                  </p:cNvSpPr>
                  <p:nvPr/>
                </p:nvSpPr>
                <p:spPr bwMode="auto">
                  <a:xfrm rot="-10800000">
                    <a:off x="2621" y="2905"/>
                    <a:ext cx="26" cy="61"/>
                  </a:xfrm>
                  <a:custGeom>
                    <a:avLst/>
                    <a:gdLst>
                      <a:gd name="G0" fmla="+- 2832 0 0"/>
                      <a:gd name="G1" fmla="+- 21600 0 0"/>
                      <a:gd name="G2" fmla="+- 21600 0 0"/>
                      <a:gd name="T0" fmla="*/ 2832 w 24432"/>
                      <a:gd name="T1" fmla="*/ 0 h 43200"/>
                      <a:gd name="T2" fmla="*/ 0 w 24432"/>
                      <a:gd name="T3" fmla="*/ 43014 h 43200"/>
                      <a:gd name="T4" fmla="*/ 2832 w 24432"/>
                      <a:gd name="T5" fmla="*/ 21600 h 43200"/>
                    </a:gdLst>
                    <a:ahLst/>
                    <a:cxnLst>
                      <a:cxn ang="0">
                        <a:pos x="T0" y="T1"/>
                      </a:cxn>
                      <a:cxn ang="0">
                        <a:pos x="T2" y="T3"/>
                      </a:cxn>
                      <a:cxn ang="0">
                        <a:pos x="T4" y="T5"/>
                      </a:cxn>
                    </a:cxnLst>
                    <a:rect l="0" t="0" r="r" b="b"/>
                    <a:pathLst>
                      <a:path w="24432" h="43200" fill="none" extrusionOk="0">
                        <a:moveTo>
                          <a:pt x="2832" y="0"/>
                        </a:moveTo>
                        <a:cubicBezTo>
                          <a:pt x="14761" y="0"/>
                          <a:pt x="24432" y="9670"/>
                          <a:pt x="24432" y="21600"/>
                        </a:cubicBezTo>
                        <a:cubicBezTo>
                          <a:pt x="24432" y="33529"/>
                          <a:pt x="14761" y="43200"/>
                          <a:pt x="2832" y="43200"/>
                        </a:cubicBezTo>
                        <a:cubicBezTo>
                          <a:pt x="1884" y="43199"/>
                          <a:pt x="938" y="43137"/>
                          <a:pt x="0" y="43013"/>
                        </a:cubicBezTo>
                      </a:path>
                      <a:path w="24432" h="43200" stroke="0" extrusionOk="0">
                        <a:moveTo>
                          <a:pt x="2832" y="0"/>
                        </a:moveTo>
                        <a:cubicBezTo>
                          <a:pt x="14761" y="0"/>
                          <a:pt x="24432" y="9670"/>
                          <a:pt x="24432" y="21600"/>
                        </a:cubicBezTo>
                        <a:cubicBezTo>
                          <a:pt x="24432" y="33529"/>
                          <a:pt x="14761" y="43200"/>
                          <a:pt x="2832" y="43200"/>
                        </a:cubicBezTo>
                        <a:cubicBezTo>
                          <a:pt x="1884" y="43199"/>
                          <a:pt x="938" y="43137"/>
                          <a:pt x="0" y="43013"/>
                        </a:cubicBezTo>
                        <a:lnTo>
                          <a:pt x="2832" y="21600"/>
                        </a:lnTo>
                        <a:close/>
                      </a:path>
                    </a:pathLst>
                  </a:cu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83162" name="Rectangle 58">
                    <a:extLst>
                      <a:ext uri="{FF2B5EF4-FFF2-40B4-BE49-F238E27FC236}">
                        <a16:creationId xmlns:a16="http://schemas.microsoft.com/office/drawing/2014/main" id="{899583CB-41A0-45D0-8F6E-01D618234B52}"/>
                      </a:ext>
                    </a:extLst>
                  </p:cNvPr>
                  <p:cNvSpPr>
                    <a:spLocks noChangeArrowheads="1"/>
                  </p:cNvSpPr>
                  <p:nvPr/>
                </p:nvSpPr>
                <p:spPr bwMode="auto">
                  <a:xfrm>
                    <a:off x="2638" y="2844"/>
                    <a:ext cx="148" cy="61"/>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83163" name="Arc 59">
                    <a:extLst>
                      <a:ext uri="{FF2B5EF4-FFF2-40B4-BE49-F238E27FC236}">
                        <a16:creationId xmlns:a16="http://schemas.microsoft.com/office/drawing/2014/main" id="{826AEC0B-F8FB-4A54-9028-540000E51AEB}"/>
                      </a:ext>
                    </a:extLst>
                  </p:cNvPr>
                  <p:cNvSpPr>
                    <a:spLocks/>
                  </p:cNvSpPr>
                  <p:nvPr/>
                </p:nvSpPr>
                <p:spPr bwMode="auto">
                  <a:xfrm>
                    <a:off x="2770" y="2905"/>
                    <a:ext cx="42" cy="61"/>
                  </a:xfrm>
                  <a:custGeom>
                    <a:avLst/>
                    <a:gdLst>
                      <a:gd name="G0" fmla="+- 2832 0 0"/>
                      <a:gd name="G1" fmla="+- 21600 0 0"/>
                      <a:gd name="G2" fmla="+- 21600 0 0"/>
                      <a:gd name="T0" fmla="*/ 2832 w 24432"/>
                      <a:gd name="T1" fmla="*/ 0 h 43200"/>
                      <a:gd name="T2" fmla="*/ 0 w 24432"/>
                      <a:gd name="T3" fmla="*/ 43014 h 43200"/>
                      <a:gd name="T4" fmla="*/ 2832 w 24432"/>
                      <a:gd name="T5" fmla="*/ 21600 h 43200"/>
                    </a:gdLst>
                    <a:ahLst/>
                    <a:cxnLst>
                      <a:cxn ang="0">
                        <a:pos x="T0" y="T1"/>
                      </a:cxn>
                      <a:cxn ang="0">
                        <a:pos x="T2" y="T3"/>
                      </a:cxn>
                      <a:cxn ang="0">
                        <a:pos x="T4" y="T5"/>
                      </a:cxn>
                    </a:cxnLst>
                    <a:rect l="0" t="0" r="r" b="b"/>
                    <a:pathLst>
                      <a:path w="24432" h="43200" fill="none" extrusionOk="0">
                        <a:moveTo>
                          <a:pt x="2832" y="0"/>
                        </a:moveTo>
                        <a:cubicBezTo>
                          <a:pt x="14761" y="0"/>
                          <a:pt x="24432" y="9670"/>
                          <a:pt x="24432" y="21600"/>
                        </a:cubicBezTo>
                        <a:cubicBezTo>
                          <a:pt x="24432" y="33529"/>
                          <a:pt x="14761" y="43200"/>
                          <a:pt x="2832" y="43200"/>
                        </a:cubicBezTo>
                        <a:cubicBezTo>
                          <a:pt x="1884" y="43199"/>
                          <a:pt x="938" y="43137"/>
                          <a:pt x="0" y="43013"/>
                        </a:cubicBezTo>
                      </a:path>
                      <a:path w="24432" h="43200" stroke="0" extrusionOk="0">
                        <a:moveTo>
                          <a:pt x="2832" y="0"/>
                        </a:moveTo>
                        <a:cubicBezTo>
                          <a:pt x="14761" y="0"/>
                          <a:pt x="24432" y="9670"/>
                          <a:pt x="24432" y="21600"/>
                        </a:cubicBezTo>
                        <a:cubicBezTo>
                          <a:pt x="24432" y="33529"/>
                          <a:pt x="14761" y="43200"/>
                          <a:pt x="2832" y="43200"/>
                        </a:cubicBezTo>
                        <a:cubicBezTo>
                          <a:pt x="1884" y="43199"/>
                          <a:pt x="938" y="43137"/>
                          <a:pt x="0" y="43013"/>
                        </a:cubicBezTo>
                        <a:lnTo>
                          <a:pt x="2832" y="21600"/>
                        </a:lnTo>
                        <a:close/>
                      </a:path>
                    </a:pathLst>
                  </a:cu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83164" name="Rectangle 60">
                    <a:extLst>
                      <a:ext uri="{FF2B5EF4-FFF2-40B4-BE49-F238E27FC236}">
                        <a16:creationId xmlns:a16="http://schemas.microsoft.com/office/drawing/2014/main" id="{86310B6A-5D3F-4151-B57B-C978790C63B4}"/>
                      </a:ext>
                    </a:extLst>
                  </p:cNvPr>
                  <p:cNvSpPr>
                    <a:spLocks noChangeArrowheads="1"/>
                  </p:cNvSpPr>
                  <p:nvPr/>
                </p:nvSpPr>
                <p:spPr bwMode="auto">
                  <a:xfrm>
                    <a:off x="2638" y="2905"/>
                    <a:ext cx="148" cy="61"/>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83165" name="Rectangle 61">
                    <a:extLst>
                      <a:ext uri="{FF2B5EF4-FFF2-40B4-BE49-F238E27FC236}">
                        <a16:creationId xmlns:a16="http://schemas.microsoft.com/office/drawing/2014/main" id="{957F07BB-FD92-40F4-9967-15E3E7B8F549}"/>
                      </a:ext>
                    </a:extLst>
                  </p:cNvPr>
                  <p:cNvSpPr>
                    <a:spLocks noChangeArrowheads="1"/>
                  </p:cNvSpPr>
                  <p:nvPr/>
                </p:nvSpPr>
                <p:spPr bwMode="auto">
                  <a:xfrm>
                    <a:off x="2638" y="2996"/>
                    <a:ext cx="49" cy="7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83166" name="Rectangle 62">
                    <a:extLst>
                      <a:ext uri="{FF2B5EF4-FFF2-40B4-BE49-F238E27FC236}">
                        <a16:creationId xmlns:a16="http://schemas.microsoft.com/office/drawing/2014/main" id="{D2D39BF8-29DB-4D8D-942E-BCCC0DD03867}"/>
                      </a:ext>
                    </a:extLst>
                  </p:cNvPr>
                  <p:cNvSpPr>
                    <a:spLocks noChangeArrowheads="1"/>
                  </p:cNvSpPr>
                  <p:nvPr/>
                </p:nvSpPr>
                <p:spPr bwMode="auto">
                  <a:xfrm>
                    <a:off x="2737" y="2996"/>
                    <a:ext cx="49" cy="7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83167" name="Rectangle 63">
                    <a:extLst>
                      <a:ext uri="{FF2B5EF4-FFF2-40B4-BE49-F238E27FC236}">
                        <a16:creationId xmlns:a16="http://schemas.microsoft.com/office/drawing/2014/main" id="{DB2DD03F-70DE-4C9C-A243-8A830162C8C6}"/>
                      </a:ext>
                    </a:extLst>
                  </p:cNvPr>
                  <p:cNvSpPr>
                    <a:spLocks noChangeArrowheads="1"/>
                  </p:cNvSpPr>
                  <p:nvPr/>
                </p:nvSpPr>
                <p:spPr bwMode="auto">
                  <a:xfrm>
                    <a:off x="2638" y="2966"/>
                    <a:ext cx="148" cy="3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83168" name="AutoShape 64">
                    <a:extLst>
                      <a:ext uri="{FF2B5EF4-FFF2-40B4-BE49-F238E27FC236}">
                        <a16:creationId xmlns:a16="http://schemas.microsoft.com/office/drawing/2014/main" id="{E0188488-57CC-46F8-9980-41B107B0B2F7}"/>
                      </a:ext>
                    </a:extLst>
                  </p:cNvPr>
                  <p:cNvSpPr>
                    <a:spLocks noChangeArrowheads="1"/>
                  </p:cNvSpPr>
                  <p:nvPr/>
                </p:nvSpPr>
                <p:spPr bwMode="auto">
                  <a:xfrm rot="5400000">
                    <a:off x="2411" y="2447"/>
                    <a:ext cx="91" cy="750"/>
                  </a:xfrm>
                  <a:prstGeom prst="can">
                    <a:avLst>
                      <a:gd name="adj" fmla="val 33387"/>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grpSp>
                <p:nvGrpSpPr>
                  <p:cNvPr id="1583169" name="Group 65">
                    <a:extLst>
                      <a:ext uri="{FF2B5EF4-FFF2-40B4-BE49-F238E27FC236}">
                        <a16:creationId xmlns:a16="http://schemas.microsoft.com/office/drawing/2014/main" id="{8E1D40C5-9A17-438F-96D6-DC7FD8E1BC55}"/>
                      </a:ext>
                    </a:extLst>
                  </p:cNvPr>
                  <p:cNvGrpSpPr>
                    <a:grpSpLocks/>
                  </p:cNvGrpSpPr>
                  <p:nvPr/>
                </p:nvGrpSpPr>
                <p:grpSpPr bwMode="auto">
                  <a:xfrm>
                    <a:off x="1920" y="2688"/>
                    <a:ext cx="192" cy="288"/>
                    <a:chOff x="1920" y="2640"/>
                    <a:chExt cx="177" cy="407"/>
                  </a:xfrm>
                </p:grpSpPr>
                <p:sp>
                  <p:nvSpPr>
                    <p:cNvPr id="1583170" name="Oval 66">
                      <a:extLst>
                        <a:ext uri="{FF2B5EF4-FFF2-40B4-BE49-F238E27FC236}">
                          <a16:creationId xmlns:a16="http://schemas.microsoft.com/office/drawing/2014/main" id="{19876C42-14FC-43A2-817B-5D93563B96AD}"/>
                        </a:ext>
                      </a:extLst>
                    </p:cNvPr>
                    <p:cNvSpPr>
                      <a:spLocks noChangeArrowheads="1"/>
                    </p:cNvSpPr>
                    <p:nvPr/>
                  </p:nvSpPr>
                  <p:spPr bwMode="auto">
                    <a:xfrm>
                      <a:off x="1920" y="2640"/>
                      <a:ext cx="177" cy="407"/>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83171" name="Oval 67">
                      <a:extLst>
                        <a:ext uri="{FF2B5EF4-FFF2-40B4-BE49-F238E27FC236}">
                          <a16:creationId xmlns:a16="http://schemas.microsoft.com/office/drawing/2014/main" id="{113A18F0-8603-4862-93DC-0E93C52D552E}"/>
                        </a:ext>
                      </a:extLst>
                    </p:cNvPr>
                    <p:cNvSpPr>
                      <a:spLocks noChangeArrowheads="1"/>
                    </p:cNvSpPr>
                    <p:nvPr/>
                  </p:nvSpPr>
                  <p:spPr bwMode="auto">
                    <a:xfrm>
                      <a:off x="1964" y="2730"/>
                      <a:ext cx="88" cy="227"/>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grpSp>
            </p:grpSp>
            <p:sp>
              <p:nvSpPr>
                <p:cNvPr id="1583172" name="Text Box 68">
                  <a:extLst>
                    <a:ext uri="{FF2B5EF4-FFF2-40B4-BE49-F238E27FC236}">
                      <a16:creationId xmlns:a16="http://schemas.microsoft.com/office/drawing/2014/main" id="{88794796-3B78-4638-94AD-C1EFBE77CF8E}"/>
                    </a:ext>
                  </a:extLst>
                </p:cNvPr>
                <p:cNvSpPr txBox="1">
                  <a:spLocks noChangeArrowheads="1"/>
                </p:cNvSpPr>
                <p:nvPr/>
              </p:nvSpPr>
              <p:spPr bwMode="auto">
                <a:xfrm>
                  <a:off x="2054" y="2520"/>
                  <a:ext cx="309" cy="2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a:latin typeface="Times New Roman" panose="02020603050405020304" pitchFamily="18" charset="0"/>
                    </a:rPr>
                    <a:t>E</a:t>
                  </a:r>
                  <a:r>
                    <a:rPr lang="en-US" altLang="en-US" sz="1800" baseline="-25000">
                      <a:latin typeface="Times New Roman" panose="02020603050405020304" pitchFamily="18" charset="0"/>
                    </a:rPr>
                    <a:t>A</a:t>
                  </a:r>
                </a:p>
              </p:txBody>
            </p:sp>
          </p:grpSp>
          <p:sp>
            <p:nvSpPr>
              <p:cNvPr id="1583173" name="Text Box 69">
                <a:extLst>
                  <a:ext uri="{FF2B5EF4-FFF2-40B4-BE49-F238E27FC236}">
                    <a16:creationId xmlns:a16="http://schemas.microsoft.com/office/drawing/2014/main" id="{00C2BEFB-6074-45C4-BD05-06B6552EFA59}"/>
                  </a:ext>
                </a:extLst>
              </p:cNvPr>
              <p:cNvSpPr txBox="1">
                <a:spLocks noChangeArrowheads="1"/>
              </p:cNvSpPr>
              <p:nvPr/>
            </p:nvSpPr>
            <p:spPr bwMode="auto">
              <a:xfrm>
                <a:off x="1200" y="2448"/>
                <a:ext cx="788"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sz="1400">
                    <a:latin typeface="Times New Roman" panose="02020603050405020304" pitchFamily="18" charset="0"/>
                  </a:rPr>
                  <a:t>Alice use </a:t>
                </a:r>
              </a:p>
              <a:p>
                <a:pPr algn="ctr"/>
                <a:r>
                  <a:rPr lang="en-US" altLang="en-US" sz="1400">
                    <a:latin typeface="Times New Roman" panose="02020603050405020304" pitchFamily="18" charset="0"/>
                  </a:rPr>
                  <a:t>her private key</a:t>
                </a:r>
              </a:p>
            </p:txBody>
          </p:sp>
        </p:grpSp>
        <p:sp>
          <p:nvSpPr>
            <p:cNvPr id="1583174" name="Text Box 70">
              <a:extLst>
                <a:ext uri="{FF2B5EF4-FFF2-40B4-BE49-F238E27FC236}">
                  <a16:creationId xmlns:a16="http://schemas.microsoft.com/office/drawing/2014/main" id="{0FC3F041-5CE5-456E-B4EB-34DBA78D8B83}"/>
                </a:ext>
              </a:extLst>
            </p:cNvPr>
            <p:cNvSpPr txBox="1">
              <a:spLocks noChangeArrowheads="1"/>
            </p:cNvSpPr>
            <p:nvPr/>
          </p:nvSpPr>
          <p:spPr bwMode="auto">
            <a:xfrm>
              <a:off x="1440" y="1632"/>
              <a:ext cx="20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a:latin typeface="Times New Roman" panose="02020603050405020304" pitchFamily="18" charset="0"/>
                </a:rPr>
                <a:t>E</a:t>
              </a:r>
            </a:p>
          </p:txBody>
        </p:sp>
      </p:grpSp>
      <p:grpSp>
        <p:nvGrpSpPr>
          <p:cNvPr id="1583175" name="Group 71">
            <a:extLst>
              <a:ext uri="{FF2B5EF4-FFF2-40B4-BE49-F238E27FC236}">
                <a16:creationId xmlns:a16="http://schemas.microsoft.com/office/drawing/2014/main" id="{B7E85482-8FA1-49F9-975A-F6E159308824}"/>
              </a:ext>
            </a:extLst>
          </p:cNvPr>
          <p:cNvGrpSpPr>
            <a:grpSpLocks/>
          </p:cNvGrpSpPr>
          <p:nvPr/>
        </p:nvGrpSpPr>
        <p:grpSpPr bwMode="auto">
          <a:xfrm>
            <a:off x="3048000" y="2590800"/>
            <a:ext cx="1719263" cy="1812925"/>
            <a:chOff x="1920" y="1632"/>
            <a:chExt cx="1083" cy="1142"/>
          </a:xfrm>
        </p:grpSpPr>
        <p:sp>
          <p:nvSpPr>
            <p:cNvPr id="1583176" name="Line 72">
              <a:extLst>
                <a:ext uri="{FF2B5EF4-FFF2-40B4-BE49-F238E27FC236}">
                  <a16:creationId xmlns:a16="http://schemas.microsoft.com/office/drawing/2014/main" id="{4D080945-F987-4113-BB5F-41DE981B9C6E}"/>
                </a:ext>
              </a:extLst>
            </p:cNvPr>
            <p:cNvSpPr>
              <a:spLocks noChangeShapeType="1"/>
            </p:cNvSpPr>
            <p:nvPr/>
          </p:nvSpPr>
          <p:spPr bwMode="auto">
            <a:xfrm>
              <a:off x="2208" y="1872"/>
              <a:ext cx="576"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grpSp>
          <p:nvGrpSpPr>
            <p:cNvPr id="1583177" name="Group 73">
              <a:extLst>
                <a:ext uri="{FF2B5EF4-FFF2-40B4-BE49-F238E27FC236}">
                  <a16:creationId xmlns:a16="http://schemas.microsoft.com/office/drawing/2014/main" id="{3700E64E-7349-47B9-9E35-04C3669E2016}"/>
                </a:ext>
              </a:extLst>
            </p:cNvPr>
            <p:cNvGrpSpPr>
              <a:grpSpLocks/>
            </p:cNvGrpSpPr>
            <p:nvPr/>
          </p:nvGrpSpPr>
          <p:grpSpPr bwMode="auto">
            <a:xfrm>
              <a:off x="1920" y="1920"/>
              <a:ext cx="1083" cy="854"/>
              <a:chOff x="2016" y="1920"/>
              <a:chExt cx="1083" cy="854"/>
            </a:xfrm>
          </p:grpSpPr>
          <p:sp>
            <p:nvSpPr>
              <p:cNvPr id="1583178" name="Text Box 74">
                <a:extLst>
                  <a:ext uri="{FF2B5EF4-FFF2-40B4-BE49-F238E27FC236}">
                    <a16:creationId xmlns:a16="http://schemas.microsoft.com/office/drawing/2014/main" id="{8544557C-294B-4ADA-A223-B976A9836CDC}"/>
                  </a:ext>
                </a:extLst>
              </p:cNvPr>
              <p:cNvSpPr txBox="1">
                <a:spLocks noChangeArrowheads="1"/>
              </p:cNvSpPr>
              <p:nvPr/>
            </p:nvSpPr>
            <p:spPr bwMode="auto">
              <a:xfrm>
                <a:off x="2016" y="1920"/>
                <a:ext cx="1083"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a:latin typeface="Times New Roman" panose="02020603050405020304" pitchFamily="18" charset="0"/>
                  </a:rPr>
                  <a:t>Message is encrypted</a:t>
                </a:r>
              </a:p>
            </p:txBody>
          </p:sp>
          <p:grpSp>
            <p:nvGrpSpPr>
              <p:cNvPr id="1583179" name="Group 75">
                <a:extLst>
                  <a:ext uri="{FF2B5EF4-FFF2-40B4-BE49-F238E27FC236}">
                    <a16:creationId xmlns:a16="http://schemas.microsoft.com/office/drawing/2014/main" id="{1F4BA868-59FF-4F7B-B1E2-C648612C4573}"/>
                  </a:ext>
                </a:extLst>
              </p:cNvPr>
              <p:cNvGrpSpPr>
                <a:grpSpLocks/>
              </p:cNvGrpSpPr>
              <p:nvPr/>
            </p:nvGrpSpPr>
            <p:grpSpPr bwMode="auto">
              <a:xfrm>
                <a:off x="2280" y="2112"/>
                <a:ext cx="424" cy="330"/>
                <a:chOff x="1968" y="2400"/>
                <a:chExt cx="480" cy="401"/>
              </a:xfrm>
            </p:grpSpPr>
            <p:grpSp>
              <p:nvGrpSpPr>
                <p:cNvPr id="1583180" name="Group 76">
                  <a:extLst>
                    <a:ext uri="{FF2B5EF4-FFF2-40B4-BE49-F238E27FC236}">
                      <a16:creationId xmlns:a16="http://schemas.microsoft.com/office/drawing/2014/main" id="{7B507A25-16CE-48D1-A923-51AF2D15B582}"/>
                    </a:ext>
                  </a:extLst>
                </p:cNvPr>
                <p:cNvGrpSpPr>
                  <a:grpSpLocks/>
                </p:cNvGrpSpPr>
                <p:nvPr/>
              </p:nvGrpSpPr>
              <p:grpSpPr bwMode="auto">
                <a:xfrm>
                  <a:off x="1968" y="2400"/>
                  <a:ext cx="480" cy="240"/>
                  <a:chOff x="1920" y="2688"/>
                  <a:chExt cx="912" cy="384"/>
                </a:xfrm>
              </p:grpSpPr>
              <p:sp>
                <p:nvSpPr>
                  <p:cNvPr id="1583181" name="Arc 77">
                    <a:extLst>
                      <a:ext uri="{FF2B5EF4-FFF2-40B4-BE49-F238E27FC236}">
                        <a16:creationId xmlns:a16="http://schemas.microsoft.com/office/drawing/2014/main" id="{51D1DB16-F11B-47C4-8A1E-0845426A56A8}"/>
                      </a:ext>
                    </a:extLst>
                  </p:cNvPr>
                  <p:cNvSpPr>
                    <a:spLocks/>
                  </p:cNvSpPr>
                  <p:nvPr/>
                </p:nvSpPr>
                <p:spPr bwMode="auto">
                  <a:xfrm rot="-10800000">
                    <a:off x="2621" y="2905"/>
                    <a:ext cx="26" cy="61"/>
                  </a:xfrm>
                  <a:custGeom>
                    <a:avLst/>
                    <a:gdLst>
                      <a:gd name="G0" fmla="+- 2832 0 0"/>
                      <a:gd name="G1" fmla="+- 21600 0 0"/>
                      <a:gd name="G2" fmla="+- 21600 0 0"/>
                      <a:gd name="T0" fmla="*/ 2832 w 24432"/>
                      <a:gd name="T1" fmla="*/ 0 h 43200"/>
                      <a:gd name="T2" fmla="*/ 0 w 24432"/>
                      <a:gd name="T3" fmla="*/ 43014 h 43200"/>
                      <a:gd name="T4" fmla="*/ 2832 w 24432"/>
                      <a:gd name="T5" fmla="*/ 21600 h 43200"/>
                    </a:gdLst>
                    <a:ahLst/>
                    <a:cxnLst>
                      <a:cxn ang="0">
                        <a:pos x="T0" y="T1"/>
                      </a:cxn>
                      <a:cxn ang="0">
                        <a:pos x="T2" y="T3"/>
                      </a:cxn>
                      <a:cxn ang="0">
                        <a:pos x="T4" y="T5"/>
                      </a:cxn>
                    </a:cxnLst>
                    <a:rect l="0" t="0" r="r" b="b"/>
                    <a:pathLst>
                      <a:path w="24432" h="43200" fill="none" extrusionOk="0">
                        <a:moveTo>
                          <a:pt x="2832" y="0"/>
                        </a:moveTo>
                        <a:cubicBezTo>
                          <a:pt x="14761" y="0"/>
                          <a:pt x="24432" y="9670"/>
                          <a:pt x="24432" y="21600"/>
                        </a:cubicBezTo>
                        <a:cubicBezTo>
                          <a:pt x="24432" y="33529"/>
                          <a:pt x="14761" y="43200"/>
                          <a:pt x="2832" y="43200"/>
                        </a:cubicBezTo>
                        <a:cubicBezTo>
                          <a:pt x="1884" y="43199"/>
                          <a:pt x="938" y="43137"/>
                          <a:pt x="0" y="43013"/>
                        </a:cubicBezTo>
                      </a:path>
                      <a:path w="24432" h="43200" stroke="0" extrusionOk="0">
                        <a:moveTo>
                          <a:pt x="2832" y="0"/>
                        </a:moveTo>
                        <a:cubicBezTo>
                          <a:pt x="14761" y="0"/>
                          <a:pt x="24432" y="9670"/>
                          <a:pt x="24432" y="21600"/>
                        </a:cubicBezTo>
                        <a:cubicBezTo>
                          <a:pt x="24432" y="33529"/>
                          <a:pt x="14761" y="43200"/>
                          <a:pt x="2832" y="43200"/>
                        </a:cubicBezTo>
                        <a:cubicBezTo>
                          <a:pt x="1884" y="43199"/>
                          <a:pt x="938" y="43137"/>
                          <a:pt x="0" y="43013"/>
                        </a:cubicBezTo>
                        <a:lnTo>
                          <a:pt x="2832" y="21600"/>
                        </a:lnTo>
                        <a:close/>
                      </a:path>
                    </a:pathLst>
                  </a:cu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83182" name="Rectangle 78">
                    <a:extLst>
                      <a:ext uri="{FF2B5EF4-FFF2-40B4-BE49-F238E27FC236}">
                        <a16:creationId xmlns:a16="http://schemas.microsoft.com/office/drawing/2014/main" id="{E24FDB8E-2F10-4244-B14B-018D698D9906}"/>
                      </a:ext>
                    </a:extLst>
                  </p:cNvPr>
                  <p:cNvSpPr>
                    <a:spLocks noChangeArrowheads="1"/>
                  </p:cNvSpPr>
                  <p:nvPr/>
                </p:nvSpPr>
                <p:spPr bwMode="auto">
                  <a:xfrm>
                    <a:off x="2638" y="2844"/>
                    <a:ext cx="148" cy="61"/>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83183" name="Arc 79">
                    <a:extLst>
                      <a:ext uri="{FF2B5EF4-FFF2-40B4-BE49-F238E27FC236}">
                        <a16:creationId xmlns:a16="http://schemas.microsoft.com/office/drawing/2014/main" id="{AA98C619-3306-4628-8D9F-CED8181A4687}"/>
                      </a:ext>
                    </a:extLst>
                  </p:cNvPr>
                  <p:cNvSpPr>
                    <a:spLocks/>
                  </p:cNvSpPr>
                  <p:nvPr/>
                </p:nvSpPr>
                <p:spPr bwMode="auto">
                  <a:xfrm>
                    <a:off x="2770" y="2905"/>
                    <a:ext cx="42" cy="61"/>
                  </a:xfrm>
                  <a:custGeom>
                    <a:avLst/>
                    <a:gdLst>
                      <a:gd name="G0" fmla="+- 2832 0 0"/>
                      <a:gd name="G1" fmla="+- 21600 0 0"/>
                      <a:gd name="G2" fmla="+- 21600 0 0"/>
                      <a:gd name="T0" fmla="*/ 2832 w 24432"/>
                      <a:gd name="T1" fmla="*/ 0 h 43200"/>
                      <a:gd name="T2" fmla="*/ 0 w 24432"/>
                      <a:gd name="T3" fmla="*/ 43014 h 43200"/>
                      <a:gd name="T4" fmla="*/ 2832 w 24432"/>
                      <a:gd name="T5" fmla="*/ 21600 h 43200"/>
                    </a:gdLst>
                    <a:ahLst/>
                    <a:cxnLst>
                      <a:cxn ang="0">
                        <a:pos x="T0" y="T1"/>
                      </a:cxn>
                      <a:cxn ang="0">
                        <a:pos x="T2" y="T3"/>
                      </a:cxn>
                      <a:cxn ang="0">
                        <a:pos x="T4" y="T5"/>
                      </a:cxn>
                    </a:cxnLst>
                    <a:rect l="0" t="0" r="r" b="b"/>
                    <a:pathLst>
                      <a:path w="24432" h="43200" fill="none" extrusionOk="0">
                        <a:moveTo>
                          <a:pt x="2832" y="0"/>
                        </a:moveTo>
                        <a:cubicBezTo>
                          <a:pt x="14761" y="0"/>
                          <a:pt x="24432" y="9670"/>
                          <a:pt x="24432" y="21600"/>
                        </a:cubicBezTo>
                        <a:cubicBezTo>
                          <a:pt x="24432" y="33529"/>
                          <a:pt x="14761" y="43200"/>
                          <a:pt x="2832" y="43200"/>
                        </a:cubicBezTo>
                        <a:cubicBezTo>
                          <a:pt x="1884" y="43199"/>
                          <a:pt x="938" y="43137"/>
                          <a:pt x="0" y="43013"/>
                        </a:cubicBezTo>
                      </a:path>
                      <a:path w="24432" h="43200" stroke="0" extrusionOk="0">
                        <a:moveTo>
                          <a:pt x="2832" y="0"/>
                        </a:moveTo>
                        <a:cubicBezTo>
                          <a:pt x="14761" y="0"/>
                          <a:pt x="24432" y="9670"/>
                          <a:pt x="24432" y="21600"/>
                        </a:cubicBezTo>
                        <a:cubicBezTo>
                          <a:pt x="24432" y="33529"/>
                          <a:pt x="14761" y="43200"/>
                          <a:pt x="2832" y="43200"/>
                        </a:cubicBezTo>
                        <a:cubicBezTo>
                          <a:pt x="1884" y="43199"/>
                          <a:pt x="938" y="43137"/>
                          <a:pt x="0" y="43013"/>
                        </a:cubicBezTo>
                        <a:lnTo>
                          <a:pt x="2832" y="21600"/>
                        </a:lnTo>
                        <a:close/>
                      </a:path>
                    </a:pathLst>
                  </a:cu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83184" name="Rectangle 80">
                    <a:extLst>
                      <a:ext uri="{FF2B5EF4-FFF2-40B4-BE49-F238E27FC236}">
                        <a16:creationId xmlns:a16="http://schemas.microsoft.com/office/drawing/2014/main" id="{66E889BD-4389-4C98-BE7A-D5F228353088}"/>
                      </a:ext>
                    </a:extLst>
                  </p:cNvPr>
                  <p:cNvSpPr>
                    <a:spLocks noChangeArrowheads="1"/>
                  </p:cNvSpPr>
                  <p:nvPr/>
                </p:nvSpPr>
                <p:spPr bwMode="auto">
                  <a:xfrm>
                    <a:off x="2638" y="2905"/>
                    <a:ext cx="148" cy="61"/>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83185" name="Rectangle 81">
                    <a:extLst>
                      <a:ext uri="{FF2B5EF4-FFF2-40B4-BE49-F238E27FC236}">
                        <a16:creationId xmlns:a16="http://schemas.microsoft.com/office/drawing/2014/main" id="{5EC612BF-B2FD-40B5-B944-4AE711573E79}"/>
                      </a:ext>
                    </a:extLst>
                  </p:cNvPr>
                  <p:cNvSpPr>
                    <a:spLocks noChangeArrowheads="1"/>
                  </p:cNvSpPr>
                  <p:nvPr/>
                </p:nvSpPr>
                <p:spPr bwMode="auto">
                  <a:xfrm>
                    <a:off x="2638" y="2996"/>
                    <a:ext cx="49" cy="7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83186" name="Rectangle 82">
                    <a:extLst>
                      <a:ext uri="{FF2B5EF4-FFF2-40B4-BE49-F238E27FC236}">
                        <a16:creationId xmlns:a16="http://schemas.microsoft.com/office/drawing/2014/main" id="{0E7194D1-BB2A-4440-B5FD-2EAEFF327F04}"/>
                      </a:ext>
                    </a:extLst>
                  </p:cNvPr>
                  <p:cNvSpPr>
                    <a:spLocks noChangeArrowheads="1"/>
                  </p:cNvSpPr>
                  <p:nvPr/>
                </p:nvSpPr>
                <p:spPr bwMode="auto">
                  <a:xfrm>
                    <a:off x="2737" y="2996"/>
                    <a:ext cx="49" cy="7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83187" name="Rectangle 83">
                    <a:extLst>
                      <a:ext uri="{FF2B5EF4-FFF2-40B4-BE49-F238E27FC236}">
                        <a16:creationId xmlns:a16="http://schemas.microsoft.com/office/drawing/2014/main" id="{963AA405-4171-41EB-92D6-3B7D75718F86}"/>
                      </a:ext>
                    </a:extLst>
                  </p:cNvPr>
                  <p:cNvSpPr>
                    <a:spLocks noChangeArrowheads="1"/>
                  </p:cNvSpPr>
                  <p:nvPr/>
                </p:nvSpPr>
                <p:spPr bwMode="auto">
                  <a:xfrm>
                    <a:off x="2638" y="2966"/>
                    <a:ext cx="148" cy="3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83188" name="AutoShape 84">
                    <a:extLst>
                      <a:ext uri="{FF2B5EF4-FFF2-40B4-BE49-F238E27FC236}">
                        <a16:creationId xmlns:a16="http://schemas.microsoft.com/office/drawing/2014/main" id="{7BFE40FF-D233-4AD5-9EB9-CA965009708E}"/>
                      </a:ext>
                    </a:extLst>
                  </p:cNvPr>
                  <p:cNvSpPr>
                    <a:spLocks noChangeArrowheads="1"/>
                  </p:cNvSpPr>
                  <p:nvPr/>
                </p:nvSpPr>
                <p:spPr bwMode="auto">
                  <a:xfrm rot="5400000">
                    <a:off x="2411" y="2447"/>
                    <a:ext cx="91" cy="750"/>
                  </a:xfrm>
                  <a:prstGeom prst="can">
                    <a:avLst>
                      <a:gd name="adj" fmla="val 33387"/>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grpSp>
                <p:nvGrpSpPr>
                  <p:cNvPr id="1583189" name="Group 85">
                    <a:extLst>
                      <a:ext uri="{FF2B5EF4-FFF2-40B4-BE49-F238E27FC236}">
                        <a16:creationId xmlns:a16="http://schemas.microsoft.com/office/drawing/2014/main" id="{089D0CEE-F5B2-4141-9B70-9DFC8FCBD15D}"/>
                      </a:ext>
                    </a:extLst>
                  </p:cNvPr>
                  <p:cNvGrpSpPr>
                    <a:grpSpLocks/>
                  </p:cNvGrpSpPr>
                  <p:nvPr/>
                </p:nvGrpSpPr>
                <p:grpSpPr bwMode="auto">
                  <a:xfrm>
                    <a:off x="1920" y="2688"/>
                    <a:ext cx="192" cy="288"/>
                    <a:chOff x="1920" y="2640"/>
                    <a:chExt cx="177" cy="407"/>
                  </a:xfrm>
                </p:grpSpPr>
                <p:sp>
                  <p:nvSpPr>
                    <p:cNvPr id="1583190" name="Oval 86">
                      <a:extLst>
                        <a:ext uri="{FF2B5EF4-FFF2-40B4-BE49-F238E27FC236}">
                          <a16:creationId xmlns:a16="http://schemas.microsoft.com/office/drawing/2014/main" id="{4AEBC085-B747-4BE5-BCF5-964BF6293D93}"/>
                        </a:ext>
                      </a:extLst>
                    </p:cNvPr>
                    <p:cNvSpPr>
                      <a:spLocks noChangeArrowheads="1"/>
                    </p:cNvSpPr>
                    <p:nvPr/>
                  </p:nvSpPr>
                  <p:spPr bwMode="auto">
                    <a:xfrm>
                      <a:off x="1920" y="2640"/>
                      <a:ext cx="177" cy="407"/>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83191" name="Oval 87">
                      <a:extLst>
                        <a:ext uri="{FF2B5EF4-FFF2-40B4-BE49-F238E27FC236}">
                          <a16:creationId xmlns:a16="http://schemas.microsoft.com/office/drawing/2014/main" id="{CC8D7F1F-4118-401D-871F-D49DC4A802E3}"/>
                        </a:ext>
                      </a:extLst>
                    </p:cNvPr>
                    <p:cNvSpPr>
                      <a:spLocks noChangeArrowheads="1"/>
                    </p:cNvSpPr>
                    <p:nvPr/>
                  </p:nvSpPr>
                  <p:spPr bwMode="auto">
                    <a:xfrm>
                      <a:off x="1964" y="2730"/>
                      <a:ext cx="88" cy="227"/>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grpSp>
            </p:grpSp>
            <p:sp>
              <p:nvSpPr>
                <p:cNvPr id="1583192" name="Text Box 88">
                  <a:extLst>
                    <a:ext uri="{FF2B5EF4-FFF2-40B4-BE49-F238E27FC236}">
                      <a16:creationId xmlns:a16="http://schemas.microsoft.com/office/drawing/2014/main" id="{92729D4E-7A61-4A10-9A83-26D2CCB166D5}"/>
                    </a:ext>
                  </a:extLst>
                </p:cNvPr>
                <p:cNvSpPr txBox="1">
                  <a:spLocks noChangeArrowheads="1"/>
                </p:cNvSpPr>
                <p:nvPr/>
              </p:nvSpPr>
              <p:spPr bwMode="auto">
                <a:xfrm>
                  <a:off x="2054" y="2520"/>
                  <a:ext cx="303" cy="2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a:latin typeface="Times New Roman" panose="02020603050405020304" pitchFamily="18" charset="0"/>
                    </a:rPr>
                    <a:t>E</a:t>
                  </a:r>
                  <a:r>
                    <a:rPr lang="en-US" altLang="en-US" sz="1800" baseline="-25000">
                      <a:latin typeface="Times New Roman" panose="02020603050405020304" pitchFamily="18" charset="0"/>
                    </a:rPr>
                    <a:t>B</a:t>
                  </a:r>
                </a:p>
              </p:txBody>
            </p:sp>
          </p:grpSp>
          <p:sp>
            <p:nvSpPr>
              <p:cNvPr id="1583193" name="Text Box 89">
                <a:extLst>
                  <a:ext uri="{FF2B5EF4-FFF2-40B4-BE49-F238E27FC236}">
                    <a16:creationId xmlns:a16="http://schemas.microsoft.com/office/drawing/2014/main" id="{208121FE-B368-47E6-9021-A8A96B0AF4CB}"/>
                  </a:ext>
                </a:extLst>
              </p:cNvPr>
              <p:cNvSpPr txBox="1">
                <a:spLocks noChangeArrowheads="1"/>
              </p:cNvSpPr>
              <p:nvPr/>
            </p:nvSpPr>
            <p:spPr bwMode="auto">
              <a:xfrm>
                <a:off x="2064" y="2448"/>
                <a:ext cx="882"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sz="1400">
                    <a:latin typeface="Times New Roman" panose="02020603050405020304" pitchFamily="18" charset="0"/>
                  </a:rPr>
                  <a:t>Alice use </a:t>
                </a:r>
              </a:p>
              <a:p>
                <a:pPr algn="ctr"/>
                <a:r>
                  <a:rPr lang="en-US" altLang="en-US" sz="1400">
                    <a:latin typeface="Times New Roman" panose="02020603050405020304" pitchFamily="18" charset="0"/>
                  </a:rPr>
                  <a:t>Bob’s public key</a:t>
                </a:r>
              </a:p>
            </p:txBody>
          </p:sp>
        </p:grpSp>
        <p:sp>
          <p:nvSpPr>
            <p:cNvPr id="1583194" name="Text Box 90">
              <a:extLst>
                <a:ext uri="{FF2B5EF4-FFF2-40B4-BE49-F238E27FC236}">
                  <a16:creationId xmlns:a16="http://schemas.microsoft.com/office/drawing/2014/main" id="{7AEC1318-E2CB-4931-9692-845269BC59CE}"/>
                </a:ext>
              </a:extLst>
            </p:cNvPr>
            <p:cNvSpPr txBox="1">
              <a:spLocks noChangeArrowheads="1"/>
            </p:cNvSpPr>
            <p:nvPr/>
          </p:nvSpPr>
          <p:spPr bwMode="auto">
            <a:xfrm>
              <a:off x="2400" y="1632"/>
              <a:ext cx="20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a:latin typeface="Times New Roman" panose="02020603050405020304" pitchFamily="18" charset="0"/>
                </a:rPr>
                <a:t>E</a:t>
              </a:r>
            </a:p>
          </p:txBody>
        </p:sp>
      </p:grpSp>
      <p:grpSp>
        <p:nvGrpSpPr>
          <p:cNvPr id="1583195" name="Group 91">
            <a:extLst>
              <a:ext uri="{FF2B5EF4-FFF2-40B4-BE49-F238E27FC236}">
                <a16:creationId xmlns:a16="http://schemas.microsoft.com/office/drawing/2014/main" id="{E2F66ADB-3E09-421D-B335-4E615481D925}"/>
              </a:ext>
            </a:extLst>
          </p:cNvPr>
          <p:cNvGrpSpPr>
            <a:grpSpLocks/>
          </p:cNvGrpSpPr>
          <p:nvPr/>
        </p:nvGrpSpPr>
        <p:grpSpPr bwMode="auto">
          <a:xfrm>
            <a:off x="4800600" y="2590800"/>
            <a:ext cx="1719263" cy="1812925"/>
            <a:chOff x="3024" y="1632"/>
            <a:chExt cx="1083" cy="1142"/>
          </a:xfrm>
        </p:grpSpPr>
        <p:sp>
          <p:nvSpPr>
            <p:cNvPr id="1583196" name="Line 92">
              <a:extLst>
                <a:ext uri="{FF2B5EF4-FFF2-40B4-BE49-F238E27FC236}">
                  <a16:creationId xmlns:a16="http://schemas.microsoft.com/office/drawing/2014/main" id="{0D9F64C5-CFF2-4C45-9014-52534065C382}"/>
                </a:ext>
              </a:extLst>
            </p:cNvPr>
            <p:cNvSpPr>
              <a:spLocks noChangeShapeType="1"/>
            </p:cNvSpPr>
            <p:nvPr/>
          </p:nvSpPr>
          <p:spPr bwMode="auto">
            <a:xfrm>
              <a:off x="3216" y="1872"/>
              <a:ext cx="432"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grpSp>
          <p:nvGrpSpPr>
            <p:cNvPr id="1583197" name="Group 93">
              <a:extLst>
                <a:ext uri="{FF2B5EF4-FFF2-40B4-BE49-F238E27FC236}">
                  <a16:creationId xmlns:a16="http://schemas.microsoft.com/office/drawing/2014/main" id="{D2CFC74F-E8C5-4297-85FA-63ACE2E8E254}"/>
                </a:ext>
              </a:extLst>
            </p:cNvPr>
            <p:cNvGrpSpPr>
              <a:grpSpLocks/>
            </p:cNvGrpSpPr>
            <p:nvPr/>
          </p:nvGrpSpPr>
          <p:grpSpPr bwMode="auto">
            <a:xfrm>
              <a:off x="3024" y="1920"/>
              <a:ext cx="1083" cy="854"/>
              <a:chOff x="3216" y="1920"/>
              <a:chExt cx="1083" cy="854"/>
            </a:xfrm>
          </p:grpSpPr>
          <p:sp>
            <p:nvSpPr>
              <p:cNvPr id="1583198" name="Text Box 94">
                <a:extLst>
                  <a:ext uri="{FF2B5EF4-FFF2-40B4-BE49-F238E27FC236}">
                    <a16:creationId xmlns:a16="http://schemas.microsoft.com/office/drawing/2014/main" id="{3361BAFB-CAB3-484E-8997-9A0E424BCE6B}"/>
                  </a:ext>
                </a:extLst>
              </p:cNvPr>
              <p:cNvSpPr txBox="1">
                <a:spLocks noChangeArrowheads="1"/>
              </p:cNvSpPr>
              <p:nvPr/>
            </p:nvSpPr>
            <p:spPr bwMode="auto">
              <a:xfrm>
                <a:off x="3216" y="1920"/>
                <a:ext cx="1083"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a:latin typeface="Times New Roman" panose="02020603050405020304" pitchFamily="18" charset="0"/>
                  </a:rPr>
                  <a:t>Message is decrypted</a:t>
                </a:r>
              </a:p>
            </p:txBody>
          </p:sp>
          <p:grpSp>
            <p:nvGrpSpPr>
              <p:cNvPr id="1583199" name="Group 95">
                <a:extLst>
                  <a:ext uri="{FF2B5EF4-FFF2-40B4-BE49-F238E27FC236}">
                    <a16:creationId xmlns:a16="http://schemas.microsoft.com/office/drawing/2014/main" id="{80C96C79-9BF6-49B8-948B-5297CE59EFDA}"/>
                  </a:ext>
                </a:extLst>
              </p:cNvPr>
              <p:cNvGrpSpPr>
                <a:grpSpLocks/>
              </p:cNvGrpSpPr>
              <p:nvPr/>
            </p:nvGrpSpPr>
            <p:grpSpPr bwMode="auto">
              <a:xfrm>
                <a:off x="3480" y="2112"/>
                <a:ext cx="424" cy="330"/>
                <a:chOff x="1968" y="2400"/>
                <a:chExt cx="480" cy="401"/>
              </a:xfrm>
            </p:grpSpPr>
            <p:grpSp>
              <p:nvGrpSpPr>
                <p:cNvPr id="1583200" name="Group 96">
                  <a:extLst>
                    <a:ext uri="{FF2B5EF4-FFF2-40B4-BE49-F238E27FC236}">
                      <a16:creationId xmlns:a16="http://schemas.microsoft.com/office/drawing/2014/main" id="{2F4AAF0B-B413-4A0E-A12E-9E7ABDB3F224}"/>
                    </a:ext>
                  </a:extLst>
                </p:cNvPr>
                <p:cNvGrpSpPr>
                  <a:grpSpLocks/>
                </p:cNvGrpSpPr>
                <p:nvPr/>
              </p:nvGrpSpPr>
              <p:grpSpPr bwMode="auto">
                <a:xfrm>
                  <a:off x="1968" y="2400"/>
                  <a:ext cx="480" cy="240"/>
                  <a:chOff x="1920" y="2688"/>
                  <a:chExt cx="912" cy="384"/>
                </a:xfrm>
              </p:grpSpPr>
              <p:sp>
                <p:nvSpPr>
                  <p:cNvPr id="1583201" name="Arc 97">
                    <a:extLst>
                      <a:ext uri="{FF2B5EF4-FFF2-40B4-BE49-F238E27FC236}">
                        <a16:creationId xmlns:a16="http://schemas.microsoft.com/office/drawing/2014/main" id="{9447AE1E-6D7E-4EE1-9988-A90E5B3AF49A}"/>
                      </a:ext>
                    </a:extLst>
                  </p:cNvPr>
                  <p:cNvSpPr>
                    <a:spLocks/>
                  </p:cNvSpPr>
                  <p:nvPr/>
                </p:nvSpPr>
                <p:spPr bwMode="auto">
                  <a:xfrm rot="-10800000">
                    <a:off x="2621" y="2905"/>
                    <a:ext cx="26" cy="61"/>
                  </a:xfrm>
                  <a:custGeom>
                    <a:avLst/>
                    <a:gdLst>
                      <a:gd name="G0" fmla="+- 2832 0 0"/>
                      <a:gd name="G1" fmla="+- 21600 0 0"/>
                      <a:gd name="G2" fmla="+- 21600 0 0"/>
                      <a:gd name="T0" fmla="*/ 2832 w 24432"/>
                      <a:gd name="T1" fmla="*/ 0 h 43200"/>
                      <a:gd name="T2" fmla="*/ 0 w 24432"/>
                      <a:gd name="T3" fmla="*/ 43014 h 43200"/>
                      <a:gd name="T4" fmla="*/ 2832 w 24432"/>
                      <a:gd name="T5" fmla="*/ 21600 h 43200"/>
                    </a:gdLst>
                    <a:ahLst/>
                    <a:cxnLst>
                      <a:cxn ang="0">
                        <a:pos x="T0" y="T1"/>
                      </a:cxn>
                      <a:cxn ang="0">
                        <a:pos x="T2" y="T3"/>
                      </a:cxn>
                      <a:cxn ang="0">
                        <a:pos x="T4" y="T5"/>
                      </a:cxn>
                    </a:cxnLst>
                    <a:rect l="0" t="0" r="r" b="b"/>
                    <a:pathLst>
                      <a:path w="24432" h="43200" fill="none" extrusionOk="0">
                        <a:moveTo>
                          <a:pt x="2832" y="0"/>
                        </a:moveTo>
                        <a:cubicBezTo>
                          <a:pt x="14761" y="0"/>
                          <a:pt x="24432" y="9670"/>
                          <a:pt x="24432" y="21600"/>
                        </a:cubicBezTo>
                        <a:cubicBezTo>
                          <a:pt x="24432" y="33529"/>
                          <a:pt x="14761" y="43200"/>
                          <a:pt x="2832" y="43200"/>
                        </a:cubicBezTo>
                        <a:cubicBezTo>
                          <a:pt x="1884" y="43199"/>
                          <a:pt x="938" y="43137"/>
                          <a:pt x="0" y="43013"/>
                        </a:cubicBezTo>
                      </a:path>
                      <a:path w="24432" h="43200" stroke="0" extrusionOk="0">
                        <a:moveTo>
                          <a:pt x="2832" y="0"/>
                        </a:moveTo>
                        <a:cubicBezTo>
                          <a:pt x="14761" y="0"/>
                          <a:pt x="24432" y="9670"/>
                          <a:pt x="24432" y="21600"/>
                        </a:cubicBezTo>
                        <a:cubicBezTo>
                          <a:pt x="24432" y="33529"/>
                          <a:pt x="14761" y="43200"/>
                          <a:pt x="2832" y="43200"/>
                        </a:cubicBezTo>
                        <a:cubicBezTo>
                          <a:pt x="1884" y="43199"/>
                          <a:pt x="938" y="43137"/>
                          <a:pt x="0" y="43013"/>
                        </a:cubicBezTo>
                        <a:lnTo>
                          <a:pt x="2832" y="21600"/>
                        </a:lnTo>
                        <a:close/>
                      </a:path>
                    </a:pathLst>
                  </a:cu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83202" name="Rectangle 98">
                    <a:extLst>
                      <a:ext uri="{FF2B5EF4-FFF2-40B4-BE49-F238E27FC236}">
                        <a16:creationId xmlns:a16="http://schemas.microsoft.com/office/drawing/2014/main" id="{7E00CE2C-74A1-4A47-8623-111249C7EFFA}"/>
                      </a:ext>
                    </a:extLst>
                  </p:cNvPr>
                  <p:cNvSpPr>
                    <a:spLocks noChangeArrowheads="1"/>
                  </p:cNvSpPr>
                  <p:nvPr/>
                </p:nvSpPr>
                <p:spPr bwMode="auto">
                  <a:xfrm>
                    <a:off x="2638" y="2844"/>
                    <a:ext cx="148" cy="61"/>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83203" name="Arc 99">
                    <a:extLst>
                      <a:ext uri="{FF2B5EF4-FFF2-40B4-BE49-F238E27FC236}">
                        <a16:creationId xmlns:a16="http://schemas.microsoft.com/office/drawing/2014/main" id="{67BB691C-25FC-42DF-A225-F7F2649E2A05}"/>
                      </a:ext>
                    </a:extLst>
                  </p:cNvPr>
                  <p:cNvSpPr>
                    <a:spLocks/>
                  </p:cNvSpPr>
                  <p:nvPr/>
                </p:nvSpPr>
                <p:spPr bwMode="auto">
                  <a:xfrm>
                    <a:off x="2770" y="2905"/>
                    <a:ext cx="42" cy="61"/>
                  </a:xfrm>
                  <a:custGeom>
                    <a:avLst/>
                    <a:gdLst>
                      <a:gd name="G0" fmla="+- 2832 0 0"/>
                      <a:gd name="G1" fmla="+- 21600 0 0"/>
                      <a:gd name="G2" fmla="+- 21600 0 0"/>
                      <a:gd name="T0" fmla="*/ 2832 w 24432"/>
                      <a:gd name="T1" fmla="*/ 0 h 43200"/>
                      <a:gd name="T2" fmla="*/ 0 w 24432"/>
                      <a:gd name="T3" fmla="*/ 43014 h 43200"/>
                      <a:gd name="T4" fmla="*/ 2832 w 24432"/>
                      <a:gd name="T5" fmla="*/ 21600 h 43200"/>
                    </a:gdLst>
                    <a:ahLst/>
                    <a:cxnLst>
                      <a:cxn ang="0">
                        <a:pos x="T0" y="T1"/>
                      </a:cxn>
                      <a:cxn ang="0">
                        <a:pos x="T2" y="T3"/>
                      </a:cxn>
                      <a:cxn ang="0">
                        <a:pos x="T4" y="T5"/>
                      </a:cxn>
                    </a:cxnLst>
                    <a:rect l="0" t="0" r="r" b="b"/>
                    <a:pathLst>
                      <a:path w="24432" h="43200" fill="none" extrusionOk="0">
                        <a:moveTo>
                          <a:pt x="2832" y="0"/>
                        </a:moveTo>
                        <a:cubicBezTo>
                          <a:pt x="14761" y="0"/>
                          <a:pt x="24432" y="9670"/>
                          <a:pt x="24432" y="21600"/>
                        </a:cubicBezTo>
                        <a:cubicBezTo>
                          <a:pt x="24432" y="33529"/>
                          <a:pt x="14761" y="43200"/>
                          <a:pt x="2832" y="43200"/>
                        </a:cubicBezTo>
                        <a:cubicBezTo>
                          <a:pt x="1884" y="43199"/>
                          <a:pt x="938" y="43137"/>
                          <a:pt x="0" y="43013"/>
                        </a:cubicBezTo>
                      </a:path>
                      <a:path w="24432" h="43200" stroke="0" extrusionOk="0">
                        <a:moveTo>
                          <a:pt x="2832" y="0"/>
                        </a:moveTo>
                        <a:cubicBezTo>
                          <a:pt x="14761" y="0"/>
                          <a:pt x="24432" y="9670"/>
                          <a:pt x="24432" y="21600"/>
                        </a:cubicBezTo>
                        <a:cubicBezTo>
                          <a:pt x="24432" y="33529"/>
                          <a:pt x="14761" y="43200"/>
                          <a:pt x="2832" y="43200"/>
                        </a:cubicBezTo>
                        <a:cubicBezTo>
                          <a:pt x="1884" y="43199"/>
                          <a:pt x="938" y="43137"/>
                          <a:pt x="0" y="43013"/>
                        </a:cubicBezTo>
                        <a:lnTo>
                          <a:pt x="2832" y="21600"/>
                        </a:lnTo>
                        <a:close/>
                      </a:path>
                    </a:pathLst>
                  </a:cu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83204" name="Rectangle 100">
                    <a:extLst>
                      <a:ext uri="{FF2B5EF4-FFF2-40B4-BE49-F238E27FC236}">
                        <a16:creationId xmlns:a16="http://schemas.microsoft.com/office/drawing/2014/main" id="{122DB444-A11E-4A29-AA84-B1C996C40DD6}"/>
                      </a:ext>
                    </a:extLst>
                  </p:cNvPr>
                  <p:cNvSpPr>
                    <a:spLocks noChangeArrowheads="1"/>
                  </p:cNvSpPr>
                  <p:nvPr/>
                </p:nvSpPr>
                <p:spPr bwMode="auto">
                  <a:xfrm>
                    <a:off x="2638" y="2905"/>
                    <a:ext cx="148" cy="61"/>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83205" name="Rectangle 101">
                    <a:extLst>
                      <a:ext uri="{FF2B5EF4-FFF2-40B4-BE49-F238E27FC236}">
                        <a16:creationId xmlns:a16="http://schemas.microsoft.com/office/drawing/2014/main" id="{E691F5E9-455A-4C6D-A2E2-76142FB1A985}"/>
                      </a:ext>
                    </a:extLst>
                  </p:cNvPr>
                  <p:cNvSpPr>
                    <a:spLocks noChangeArrowheads="1"/>
                  </p:cNvSpPr>
                  <p:nvPr/>
                </p:nvSpPr>
                <p:spPr bwMode="auto">
                  <a:xfrm>
                    <a:off x="2638" y="2996"/>
                    <a:ext cx="49" cy="7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83206" name="Rectangle 102">
                    <a:extLst>
                      <a:ext uri="{FF2B5EF4-FFF2-40B4-BE49-F238E27FC236}">
                        <a16:creationId xmlns:a16="http://schemas.microsoft.com/office/drawing/2014/main" id="{AF0B3B2F-5645-4FA8-B776-DB088842DC29}"/>
                      </a:ext>
                    </a:extLst>
                  </p:cNvPr>
                  <p:cNvSpPr>
                    <a:spLocks noChangeArrowheads="1"/>
                  </p:cNvSpPr>
                  <p:nvPr/>
                </p:nvSpPr>
                <p:spPr bwMode="auto">
                  <a:xfrm>
                    <a:off x="2737" y="2996"/>
                    <a:ext cx="49" cy="7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83207" name="Rectangle 103">
                    <a:extLst>
                      <a:ext uri="{FF2B5EF4-FFF2-40B4-BE49-F238E27FC236}">
                        <a16:creationId xmlns:a16="http://schemas.microsoft.com/office/drawing/2014/main" id="{196CADBC-A07F-4521-84D8-3B49E37E4739}"/>
                      </a:ext>
                    </a:extLst>
                  </p:cNvPr>
                  <p:cNvSpPr>
                    <a:spLocks noChangeArrowheads="1"/>
                  </p:cNvSpPr>
                  <p:nvPr/>
                </p:nvSpPr>
                <p:spPr bwMode="auto">
                  <a:xfrm>
                    <a:off x="2638" y="2966"/>
                    <a:ext cx="148" cy="3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83208" name="AutoShape 104">
                    <a:extLst>
                      <a:ext uri="{FF2B5EF4-FFF2-40B4-BE49-F238E27FC236}">
                        <a16:creationId xmlns:a16="http://schemas.microsoft.com/office/drawing/2014/main" id="{1F4FEC5A-63DC-4D11-8500-521E1094CB7C}"/>
                      </a:ext>
                    </a:extLst>
                  </p:cNvPr>
                  <p:cNvSpPr>
                    <a:spLocks noChangeArrowheads="1"/>
                  </p:cNvSpPr>
                  <p:nvPr/>
                </p:nvSpPr>
                <p:spPr bwMode="auto">
                  <a:xfrm rot="5400000">
                    <a:off x="2411" y="2447"/>
                    <a:ext cx="91" cy="750"/>
                  </a:xfrm>
                  <a:prstGeom prst="can">
                    <a:avLst>
                      <a:gd name="adj" fmla="val 33387"/>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grpSp>
                <p:nvGrpSpPr>
                  <p:cNvPr id="1583209" name="Group 105">
                    <a:extLst>
                      <a:ext uri="{FF2B5EF4-FFF2-40B4-BE49-F238E27FC236}">
                        <a16:creationId xmlns:a16="http://schemas.microsoft.com/office/drawing/2014/main" id="{12364C28-F686-4AE6-A506-20119C7BD149}"/>
                      </a:ext>
                    </a:extLst>
                  </p:cNvPr>
                  <p:cNvGrpSpPr>
                    <a:grpSpLocks/>
                  </p:cNvGrpSpPr>
                  <p:nvPr/>
                </p:nvGrpSpPr>
                <p:grpSpPr bwMode="auto">
                  <a:xfrm>
                    <a:off x="1920" y="2688"/>
                    <a:ext cx="192" cy="288"/>
                    <a:chOff x="1920" y="2640"/>
                    <a:chExt cx="177" cy="407"/>
                  </a:xfrm>
                </p:grpSpPr>
                <p:sp>
                  <p:nvSpPr>
                    <p:cNvPr id="1583210" name="Oval 106">
                      <a:extLst>
                        <a:ext uri="{FF2B5EF4-FFF2-40B4-BE49-F238E27FC236}">
                          <a16:creationId xmlns:a16="http://schemas.microsoft.com/office/drawing/2014/main" id="{0714AA0F-E3A3-444B-93D5-7082C5F144EC}"/>
                        </a:ext>
                      </a:extLst>
                    </p:cNvPr>
                    <p:cNvSpPr>
                      <a:spLocks noChangeArrowheads="1"/>
                    </p:cNvSpPr>
                    <p:nvPr/>
                  </p:nvSpPr>
                  <p:spPr bwMode="auto">
                    <a:xfrm>
                      <a:off x="1920" y="2640"/>
                      <a:ext cx="177" cy="407"/>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83211" name="Oval 107">
                      <a:extLst>
                        <a:ext uri="{FF2B5EF4-FFF2-40B4-BE49-F238E27FC236}">
                          <a16:creationId xmlns:a16="http://schemas.microsoft.com/office/drawing/2014/main" id="{83F23143-55B2-4900-A17D-CFCBD7F8BAC1}"/>
                        </a:ext>
                      </a:extLst>
                    </p:cNvPr>
                    <p:cNvSpPr>
                      <a:spLocks noChangeArrowheads="1"/>
                    </p:cNvSpPr>
                    <p:nvPr/>
                  </p:nvSpPr>
                  <p:spPr bwMode="auto">
                    <a:xfrm>
                      <a:off x="1964" y="2730"/>
                      <a:ext cx="88" cy="227"/>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grpSp>
            </p:grpSp>
            <p:sp>
              <p:nvSpPr>
                <p:cNvPr id="1583212" name="Text Box 108">
                  <a:extLst>
                    <a:ext uri="{FF2B5EF4-FFF2-40B4-BE49-F238E27FC236}">
                      <a16:creationId xmlns:a16="http://schemas.microsoft.com/office/drawing/2014/main" id="{21B00F4F-FDD1-4965-A2A2-D66ED28254DD}"/>
                    </a:ext>
                  </a:extLst>
                </p:cNvPr>
                <p:cNvSpPr txBox="1">
                  <a:spLocks noChangeArrowheads="1"/>
                </p:cNvSpPr>
                <p:nvPr/>
              </p:nvSpPr>
              <p:spPr bwMode="auto">
                <a:xfrm>
                  <a:off x="2054" y="2520"/>
                  <a:ext cx="322" cy="2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a:latin typeface="Times New Roman" panose="02020603050405020304" pitchFamily="18" charset="0"/>
                    </a:rPr>
                    <a:t>D</a:t>
                  </a:r>
                  <a:r>
                    <a:rPr lang="en-US" altLang="en-US" sz="1800" baseline="-25000">
                      <a:latin typeface="Times New Roman" panose="02020603050405020304" pitchFamily="18" charset="0"/>
                    </a:rPr>
                    <a:t>B</a:t>
                  </a:r>
                </a:p>
              </p:txBody>
            </p:sp>
          </p:grpSp>
          <p:sp>
            <p:nvSpPr>
              <p:cNvPr id="1583213" name="Text Box 109">
                <a:extLst>
                  <a:ext uri="{FF2B5EF4-FFF2-40B4-BE49-F238E27FC236}">
                    <a16:creationId xmlns:a16="http://schemas.microsoft.com/office/drawing/2014/main" id="{7C2E07BD-7C60-44C4-8C48-8A4F2171FF69}"/>
                  </a:ext>
                </a:extLst>
              </p:cNvPr>
              <p:cNvSpPr txBox="1">
                <a:spLocks noChangeArrowheads="1"/>
              </p:cNvSpPr>
              <p:nvPr/>
            </p:nvSpPr>
            <p:spPr bwMode="auto">
              <a:xfrm>
                <a:off x="3319" y="2448"/>
                <a:ext cx="776"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sz="1400">
                    <a:latin typeface="Times New Roman" panose="02020603050405020304" pitchFamily="18" charset="0"/>
                  </a:rPr>
                  <a:t>Bob use </a:t>
                </a:r>
              </a:p>
              <a:p>
                <a:pPr algn="ctr"/>
                <a:r>
                  <a:rPr lang="en-US" altLang="en-US" sz="1400">
                    <a:latin typeface="Times New Roman" panose="02020603050405020304" pitchFamily="18" charset="0"/>
                  </a:rPr>
                  <a:t>his private key</a:t>
                </a:r>
              </a:p>
            </p:txBody>
          </p:sp>
        </p:grpSp>
        <p:sp>
          <p:nvSpPr>
            <p:cNvPr id="1583214" name="Text Box 110">
              <a:extLst>
                <a:ext uri="{FF2B5EF4-FFF2-40B4-BE49-F238E27FC236}">
                  <a16:creationId xmlns:a16="http://schemas.microsoft.com/office/drawing/2014/main" id="{08D3A9DA-6486-4CA3-B274-7026070D1976}"/>
                </a:ext>
              </a:extLst>
            </p:cNvPr>
            <p:cNvSpPr txBox="1">
              <a:spLocks noChangeArrowheads="1"/>
            </p:cNvSpPr>
            <p:nvPr/>
          </p:nvSpPr>
          <p:spPr bwMode="auto">
            <a:xfrm>
              <a:off x="3312" y="1632"/>
              <a:ext cx="22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a:latin typeface="Times New Roman" panose="02020603050405020304" pitchFamily="18" charset="0"/>
                </a:rPr>
                <a:t>D</a:t>
              </a:r>
            </a:p>
          </p:txBody>
        </p:sp>
      </p:grpSp>
      <p:grpSp>
        <p:nvGrpSpPr>
          <p:cNvPr id="1583215" name="Group 111">
            <a:extLst>
              <a:ext uri="{FF2B5EF4-FFF2-40B4-BE49-F238E27FC236}">
                <a16:creationId xmlns:a16="http://schemas.microsoft.com/office/drawing/2014/main" id="{3E757395-6EBB-4122-91ED-34700A15B75D}"/>
              </a:ext>
            </a:extLst>
          </p:cNvPr>
          <p:cNvGrpSpPr>
            <a:grpSpLocks/>
          </p:cNvGrpSpPr>
          <p:nvPr/>
        </p:nvGrpSpPr>
        <p:grpSpPr bwMode="auto">
          <a:xfrm>
            <a:off x="6477000" y="2590800"/>
            <a:ext cx="1795463" cy="1812925"/>
            <a:chOff x="4080" y="1632"/>
            <a:chExt cx="1131" cy="1142"/>
          </a:xfrm>
        </p:grpSpPr>
        <p:sp>
          <p:nvSpPr>
            <p:cNvPr id="1583216" name="Line 112">
              <a:extLst>
                <a:ext uri="{FF2B5EF4-FFF2-40B4-BE49-F238E27FC236}">
                  <a16:creationId xmlns:a16="http://schemas.microsoft.com/office/drawing/2014/main" id="{A3B9C0AE-7EC4-44E6-B497-6B27F79F663F}"/>
                </a:ext>
              </a:extLst>
            </p:cNvPr>
            <p:cNvSpPr>
              <a:spLocks noChangeShapeType="1"/>
            </p:cNvSpPr>
            <p:nvPr/>
          </p:nvSpPr>
          <p:spPr bwMode="auto">
            <a:xfrm>
              <a:off x="4080" y="1872"/>
              <a:ext cx="432"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grpSp>
          <p:nvGrpSpPr>
            <p:cNvPr id="1583217" name="Group 113">
              <a:extLst>
                <a:ext uri="{FF2B5EF4-FFF2-40B4-BE49-F238E27FC236}">
                  <a16:creationId xmlns:a16="http://schemas.microsoft.com/office/drawing/2014/main" id="{80441512-2E42-4685-A413-201E3E9DC4C8}"/>
                </a:ext>
              </a:extLst>
            </p:cNvPr>
            <p:cNvGrpSpPr>
              <a:grpSpLocks/>
            </p:cNvGrpSpPr>
            <p:nvPr/>
          </p:nvGrpSpPr>
          <p:grpSpPr bwMode="auto">
            <a:xfrm>
              <a:off x="4128" y="1920"/>
              <a:ext cx="1083" cy="854"/>
              <a:chOff x="3216" y="1920"/>
              <a:chExt cx="1083" cy="854"/>
            </a:xfrm>
          </p:grpSpPr>
          <p:sp>
            <p:nvSpPr>
              <p:cNvPr id="1583218" name="Text Box 114">
                <a:extLst>
                  <a:ext uri="{FF2B5EF4-FFF2-40B4-BE49-F238E27FC236}">
                    <a16:creationId xmlns:a16="http://schemas.microsoft.com/office/drawing/2014/main" id="{69CCF83E-012D-407E-AD5C-637A61AFF4B3}"/>
                  </a:ext>
                </a:extLst>
              </p:cNvPr>
              <p:cNvSpPr txBox="1">
                <a:spLocks noChangeArrowheads="1"/>
              </p:cNvSpPr>
              <p:nvPr/>
            </p:nvSpPr>
            <p:spPr bwMode="auto">
              <a:xfrm>
                <a:off x="3216" y="1920"/>
                <a:ext cx="1083"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a:latin typeface="Times New Roman" panose="02020603050405020304" pitchFamily="18" charset="0"/>
                  </a:rPr>
                  <a:t>Message is decrypted</a:t>
                </a:r>
              </a:p>
            </p:txBody>
          </p:sp>
          <p:grpSp>
            <p:nvGrpSpPr>
              <p:cNvPr id="1583219" name="Group 115">
                <a:extLst>
                  <a:ext uri="{FF2B5EF4-FFF2-40B4-BE49-F238E27FC236}">
                    <a16:creationId xmlns:a16="http://schemas.microsoft.com/office/drawing/2014/main" id="{2E7DD62E-F515-4861-96A9-B46BF7473118}"/>
                  </a:ext>
                </a:extLst>
              </p:cNvPr>
              <p:cNvGrpSpPr>
                <a:grpSpLocks/>
              </p:cNvGrpSpPr>
              <p:nvPr/>
            </p:nvGrpSpPr>
            <p:grpSpPr bwMode="auto">
              <a:xfrm>
                <a:off x="3480" y="2112"/>
                <a:ext cx="424" cy="330"/>
                <a:chOff x="1968" y="2400"/>
                <a:chExt cx="480" cy="401"/>
              </a:xfrm>
            </p:grpSpPr>
            <p:grpSp>
              <p:nvGrpSpPr>
                <p:cNvPr id="1583220" name="Group 116">
                  <a:extLst>
                    <a:ext uri="{FF2B5EF4-FFF2-40B4-BE49-F238E27FC236}">
                      <a16:creationId xmlns:a16="http://schemas.microsoft.com/office/drawing/2014/main" id="{21797A5D-916C-4B1A-86F7-D8C351FBA02C}"/>
                    </a:ext>
                  </a:extLst>
                </p:cNvPr>
                <p:cNvGrpSpPr>
                  <a:grpSpLocks/>
                </p:cNvGrpSpPr>
                <p:nvPr/>
              </p:nvGrpSpPr>
              <p:grpSpPr bwMode="auto">
                <a:xfrm>
                  <a:off x="1968" y="2400"/>
                  <a:ext cx="480" cy="240"/>
                  <a:chOff x="1920" y="2688"/>
                  <a:chExt cx="912" cy="384"/>
                </a:xfrm>
              </p:grpSpPr>
              <p:sp>
                <p:nvSpPr>
                  <p:cNvPr id="1583221" name="Arc 117">
                    <a:extLst>
                      <a:ext uri="{FF2B5EF4-FFF2-40B4-BE49-F238E27FC236}">
                        <a16:creationId xmlns:a16="http://schemas.microsoft.com/office/drawing/2014/main" id="{A71DEA85-A33D-4534-B1D3-55031798E282}"/>
                      </a:ext>
                    </a:extLst>
                  </p:cNvPr>
                  <p:cNvSpPr>
                    <a:spLocks/>
                  </p:cNvSpPr>
                  <p:nvPr/>
                </p:nvSpPr>
                <p:spPr bwMode="auto">
                  <a:xfrm rot="-10800000">
                    <a:off x="2621" y="2905"/>
                    <a:ext cx="26" cy="61"/>
                  </a:xfrm>
                  <a:custGeom>
                    <a:avLst/>
                    <a:gdLst>
                      <a:gd name="G0" fmla="+- 2832 0 0"/>
                      <a:gd name="G1" fmla="+- 21600 0 0"/>
                      <a:gd name="G2" fmla="+- 21600 0 0"/>
                      <a:gd name="T0" fmla="*/ 2832 w 24432"/>
                      <a:gd name="T1" fmla="*/ 0 h 43200"/>
                      <a:gd name="T2" fmla="*/ 0 w 24432"/>
                      <a:gd name="T3" fmla="*/ 43014 h 43200"/>
                      <a:gd name="T4" fmla="*/ 2832 w 24432"/>
                      <a:gd name="T5" fmla="*/ 21600 h 43200"/>
                    </a:gdLst>
                    <a:ahLst/>
                    <a:cxnLst>
                      <a:cxn ang="0">
                        <a:pos x="T0" y="T1"/>
                      </a:cxn>
                      <a:cxn ang="0">
                        <a:pos x="T2" y="T3"/>
                      </a:cxn>
                      <a:cxn ang="0">
                        <a:pos x="T4" y="T5"/>
                      </a:cxn>
                    </a:cxnLst>
                    <a:rect l="0" t="0" r="r" b="b"/>
                    <a:pathLst>
                      <a:path w="24432" h="43200" fill="none" extrusionOk="0">
                        <a:moveTo>
                          <a:pt x="2832" y="0"/>
                        </a:moveTo>
                        <a:cubicBezTo>
                          <a:pt x="14761" y="0"/>
                          <a:pt x="24432" y="9670"/>
                          <a:pt x="24432" y="21600"/>
                        </a:cubicBezTo>
                        <a:cubicBezTo>
                          <a:pt x="24432" y="33529"/>
                          <a:pt x="14761" y="43200"/>
                          <a:pt x="2832" y="43200"/>
                        </a:cubicBezTo>
                        <a:cubicBezTo>
                          <a:pt x="1884" y="43199"/>
                          <a:pt x="938" y="43137"/>
                          <a:pt x="0" y="43013"/>
                        </a:cubicBezTo>
                      </a:path>
                      <a:path w="24432" h="43200" stroke="0" extrusionOk="0">
                        <a:moveTo>
                          <a:pt x="2832" y="0"/>
                        </a:moveTo>
                        <a:cubicBezTo>
                          <a:pt x="14761" y="0"/>
                          <a:pt x="24432" y="9670"/>
                          <a:pt x="24432" y="21600"/>
                        </a:cubicBezTo>
                        <a:cubicBezTo>
                          <a:pt x="24432" y="33529"/>
                          <a:pt x="14761" y="43200"/>
                          <a:pt x="2832" y="43200"/>
                        </a:cubicBezTo>
                        <a:cubicBezTo>
                          <a:pt x="1884" y="43199"/>
                          <a:pt x="938" y="43137"/>
                          <a:pt x="0" y="43013"/>
                        </a:cubicBezTo>
                        <a:lnTo>
                          <a:pt x="2832" y="21600"/>
                        </a:lnTo>
                        <a:close/>
                      </a:path>
                    </a:pathLst>
                  </a:cu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83222" name="Rectangle 118">
                    <a:extLst>
                      <a:ext uri="{FF2B5EF4-FFF2-40B4-BE49-F238E27FC236}">
                        <a16:creationId xmlns:a16="http://schemas.microsoft.com/office/drawing/2014/main" id="{7FF1A7EE-62AC-44E5-B651-8112C7BDB030}"/>
                      </a:ext>
                    </a:extLst>
                  </p:cNvPr>
                  <p:cNvSpPr>
                    <a:spLocks noChangeArrowheads="1"/>
                  </p:cNvSpPr>
                  <p:nvPr/>
                </p:nvSpPr>
                <p:spPr bwMode="auto">
                  <a:xfrm>
                    <a:off x="2638" y="2844"/>
                    <a:ext cx="148" cy="61"/>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83223" name="Arc 119">
                    <a:extLst>
                      <a:ext uri="{FF2B5EF4-FFF2-40B4-BE49-F238E27FC236}">
                        <a16:creationId xmlns:a16="http://schemas.microsoft.com/office/drawing/2014/main" id="{DC88B796-F2CB-4FDD-BEAF-9093A074EE50}"/>
                      </a:ext>
                    </a:extLst>
                  </p:cNvPr>
                  <p:cNvSpPr>
                    <a:spLocks/>
                  </p:cNvSpPr>
                  <p:nvPr/>
                </p:nvSpPr>
                <p:spPr bwMode="auto">
                  <a:xfrm>
                    <a:off x="2770" y="2905"/>
                    <a:ext cx="42" cy="61"/>
                  </a:xfrm>
                  <a:custGeom>
                    <a:avLst/>
                    <a:gdLst>
                      <a:gd name="G0" fmla="+- 2832 0 0"/>
                      <a:gd name="G1" fmla="+- 21600 0 0"/>
                      <a:gd name="G2" fmla="+- 21600 0 0"/>
                      <a:gd name="T0" fmla="*/ 2832 w 24432"/>
                      <a:gd name="T1" fmla="*/ 0 h 43200"/>
                      <a:gd name="T2" fmla="*/ 0 w 24432"/>
                      <a:gd name="T3" fmla="*/ 43014 h 43200"/>
                      <a:gd name="T4" fmla="*/ 2832 w 24432"/>
                      <a:gd name="T5" fmla="*/ 21600 h 43200"/>
                    </a:gdLst>
                    <a:ahLst/>
                    <a:cxnLst>
                      <a:cxn ang="0">
                        <a:pos x="T0" y="T1"/>
                      </a:cxn>
                      <a:cxn ang="0">
                        <a:pos x="T2" y="T3"/>
                      </a:cxn>
                      <a:cxn ang="0">
                        <a:pos x="T4" y="T5"/>
                      </a:cxn>
                    </a:cxnLst>
                    <a:rect l="0" t="0" r="r" b="b"/>
                    <a:pathLst>
                      <a:path w="24432" h="43200" fill="none" extrusionOk="0">
                        <a:moveTo>
                          <a:pt x="2832" y="0"/>
                        </a:moveTo>
                        <a:cubicBezTo>
                          <a:pt x="14761" y="0"/>
                          <a:pt x="24432" y="9670"/>
                          <a:pt x="24432" y="21600"/>
                        </a:cubicBezTo>
                        <a:cubicBezTo>
                          <a:pt x="24432" y="33529"/>
                          <a:pt x="14761" y="43200"/>
                          <a:pt x="2832" y="43200"/>
                        </a:cubicBezTo>
                        <a:cubicBezTo>
                          <a:pt x="1884" y="43199"/>
                          <a:pt x="938" y="43137"/>
                          <a:pt x="0" y="43013"/>
                        </a:cubicBezTo>
                      </a:path>
                      <a:path w="24432" h="43200" stroke="0" extrusionOk="0">
                        <a:moveTo>
                          <a:pt x="2832" y="0"/>
                        </a:moveTo>
                        <a:cubicBezTo>
                          <a:pt x="14761" y="0"/>
                          <a:pt x="24432" y="9670"/>
                          <a:pt x="24432" y="21600"/>
                        </a:cubicBezTo>
                        <a:cubicBezTo>
                          <a:pt x="24432" y="33529"/>
                          <a:pt x="14761" y="43200"/>
                          <a:pt x="2832" y="43200"/>
                        </a:cubicBezTo>
                        <a:cubicBezTo>
                          <a:pt x="1884" y="43199"/>
                          <a:pt x="938" y="43137"/>
                          <a:pt x="0" y="43013"/>
                        </a:cubicBezTo>
                        <a:lnTo>
                          <a:pt x="2832" y="21600"/>
                        </a:lnTo>
                        <a:close/>
                      </a:path>
                    </a:pathLst>
                  </a:cu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83224" name="Rectangle 120">
                    <a:extLst>
                      <a:ext uri="{FF2B5EF4-FFF2-40B4-BE49-F238E27FC236}">
                        <a16:creationId xmlns:a16="http://schemas.microsoft.com/office/drawing/2014/main" id="{F798ACFC-B7BC-4B06-A6C8-79B38C76504E}"/>
                      </a:ext>
                    </a:extLst>
                  </p:cNvPr>
                  <p:cNvSpPr>
                    <a:spLocks noChangeArrowheads="1"/>
                  </p:cNvSpPr>
                  <p:nvPr/>
                </p:nvSpPr>
                <p:spPr bwMode="auto">
                  <a:xfrm>
                    <a:off x="2638" y="2905"/>
                    <a:ext cx="148" cy="61"/>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83225" name="Rectangle 121">
                    <a:extLst>
                      <a:ext uri="{FF2B5EF4-FFF2-40B4-BE49-F238E27FC236}">
                        <a16:creationId xmlns:a16="http://schemas.microsoft.com/office/drawing/2014/main" id="{25AA7619-C212-46A2-A0F1-C890BC17961F}"/>
                      </a:ext>
                    </a:extLst>
                  </p:cNvPr>
                  <p:cNvSpPr>
                    <a:spLocks noChangeArrowheads="1"/>
                  </p:cNvSpPr>
                  <p:nvPr/>
                </p:nvSpPr>
                <p:spPr bwMode="auto">
                  <a:xfrm>
                    <a:off x="2638" y="2996"/>
                    <a:ext cx="49" cy="7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83226" name="Rectangle 122">
                    <a:extLst>
                      <a:ext uri="{FF2B5EF4-FFF2-40B4-BE49-F238E27FC236}">
                        <a16:creationId xmlns:a16="http://schemas.microsoft.com/office/drawing/2014/main" id="{DFB7265B-85BE-4945-BBA1-0474B8844866}"/>
                      </a:ext>
                    </a:extLst>
                  </p:cNvPr>
                  <p:cNvSpPr>
                    <a:spLocks noChangeArrowheads="1"/>
                  </p:cNvSpPr>
                  <p:nvPr/>
                </p:nvSpPr>
                <p:spPr bwMode="auto">
                  <a:xfrm>
                    <a:off x="2737" y="2996"/>
                    <a:ext cx="49" cy="7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83227" name="Rectangle 123">
                    <a:extLst>
                      <a:ext uri="{FF2B5EF4-FFF2-40B4-BE49-F238E27FC236}">
                        <a16:creationId xmlns:a16="http://schemas.microsoft.com/office/drawing/2014/main" id="{FB003466-D9A0-4285-B3C4-3549927E3E24}"/>
                      </a:ext>
                    </a:extLst>
                  </p:cNvPr>
                  <p:cNvSpPr>
                    <a:spLocks noChangeArrowheads="1"/>
                  </p:cNvSpPr>
                  <p:nvPr/>
                </p:nvSpPr>
                <p:spPr bwMode="auto">
                  <a:xfrm>
                    <a:off x="2638" y="2966"/>
                    <a:ext cx="148" cy="3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83228" name="AutoShape 124">
                    <a:extLst>
                      <a:ext uri="{FF2B5EF4-FFF2-40B4-BE49-F238E27FC236}">
                        <a16:creationId xmlns:a16="http://schemas.microsoft.com/office/drawing/2014/main" id="{62ACDAD2-495C-4260-85B7-92A01F191BAD}"/>
                      </a:ext>
                    </a:extLst>
                  </p:cNvPr>
                  <p:cNvSpPr>
                    <a:spLocks noChangeArrowheads="1"/>
                  </p:cNvSpPr>
                  <p:nvPr/>
                </p:nvSpPr>
                <p:spPr bwMode="auto">
                  <a:xfrm rot="5400000">
                    <a:off x="2411" y="2447"/>
                    <a:ext cx="91" cy="750"/>
                  </a:xfrm>
                  <a:prstGeom prst="can">
                    <a:avLst>
                      <a:gd name="adj" fmla="val 33387"/>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grpSp>
                <p:nvGrpSpPr>
                  <p:cNvPr id="1583229" name="Group 125">
                    <a:extLst>
                      <a:ext uri="{FF2B5EF4-FFF2-40B4-BE49-F238E27FC236}">
                        <a16:creationId xmlns:a16="http://schemas.microsoft.com/office/drawing/2014/main" id="{09BE66BC-C58D-4286-90D0-7BB24C46A388}"/>
                      </a:ext>
                    </a:extLst>
                  </p:cNvPr>
                  <p:cNvGrpSpPr>
                    <a:grpSpLocks/>
                  </p:cNvGrpSpPr>
                  <p:nvPr/>
                </p:nvGrpSpPr>
                <p:grpSpPr bwMode="auto">
                  <a:xfrm>
                    <a:off x="1920" y="2688"/>
                    <a:ext cx="192" cy="288"/>
                    <a:chOff x="1920" y="2640"/>
                    <a:chExt cx="177" cy="407"/>
                  </a:xfrm>
                </p:grpSpPr>
                <p:sp>
                  <p:nvSpPr>
                    <p:cNvPr id="1583230" name="Oval 126">
                      <a:extLst>
                        <a:ext uri="{FF2B5EF4-FFF2-40B4-BE49-F238E27FC236}">
                          <a16:creationId xmlns:a16="http://schemas.microsoft.com/office/drawing/2014/main" id="{5579AC96-5536-451B-9FEC-D823B6F20607}"/>
                        </a:ext>
                      </a:extLst>
                    </p:cNvPr>
                    <p:cNvSpPr>
                      <a:spLocks noChangeArrowheads="1"/>
                    </p:cNvSpPr>
                    <p:nvPr/>
                  </p:nvSpPr>
                  <p:spPr bwMode="auto">
                    <a:xfrm>
                      <a:off x="1920" y="2640"/>
                      <a:ext cx="177" cy="407"/>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83231" name="Oval 127">
                      <a:extLst>
                        <a:ext uri="{FF2B5EF4-FFF2-40B4-BE49-F238E27FC236}">
                          <a16:creationId xmlns:a16="http://schemas.microsoft.com/office/drawing/2014/main" id="{0C0BB023-F72A-4C26-8C92-DDCE5477949C}"/>
                        </a:ext>
                      </a:extLst>
                    </p:cNvPr>
                    <p:cNvSpPr>
                      <a:spLocks noChangeArrowheads="1"/>
                    </p:cNvSpPr>
                    <p:nvPr/>
                  </p:nvSpPr>
                  <p:spPr bwMode="auto">
                    <a:xfrm>
                      <a:off x="1964" y="2730"/>
                      <a:ext cx="88" cy="227"/>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grpSp>
            </p:grpSp>
            <p:sp>
              <p:nvSpPr>
                <p:cNvPr id="1583232" name="Text Box 128">
                  <a:extLst>
                    <a:ext uri="{FF2B5EF4-FFF2-40B4-BE49-F238E27FC236}">
                      <a16:creationId xmlns:a16="http://schemas.microsoft.com/office/drawing/2014/main" id="{D4033D19-47B8-4CF7-A931-80F722AC5E80}"/>
                    </a:ext>
                  </a:extLst>
                </p:cNvPr>
                <p:cNvSpPr txBox="1">
                  <a:spLocks noChangeArrowheads="1"/>
                </p:cNvSpPr>
                <p:nvPr/>
              </p:nvSpPr>
              <p:spPr bwMode="auto">
                <a:xfrm>
                  <a:off x="2054" y="2520"/>
                  <a:ext cx="327" cy="2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a:latin typeface="Times New Roman" panose="02020603050405020304" pitchFamily="18" charset="0"/>
                    </a:rPr>
                    <a:t>D</a:t>
                  </a:r>
                  <a:r>
                    <a:rPr lang="en-US" altLang="en-US" sz="1800" baseline="-25000">
                      <a:latin typeface="Times New Roman" panose="02020603050405020304" pitchFamily="18" charset="0"/>
                    </a:rPr>
                    <a:t>A</a:t>
                  </a:r>
                </a:p>
              </p:txBody>
            </p:sp>
          </p:grpSp>
          <p:sp>
            <p:nvSpPr>
              <p:cNvPr id="1583233" name="Text Box 129">
                <a:extLst>
                  <a:ext uri="{FF2B5EF4-FFF2-40B4-BE49-F238E27FC236}">
                    <a16:creationId xmlns:a16="http://schemas.microsoft.com/office/drawing/2014/main" id="{156A56B7-6B5C-494B-93BA-A2108AE57AD9}"/>
                  </a:ext>
                </a:extLst>
              </p:cNvPr>
              <p:cNvSpPr txBox="1">
                <a:spLocks noChangeArrowheads="1"/>
              </p:cNvSpPr>
              <p:nvPr/>
            </p:nvSpPr>
            <p:spPr bwMode="auto">
              <a:xfrm>
                <a:off x="3239" y="2448"/>
                <a:ext cx="938"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sz="1400">
                    <a:latin typeface="Times New Roman" panose="02020603050405020304" pitchFamily="18" charset="0"/>
                  </a:rPr>
                  <a:t>Bob use </a:t>
                </a:r>
              </a:p>
              <a:p>
                <a:pPr algn="ctr"/>
                <a:r>
                  <a:rPr lang="en-US" altLang="en-US" sz="1400">
                    <a:latin typeface="Times New Roman" panose="02020603050405020304" pitchFamily="18" charset="0"/>
                  </a:rPr>
                  <a:t>Alice’s public key</a:t>
                </a:r>
              </a:p>
            </p:txBody>
          </p:sp>
        </p:grpSp>
        <p:sp>
          <p:nvSpPr>
            <p:cNvPr id="1583234" name="Text Box 130">
              <a:extLst>
                <a:ext uri="{FF2B5EF4-FFF2-40B4-BE49-F238E27FC236}">
                  <a16:creationId xmlns:a16="http://schemas.microsoft.com/office/drawing/2014/main" id="{449E4CCC-6D5B-4676-AC97-87820984FE49}"/>
                </a:ext>
              </a:extLst>
            </p:cNvPr>
            <p:cNvSpPr txBox="1">
              <a:spLocks noChangeArrowheads="1"/>
            </p:cNvSpPr>
            <p:nvPr/>
          </p:nvSpPr>
          <p:spPr bwMode="auto">
            <a:xfrm>
              <a:off x="4176" y="1632"/>
              <a:ext cx="22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a:latin typeface="Times New Roman" panose="02020603050405020304" pitchFamily="18" charset="0"/>
                </a:rPr>
                <a:t>D</a:t>
              </a:r>
            </a:p>
          </p:txBody>
        </p:sp>
      </p:grpSp>
      <p:sp>
        <p:nvSpPr>
          <p:cNvPr id="1583235" name="Text Box 131">
            <a:extLst>
              <a:ext uri="{FF2B5EF4-FFF2-40B4-BE49-F238E27FC236}">
                <a16:creationId xmlns:a16="http://schemas.microsoft.com/office/drawing/2014/main" id="{8C45E1D3-3D89-44C5-A02A-DD3FD240CD99}"/>
              </a:ext>
            </a:extLst>
          </p:cNvPr>
          <p:cNvSpPr txBox="1">
            <a:spLocks noChangeArrowheads="1"/>
          </p:cNvSpPr>
          <p:nvPr/>
        </p:nvSpPr>
        <p:spPr bwMode="auto">
          <a:xfrm>
            <a:off x="107508" y="6206402"/>
            <a:ext cx="907300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buFontTx/>
              <a:buChar char="•"/>
            </a:pPr>
            <a:r>
              <a:rPr lang="en-US" altLang="en-US" sz="1400" i="1" dirty="0">
                <a:latin typeface="Times New Roman" panose="02020603050405020304" pitchFamily="18" charset="0"/>
              </a:rPr>
              <a:t>Bottleneck</a:t>
            </a:r>
            <a:r>
              <a:rPr lang="en-US" altLang="en-US" sz="1400" dirty="0">
                <a:latin typeface="Times New Roman" panose="02020603050405020304" pitchFamily="18" charset="0"/>
              </a:rPr>
              <a:t>: The public-key algorithm is complex and must be exercised four times rather than two in each communication</a:t>
            </a:r>
          </a:p>
        </p:txBody>
      </p:sp>
      <p:grpSp>
        <p:nvGrpSpPr>
          <p:cNvPr id="1583236" name="Group 132">
            <a:extLst>
              <a:ext uri="{FF2B5EF4-FFF2-40B4-BE49-F238E27FC236}">
                <a16:creationId xmlns:a16="http://schemas.microsoft.com/office/drawing/2014/main" id="{CA483EDD-5BA6-467D-8DC5-FB095AA0A564}"/>
              </a:ext>
            </a:extLst>
          </p:cNvPr>
          <p:cNvGrpSpPr>
            <a:grpSpLocks/>
          </p:cNvGrpSpPr>
          <p:nvPr/>
        </p:nvGrpSpPr>
        <p:grpSpPr bwMode="auto">
          <a:xfrm>
            <a:off x="1175451" y="4549352"/>
            <a:ext cx="1752600" cy="1373188"/>
            <a:chOff x="720" y="2736"/>
            <a:chExt cx="1104" cy="865"/>
          </a:xfrm>
        </p:grpSpPr>
        <p:sp>
          <p:nvSpPr>
            <p:cNvPr id="1583237" name="Text Box 133">
              <a:extLst>
                <a:ext uri="{FF2B5EF4-FFF2-40B4-BE49-F238E27FC236}">
                  <a16:creationId xmlns:a16="http://schemas.microsoft.com/office/drawing/2014/main" id="{67B7123D-1050-4366-AB68-123C46E05089}"/>
                </a:ext>
              </a:extLst>
            </p:cNvPr>
            <p:cNvSpPr txBox="1">
              <a:spLocks noChangeArrowheads="1"/>
            </p:cNvSpPr>
            <p:nvPr/>
          </p:nvSpPr>
          <p:spPr bwMode="auto">
            <a:xfrm>
              <a:off x="720" y="3024"/>
              <a:ext cx="1104" cy="5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sz="1800">
                  <a:latin typeface="Times New Roman" panose="02020603050405020304" pitchFamily="18" charset="0"/>
                </a:rPr>
                <a:t>Digital Signature</a:t>
              </a:r>
            </a:p>
            <a:p>
              <a:pPr algn="ctr"/>
              <a:r>
                <a:rPr lang="en-US" altLang="en-US" sz="1800">
                  <a:latin typeface="Times New Roman" panose="02020603050405020304" pitchFamily="18" charset="0"/>
                </a:rPr>
                <a:t>&amp;</a:t>
              </a:r>
            </a:p>
            <a:p>
              <a:pPr algn="ctr"/>
              <a:r>
                <a:rPr lang="en-US" altLang="en-US" sz="1800">
                  <a:latin typeface="Times New Roman" panose="02020603050405020304" pitchFamily="18" charset="0"/>
                </a:rPr>
                <a:t>Authentication</a:t>
              </a:r>
            </a:p>
          </p:txBody>
        </p:sp>
        <p:sp>
          <p:nvSpPr>
            <p:cNvPr id="1583238" name="Line 134">
              <a:extLst>
                <a:ext uri="{FF2B5EF4-FFF2-40B4-BE49-F238E27FC236}">
                  <a16:creationId xmlns:a16="http://schemas.microsoft.com/office/drawing/2014/main" id="{2099EA15-CD76-4689-A4F7-789C2621EF58}"/>
                </a:ext>
              </a:extLst>
            </p:cNvPr>
            <p:cNvSpPr>
              <a:spLocks noChangeShapeType="1"/>
            </p:cNvSpPr>
            <p:nvPr/>
          </p:nvSpPr>
          <p:spPr bwMode="auto">
            <a:xfrm>
              <a:off x="1248" y="2736"/>
              <a:ext cx="0" cy="288"/>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grpSp>
      <p:grpSp>
        <p:nvGrpSpPr>
          <p:cNvPr id="1583239" name="Group 135">
            <a:extLst>
              <a:ext uri="{FF2B5EF4-FFF2-40B4-BE49-F238E27FC236}">
                <a16:creationId xmlns:a16="http://schemas.microsoft.com/office/drawing/2014/main" id="{F142737A-C5AB-4C87-947C-AFFB5131DD13}"/>
              </a:ext>
            </a:extLst>
          </p:cNvPr>
          <p:cNvGrpSpPr>
            <a:grpSpLocks/>
          </p:cNvGrpSpPr>
          <p:nvPr/>
        </p:nvGrpSpPr>
        <p:grpSpPr bwMode="auto">
          <a:xfrm>
            <a:off x="3025775" y="4632695"/>
            <a:ext cx="1568450" cy="747713"/>
            <a:chOff x="1920" y="2784"/>
            <a:chExt cx="988" cy="471"/>
          </a:xfrm>
        </p:grpSpPr>
        <p:sp>
          <p:nvSpPr>
            <p:cNvPr id="1583240" name="Text Box 136">
              <a:extLst>
                <a:ext uri="{FF2B5EF4-FFF2-40B4-BE49-F238E27FC236}">
                  <a16:creationId xmlns:a16="http://schemas.microsoft.com/office/drawing/2014/main" id="{31ABE0DC-D6D2-4F40-B7C5-B71773BFAD20}"/>
                </a:ext>
              </a:extLst>
            </p:cNvPr>
            <p:cNvSpPr txBox="1">
              <a:spLocks noChangeArrowheads="1"/>
            </p:cNvSpPr>
            <p:nvPr/>
          </p:nvSpPr>
          <p:spPr bwMode="auto">
            <a:xfrm>
              <a:off x="1920" y="3024"/>
              <a:ext cx="9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dirty="0">
                  <a:latin typeface="Times New Roman" panose="02020603050405020304" pitchFamily="18" charset="0"/>
                </a:rPr>
                <a:t>Confidentiality</a:t>
              </a:r>
            </a:p>
          </p:txBody>
        </p:sp>
        <p:sp>
          <p:nvSpPr>
            <p:cNvPr id="1583241" name="Line 137">
              <a:extLst>
                <a:ext uri="{FF2B5EF4-FFF2-40B4-BE49-F238E27FC236}">
                  <a16:creationId xmlns:a16="http://schemas.microsoft.com/office/drawing/2014/main" id="{BDF01940-FC9C-4AF8-B3ED-561B0DD961C6}"/>
                </a:ext>
              </a:extLst>
            </p:cNvPr>
            <p:cNvSpPr>
              <a:spLocks noChangeShapeType="1"/>
            </p:cNvSpPr>
            <p:nvPr/>
          </p:nvSpPr>
          <p:spPr bwMode="auto">
            <a:xfrm>
              <a:off x="2400" y="2784"/>
              <a:ext cx="0" cy="288"/>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grpSp>
      <p:pic>
        <p:nvPicPr>
          <p:cNvPr id="137" name="Picture 136">
            <a:extLst>
              <a:ext uri="{FF2B5EF4-FFF2-40B4-BE49-F238E27FC236}">
                <a16:creationId xmlns:a16="http://schemas.microsoft.com/office/drawing/2014/main" id="{6B5FCB49-38FF-42D7-9414-D13E00527D0F}"/>
              </a:ext>
            </a:extLst>
          </p:cNvPr>
          <p:cNvPicPr>
            <a:picLocks noChangeAspect="1"/>
          </p:cNvPicPr>
          <p:nvPr/>
        </p:nvPicPr>
        <p:blipFill>
          <a:blip r:embed="rId3"/>
          <a:stretch>
            <a:fillRect/>
          </a:stretch>
        </p:blipFill>
        <p:spPr>
          <a:xfrm>
            <a:off x="8071495" y="1805377"/>
            <a:ext cx="1068076" cy="1088421"/>
          </a:xfrm>
          <a:prstGeom prst="rect">
            <a:avLst/>
          </a:prstGeom>
        </p:spPr>
      </p:pic>
      <p:pic>
        <p:nvPicPr>
          <p:cNvPr id="138" name="Picture 137" descr="A black rectangle with a black background&#10;&#10;Description automatically generated with low confidence">
            <a:extLst>
              <a:ext uri="{FF2B5EF4-FFF2-40B4-BE49-F238E27FC236}">
                <a16:creationId xmlns:a16="http://schemas.microsoft.com/office/drawing/2014/main" id="{74D46D7F-CE5C-4154-8D01-0B1ADBAA15B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200" y="1515550"/>
            <a:ext cx="1418150" cy="1418150"/>
          </a:xfrm>
          <a:prstGeom prst="rect">
            <a:avLst/>
          </a:prstGeom>
        </p:spPr>
      </p:pic>
      <p:sp>
        <p:nvSpPr>
          <p:cNvPr id="177" name="Text Box 78">
            <a:extLst>
              <a:ext uri="{FF2B5EF4-FFF2-40B4-BE49-F238E27FC236}">
                <a16:creationId xmlns:a16="http://schemas.microsoft.com/office/drawing/2014/main" id="{67B7EE6D-48DA-495A-86D8-5D288B44F532}"/>
              </a:ext>
            </a:extLst>
          </p:cNvPr>
          <p:cNvSpPr txBox="1">
            <a:spLocks noChangeArrowheads="1"/>
          </p:cNvSpPr>
          <p:nvPr/>
        </p:nvSpPr>
        <p:spPr bwMode="auto">
          <a:xfrm>
            <a:off x="273050" y="1219200"/>
            <a:ext cx="679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dirty="0">
                <a:latin typeface="Times New Roman" panose="02020603050405020304" pitchFamily="18" charset="0"/>
              </a:rPr>
              <a:t>Alice</a:t>
            </a:r>
          </a:p>
        </p:txBody>
      </p:sp>
      <p:sp>
        <p:nvSpPr>
          <p:cNvPr id="178" name="Text Box 79">
            <a:extLst>
              <a:ext uri="{FF2B5EF4-FFF2-40B4-BE49-F238E27FC236}">
                <a16:creationId xmlns:a16="http://schemas.microsoft.com/office/drawing/2014/main" id="{16B97AE1-BC09-4147-9D6E-B7D557324AD4}"/>
              </a:ext>
            </a:extLst>
          </p:cNvPr>
          <p:cNvSpPr txBox="1">
            <a:spLocks noChangeArrowheads="1"/>
          </p:cNvSpPr>
          <p:nvPr/>
        </p:nvSpPr>
        <p:spPr bwMode="auto">
          <a:xfrm>
            <a:off x="8305800" y="1361865"/>
            <a:ext cx="565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dirty="0">
                <a:latin typeface="Times New Roman" panose="02020603050405020304" pitchFamily="18" charset="0"/>
              </a:rPr>
              <a:t>Bob</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nodeType="clickEffect">
                                  <p:stCondLst>
                                    <p:cond delay="0"/>
                                  </p:stCondLst>
                                  <p:childTnLst>
                                    <p:set>
                                      <p:cBhvr>
                                        <p:cTn id="6" dur="1" fill="hold">
                                          <p:stCondLst>
                                            <p:cond delay="0"/>
                                          </p:stCondLst>
                                        </p:cTn>
                                        <p:tgtEl>
                                          <p:spTgt spid="1583155"/>
                                        </p:tgtEl>
                                        <p:attrNameLst>
                                          <p:attrName>style.visibility</p:attrName>
                                        </p:attrNameLst>
                                      </p:cBhvr>
                                      <p:to>
                                        <p:strVal val="visible"/>
                                      </p:to>
                                    </p:set>
                                    <p:animEffect transition="in" filter="box(out)">
                                      <p:cBhvr>
                                        <p:cTn id="7" dur="1000"/>
                                        <p:tgtEl>
                                          <p:spTgt spid="158315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nodeType="clickEffect">
                                  <p:stCondLst>
                                    <p:cond delay="0"/>
                                  </p:stCondLst>
                                  <p:childTnLst>
                                    <p:set>
                                      <p:cBhvr>
                                        <p:cTn id="11" dur="1" fill="hold">
                                          <p:stCondLst>
                                            <p:cond delay="0"/>
                                          </p:stCondLst>
                                        </p:cTn>
                                        <p:tgtEl>
                                          <p:spTgt spid="1583236"/>
                                        </p:tgtEl>
                                        <p:attrNameLst>
                                          <p:attrName>style.visibility</p:attrName>
                                        </p:attrNameLst>
                                      </p:cBhvr>
                                      <p:to>
                                        <p:strVal val="visible"/>
                                      </p:to>
                                    </p:set>
                                    <p:animEffect transition="in" filter="box(out)">
                                      <p:cBhvr>
                                        <p:cTn id="12" dur="1000"/>
                                        <p:tgtEl>
                                          <p:spTgt spid="158323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nodeType="clickEffect">
                                  <p:stCondLst>
                                    <p:cond delay="0"/>
                                  </p:stCondLst>
                                  <p:childTnLst>
                                    <p:set>
                                      <p:cBhvr>
                                        <p:cTn id="16" dur="1" fill="hold">
                                          <p:stCondLst>
                                            <p:cond delay="0"/>
                                          </p:stCondLst>
                                        </p:cTn>
                                        <p:tgtEl>
                                          <p:spTgt spid="1583175"/>
                                        </p:tgtEl>
                                        <p:attrNameLst>
                                          <p:attrName>style.visibility</p:attrName>
                                        </p:attrNameLst>
                                      </p:cBhvr>
                                      <p:to>
                                        <p:strVal val="visible"/>
                                      </p:to>
                                    </p:set>
                                    <p:animEffect transition="in" filter="box(out)">
                                      <p:cBhvr>
                                        <p:cTn id="17" dur="1000"/>
                                        <p:tgtEl>
                                          <p:spTgt spid="158317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32" fill="hold" nodeType="clickEffect">
                                  <p:stCondLst>
                                    <p:cond delay="0"/>
                                  </p:stCondLst>
                                  <p:childTnLst>
                                    <p:set>
                                      <p:cBhvr>
                                        <p:cTn id="21" dur="1" fill="hold">
                                          <p:stCondLst>
                                            <p:cond delay="0"/>
                                          </p:stCondLst>
                                        </p:cTn>
                                        <p:tgtEl>
                                          <p:spTgt spid="1583239"/>
                                        </p:tgtEl>
                                        <p:attrNameLst>
                                          <p:attrName>style.visibility</p:attrName>
                                        </p:attrNameLst>
                                      </p:cBhvr>
                                      <p:to>
                                        <p:strVal val="visible"/>
                                      </p:to>
                                    </p:set>
                                    <p:animEffect transition="in" filter="box(out)">
                                      <p:cBhvr>
                                        <p:cTn id="22" dur="1000"/>
                                        <p:tgtEl>
                                          <p:spTgt spid="158323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32" fill="hold" nodeType="clickEffect">
                                  <p:stCondLst>
                                    <p:cond delay="0"/>
                                  </p:stCondLst>
                                  <p:childTnLst>
                                    <p:set>
                                      <p:cBhvr>
                                        <p:cTn id="26" dur="1" fill="hold">
                                          <p:stCondLst>
                                            <p:cond delay="0"/>
                                          </p:stCondLst>
                                        </p:cTn>
                                        <p:tgtEl>
                                          <p:spTgt spid="1583195"/>
                                        </p:tgtEl>
                                        <p:attrNameLst>
                                          <p:attrName>style.visibility</p:attrName>
                                        </p:attrNameLst>
                                      </p:cBhvr>
                                      <p:to>
                                        <p:strVal val="visible"/>
                                      </p:to>
                                    </p:set>
                                    <p:animEffect transition="in" filter="box(out)">
                                      <p:cBhvr>
                                        <p:cTn id="27" dur="1000"/>
                                        <p:tgtEl>
                                          <p:spTgt spid="158319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32" fill="hold" nodeType="clickEffect">
                                  <p:stCondLst>
                                    <p:cond delay="0"/>
                                  </p:stCondLst>
                                  <p:childTnLst>
                                    <p:set>
                                      <p:cBhvr>
                                        <p:cTn id="31" dur="1" fill="hold">
                                          <p:stCondLst>
                                            <p:cond delay="0"/>
                                          </p:stCondLst>
                                        </p:cTn>
                                        <p:tgtEl>
                                          <p:spTgt spid="1583215"/>
                                        </p:tgtEl>
                                        <p:attrNameLst>
                                          <p:attrName>style.visibility</p:attrName>
                                        </p:attrNameLst>
                                      </p:cBhvr>
                                      <p:to>
                                        <p:strVal val="visible"/>
                                      </p:to>
                                    </p:set>
                                    <p:animEffect transition="in" filter="box(out)">
                                      <p:cBhvr>
                                        <p:cTn id="32" dur="1000"/>
                                        <p:tgtEl>
                                          <p:spTgt spid="158321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32" fill="hold" grpId="0" nodeType="clickEffect">
                                  <p:stCondLst>
                                    <p:cond delay="0"/>
                                  </p:stCondLst>
                                  <p:childTnLst>
                                    <p:set>
                                      <p:cBhvr>
                                        <p:cTn id="36" dur="1" fill="hold">
                                          <p:stCondLst>
                                            <p:cond delay="0"/>
                                          </p:stCondLst>
                                        </p:cTn>
                                        <p:tgtEl>
                                          <p:spTgt spid="1583235"/>
                                        </p:tgtEl>
                                        <p:attrNameLst>
                                          <p:attrName>style.visibility</p:attrName>
                                        </p:attrNameLst>
                                      </p:cBhvr>
                                      <p:to>
                                        <p:strVal val="visible"/>
                                      </p:to>
                                    </p:set>
                                    <p:animEffect transition="in" filter="box(out)">
                                      <p:cBhvr>
                                        <p:cTn id="37" dur="1000"/>
                                        <p:tgtEl>
                                          <p:spTgt spid="15832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83235"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3106" name="Text Box 2">
            <a:extLst>
              <a:ext uri="{FF2B5EF4-FFF2-40B4-BE49-F238E27FC236}">
                <a16:creationId xmlns:a16="http://schemas.microsoft.com/office/drawing/2014/main" id="{1519B789-EC35-4333-9838-FE8D1A71F31A}"/>
              </a:ext>
            </a:extLst>
          </p:cNvPr>
          <p:cNvSpPr txBox="1">
            <a:spLocks noChangeArrowheads="1"/>
          </p:cNvSpPr>
          <p:nvPr/>
        </p:nvSpPr>
        <p:spPr bwMode="auto">
          <a:xfrm>
            <a:off x="1295400" y="457200"/>
            <a:ext cx="5810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b="1" dirty="0">
                <a:latin typeface="Times New Roman" panose="02020603050405020304" pitchFamily="18" charset="0"/>
              </a:rPr>
              <a:t>To Provide Confidentiality, Authentication and Signature</a:t>
            </a:r>
          </a:p>
        </p:txBody>
      </p:sp>
      <p:sp>
        <p:nvSpPr>
          <p:cNvPr id="1583144" name="AutoShape 40">
            <a:extLst>
              <a:ext uri="{FF2B5EF4-FFF2-40B4-BE49-F238E27FC236}">
                <a16:creationId xmlns:a16="http://schemas.microsoft.com/office/drawing/2014/main" id="{87309D9E-367B-434A-97E6-C008A7B2E55E}"/>
              </a:ext>
            </a:extLst>
          </p:cNvPr>
          <p:cNvSpPr>
            <a:spLocks noChangeArrowheads="1"/>
          </p:cNvSpPr>
          <p:nvPr/>
        </p:nvSpPr>
        <p:spPr bwMode="auto">
          <a:xfrm rot="5400000">
            <a:off x="4533900" y="-114300"/>
            <a:ext cx="304800" cy="4953000"/>
          </a:xfrm>
          <a:prstGeom prst="can">
            <a:avLst>
              <a:gd name="adj" fmla="val 29115"/>
            </a:avLst>
          </a:prstGeom>
          <a:solidFill>
            <a:srgbClr val="9999FF"/>
          </a:solidFill>
          <a:ln w="9525">
            <a:solidFill>
              <a:srgbClr val="9999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vert="eaVert" wrap="none" anchor="ctr"/>
          <a:lstStyle/>
          <a:p>
            <a:pPr algn="ctr"/>
            <a:endParaRPr lang="en-US" altLang="en-US" sz="1800">
              <a:latin typeface="Times New Roman" panose="02020603050405020304" pitchFamily="18" charset="0"/>
            </a:endParaRPr>
          </a:p>
        </p:txBody>
      </p:sp>
      <p:sp>
        <p:nvSpPr>
          <p:cNvPr id="1583145" name="Rectangle 41">
            <a:extLst>
              <a:ext uri="{FF2B5EF4-FFF2-40B4-BE49-F238E27FC236}">
                <a16:creationId xmlns:a16="http://schemas.microsoft.com/office/drawing/2014/main" id="{1816AC78-78AC-4AA4-B41E-18C3972AECA3}"/>
              </a:ext>
            </a:extLst>
          </p:cNvPr>
          <p:cNvSpPr>
            <a:spLocks noChangeArrowheads="1"/>
          </p:cNvSpPr>
          <p:nvPr/>
        </p:nvSpPr>
        <p:spPr bwMode="auto">
          <a:xfrm>
            <a:off x="1447800" y="1828800"/>
            <a:ext cx="762000" cy="990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sz="1000"/>
              <a:t>Man needs </a:t>
            </a:r>
          </a:p>
          <a:p>
            <a:r>
              <a:rPr lang="en-US" altLang="en-US" sz="1000"/>
              <a:t>Woman, </a:t>
            </a:r>
          </a:p>
          <a:p>
            <a:r>
              <a:rPr lang="en-US" altLang="en-US" sz="1000"/>
              <a:t>Woman </a:t>
            </a:r>
          </a:p>
          <a:p>
            <a:r>
              <a:rPr lang="en-US" altLang="en-US" sz="1000"/>
              <a:t>Needs</a:t>
            </a:r>
          </a:p>
          <a:p>
            <a:r>
              <a:rPr lang="en-US" altLang="en-US" sz="1000"/>
              <a:t>Money for </a:t>
            </a:r>
          </a:p>
          <a:p>
            <a:r>
              <a:rPr lang="en-US" altLang="en-US" sz="1000"/>
              <a:t>shopping</a:t>
            </a:r>
          </a:p>
        </p:txBody>
      </p:sp>
      <p:sp>
        <p:nvSpPr>
          <p:cNvPr id="1583146" name="Rectangle 42">
            <a:extLst>
              <a:ext uri="{FF2B5EF4-FFF2-40B4-BE49-F238E27FC236}">
                <a16:creationId xmlns:a16="http://schemas.microsoft.com/office/drawing/2014/main" id="{28AA789E-8E7B-4D0C-A4BF-7B15A6F9820D}"/>
              </a:ext>
            </a:extLst>
          </p:cNvPr>
          <p:cNvSpPr>
            <a:spLocks noChangeArrowheads="1"/>
          </p:cNvSpPr>
          <p:nvPr/>
        </p:nvSpPr>
        <p:spPr bwMode="auto">
          <a:xfrm>
            <a:off x="2743200" y="1828800"/>
            <a:ext cx="762000" cy="990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sz="1000"/>
              <a:t>123456696</a:t>
            </a:r>
          </a:p>
          <a:p>
            <a:r>
              <a:rPr lang="en-US" altLang="en-US" sz="1000"/>
              <a:t>096785403</a:t>
            </a:r>
          </a:p>
          <a:p>
            <a:r>
              <a:rPr lang="en-US" altLang="en-US" sz="1000"/>
              <a:t>657849302</a:t>
            </a:r>
          </a:p>
          <a:p>
            <a:r>
              <a:rPr lang="en-US" altLang="en-US" sz="1000"/>
              <a:t>610395867</a:t>
            </a:r>
          </a:p>
          <a:p>
            <a:r>
              <a:rPr lang="en-US" altLang="en-US" sz="1000"/>
              <a:t>567484509</a:t>
            </a:r>
          </a:p>
          <a:p>
            <a:r>
              <a:rPr lang="en-US" altLang="en-US" sz="1000"/>
              <a:t>121212347</a:t>
            </a:r>
          </a:p>
        </p:txBody>
      </p:sp>
      <p:sp>
        <p:nvSpPr>
          <p:cNvPr id="1583147" name="Rectangle 43">
            <a:extLst>
              <a:ext uri="{FF2B5EF4-FFF2-40B4-BE49-F238E27FC236}">
                <a16:creationId xmlns:a16="http://schemas.microsoft.com/office/drawing/2014/main" id="{FEE339C3-738E-4D3A-BD7B-DDAA67F58597}"/>
              </a:ext>
            </a:extLst>
          </p:cNvPr>
          <p:cNvSpPr>
            <a:spLocks noChangeArrowheads="1"/>
          </p:cNvSpPr>
          <p:nvPr/>
        </p:nvSpPr>
        <p:spPr bwMode="auto">
          <a:xfrm>
            <a:off x="7162800" y="1828800"/>
            <a:ext cx="762000" cy="990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sz="1000" dirty="0"/>
              <a:t>Man needs </a:t>
            </a:r>
          </a:p>
          <a:p>
            <a:r>
              <a:rPr lang="en-US" altLang="en-US" sz="1000" dirty="0"/>
              <a:t>Woman, </a:t>
            </a:r>
          </a:p>
          <a:p>
            <a:r>
              <a:rPr lang="en-US" altLang="en-US" sz="1000" dirty="0"/>
              <a:t>Woman </a:t>
            </a:r>
          </a:p>
          <a:p>
            <a:r>
              <a:rPr lang="en-US" altLang="en-US" sz="1000" dirty="0"/>
              <a:t>Needs</a:t>
            </a:r>
          </a:p>
          <a:p>
            <a:r>
              <a:rPr lang="en-US" altLang="en-US" sz="1000" dirty="0"/>
              <a:t>Money for </a:t>
            </a:r>
          </a:p>
          <a:p>
            <a:r>
              <a:rPr lang="en-US" altLang="en-US" sz="1000" dirty="0"/>
              <a:t>shopping</a:t>
            </a:r>
          </a:p>
        </p:txBody>
      </p:sp>
      <p:sp>
        <p:nvSpPr>
          <p:cNvPr id="1583150" name="Text Box 46">
            <a:extLst>
              <a:ext uri="{FF2B5EF4-FFF2-40B4-BE49-F238E27FC236}">
                <a16:creationId xmlns:a16="http://schemas.microsoft.com/office/drawing/2014/main" id="{65A794FF-42FC-4200-A021-CFC0D6C62A29}"/>
              </a:ext>
            </a:extLst>
          </p:cNvPr>
          <p:cNvSpPr txBox="1">
            <a:spLocks noChangeArrowheads="1"/>
          </p:cNvSpPr>
          <p:nvPr/>
        </p:nvSpPr>
        <p:spPr bwMode="auto">
          <a:xfrm>
            <a:off x="1143000" y="1219200"/>
            <a:ext cx="13970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sz="1800">
                <a:latin typeface="Times New Roman" panose="02020603050405020304" pitchFamily="18" charset="0"/>
              </a:rPr>
              <a:t>Message (M)</a:t>
            </a:r>
          </a:p>
          <a:p>
            <a:pPr algn="ctr"/>
            <a:r>
              <a:rPr lang="en-US" altLang="en-US" sz="1800">
                <a:latin typeface="Times New Roman" panose="02020603050405020304" pitchFamily="18" charset="0"/>
              </a:rPr>
              <a:t>Plaintext</a:t>
            </a:r>
          </a:p>
        </p:txBody>
      </p:sp>
      <p:sp>
        <p:nvSpPr>
          <p:cNvPr id="1583151" name="Text Box 47">
            <a:extLst>
              <a:ext uri="{FF2B5EF4-FFF2-40B4-BE49-F238E27FC236}">
                <a16:creationId xmlns:a16="http://schemas.microsoft.com/office/drawing/2014/main" id="{4BC310BC-78D3-48EC-AE2D-67808B126520}"/>
              </a:ext>
            </a:extLst>
          </p:cNvPr>
          <p:cNvSpPr txBox="1">
            <a:spLocks noChangeArrowheads="1"/>
          </p:cNvSpPr>
          <p:nvPr/>
        </p:nvSpPr>
        <p:spPr bwMode="auto">
          <a:xfrm>
            <a:off x="4038600" y="1447800"/>
            <a:ext cx="11493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sz="1800">
                <a:latin typeface="Times New Roman" panose="02020603050405020304" pitchFamily="18" charset="0"/>
              </a:rPr>
              <a:t>Ciphertext</a:t>
            </a:r>
          </a:p>
        </p:txBody>
      </p:sp>
      <p:sp>
        <p:nvSpPr>
          <p:cNvPr id="1583152" name="Text Box 48">
            <a:extLst>
              <a:ext uri="{FF2B5EF4-FFF2-40B4-BE49-F238E27FC236}">
                <a16:creationId xmlns:a16="http://schemas.microsoft.com/office/drawing/2014/main" id="{443640EF-7A8C-442C-8D7C-314A70DF1CDC}"/>
              </a:ext>
            </a:extLst>
          </p:cNvPr>
          <p:cNvSpPr txBox="1">
            <a:spLocks noChangeArrowheads="1"/>
          </p:cNvSpPr>
          <p:nvPr/>
        </p:nvSpPr>
        <p:spPr bwMode="auto">
          <a:xfrm>
            <a:off x="6858000" y="1219200"/>
            <a:ext cx="13970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sz="1800">
                <a:latin typeface="Times New Roman" panose="02020603050405020304" pitchFamily="18" charset="0"/>
              </a:rPr>
              <a:t>Message (M)</a:t>
            </a:r>
          </a:p>
          <a:p>
            <a:pPr algn="ctr"/>
            <a:r>
              <a:rPr lang="en-US" altLang="en-US" sz="1800">
                <a:latin typeface="Times New Roman" panose="02020603050405020304" pitchFamily="18" charset="0"/>
              </a:rPr>
              <a:t>Plaintext</a:t>
            </a:r>
          </a:p>
        </p:txBody>
      </p:sp>
      <p:sp>
        <p:nvSpPr>
          <p:cNvPr id="1583153" name="Rectangle 49">
            <a:extLst>
              <a:ext uri="{FF2B5EF4-FFF2-40B4-BE49-F238E27FC236}">
                <a16:creationId xmlns:a16="http://schemas.microsoft.com/office/drawing/2014/main" id="{3509DA31-E6B8-4CB3-A335-15B282DEE43C}"/>
              </a:ext>
            </a:extLst>
          </p:cNvPr>
          <p:cNvSpPr>
            <a:spLocks noChangeArrowheads="1"/>
          </p:cNvSpPr>
          <p:nvPr/>
        </p:nvSpPr>
        <p:spPr bwMode="auto">
          <a:xfrm>
            <a:off x="4343400" y="1828800"/>
            <a:ext cx="762000" cy="990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sz="1000"/>
              <a:t>123456696</a:t>
            </a:r>
          </a:p>
          <a:p>
            <a:r>
              <a:rPr lang="en-US" altLang="en-US" sz="1000"/>
              <a:t>096785403</a:t>
            </a:r>
          </a:p>
          <a:p>
            <a:r>
              <a:rPr lang="en-US" altLang="en-US" sz="1000"/>
              <a:t>657849302</a:t>
            </a:r>
          </a:p>
          <a:p>
            <a:r>
              <a:rPr lang="en-US" altLang="en-US" sz="1000"/>
              <a:t>610395867</a:t>
            </a:r>
          </a:p>
          <a:p>
            <a:r>
              <a:rPr lang="en-US" altLang="en-US" sz="1000"/>
              <a:t>567484509</a:t>
            </a:r>
          </a:p>
          <a:p>
            <a:r>
              <a:rPr lang="en-US" altLang="en-US" sz="1000"/>
              <a:t>121212347</a:t>
            </a:r>
          </a:p>
        </p:txBody>
      </p:sp>
      <p:sp>
        <p:nvSpPr>
          <p:cNvPr id="1583154" name="Rectangle 50">
            <a:extLst>
              <a:ext uri="{FF2B5EF4-FFF2-40B4-BE49-F238E27FC236}">
                <a16:creationId xmlns:a16="http://schemas.microsoft.com/office/drawing/2014/main" id="{D13763CE-E4D5-4EFE-926B-9378B53D3D83}"/>
              </a:ext>
            </a:extLst>
          </p:cNvPr>
          <p:cNvSpPr>
            <a:spLocks noChangeArrowheads="1"/>
          </p:cNvSpPr>
          <p:nvPr/>
        </p:nvSpPr>
        <p:spPr bwMode="auto">
          <a:xfrm>
            <a:off x="5715000" y="1828800"/>
            <a:ext cx="762000" cy="990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sz="1000" dirty="0"/>
              <a:t>123456696</a:t>
            </a:r>
          </a:p>
          <a:p>
            <a:r>
              <a:rPr lang="en-US" altLang="en-US" sz="1000" dirty="0"/>
              <a:t>096785403</a:t>
            </a:r>
          </a:p>
          <a:p>
            <a:r>
              <a:rPr lang="en-US" altLang="en-US" sz="1000" dirty="0"/>
              <a:t>657849302</a:t>
            </a:r>
          </a:p>
          <a:p>
            <a:r>
              <a:rPr lang="en-US" altLang="en-US" sz="1000" dirty="0"/>
              <a:t>610395867</a:t>
            </a:r>
          </a:p>
          <a:p>
            <a:r>
              <a:rPr lang="en-US" altLang="en-US" sz="1000" dirty="0"/>
              <a:t>567484509</a:t>
            </a:r>
          </a:p>
          <a:p>
            <a:r>
              <a:rPr lang="en-US" altLang="en-US" sz="1000" dirty="0"/>
              <a:t>121212347</a:t>
            </a:r>
          </a:p>
        </p:txBody>
      </p:sp>
      <p:grpSp>
        <p:nvGrpSpPr>
          <p:cNvPr id="1583155" name="Group 51">
            <a:extLst>
              <a:ext uri="{FF2B5EF4-FFF2-40B4-BE49-F238E27FC236}">
                <a16:creationId xmlns:a16="http://schemas.microsoft.com/office/drawing/2014/main" id="{E61592D3-009B-48D3-A192-B46AF05508B6}"/>
              </a:ext>
            </a:extLst>
          </p:cNvPr>
          <p:cNvGrpSpPr>
            <a:grpSpLocks/>
          </p:cNvGrpSpPr>
          <p:nvPr/>
        </p:nvGrpSpPr>
        <p:grpSpPr bwMode="auto">
          <a:xfrm>
            <a:off x="1295400" y="2590801"/>
            <a:ext cx="1719263" cy="1096963"/>
            <a:chOff x="816" y="1632"/>
            <a:chExt cx="1083" cy="691"/>
          </a:xfrm>
        </p:grpSpPr>
        <p:sp>
          <p:nvSpPr>
            <p:cNvPr id="1583156" name="Line 52">
              <a:extLst>
                <a:ext uri="{FF2B5EF4-FFF2-40B4-BE49-F238E27FC236}">
                  <a16:creationId xmlns:a16="http://schemas.microsoft.com/office/drawing/2014/main" id="{2D136FC9-4D04-422E-9E9A-A2C0520132AA}"/>
                </a:ext>
              </a:extLst>
            </p:cNvPr>
            <p:cNvSpPr>
              <a:spLocks noChangeShapeType="1"/>
            </p:cNvSpPr>
            <p:nvPr/>
          </p:nvSpPr>
          <p:spPr bwMode="auto">
            <a:xfrm>
              <a:off x="1344" y="1872"/>
              <a:ext cx="449"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grpSp>
          <p:nvGrpSpPr>
            <p:cNvPr id="1583157" name="Group 53">
              <a:extLst>
                <a:ext uri="{FF2B5EF4-FFF2-40B4-BE49-F238E27FC236}">
                  <a16:creationId xmlns:a16="http://schemas.microsoft.com/office/drawing/2014/main" id="{32650464-CC95-44DD-8ECE-73705427CA45}"/>
                </a:ext>
              </a:extLst>
            </p:cNvPr>
            <p:cNvGrpSpPr>
              <a:grpSpLocks/>
            </p:cNvGrpSpPr>
            <p:nvPr/>
          </p:nvGrpSpPr>
          <p:grpSpPr bwMode="auto">
            <a:xfrm>
              <a:off x="816" y="1920"/>
              <a:ext cx="1083" cy="403"/>
              <a:chOff x="1132" y="1920"/>
              <a:chExt cx="1083" cy="403"/>
            </a:xfrm>
          </p:grpSpPr>
          <p:sp>
            <p:nvSpPr>
              <p:cNvPr id="1583158" name="Text Box 54">
                <a:extLst>
                  <a:ext uri="{FF2B5EF4-FFF2-40B4-BE49-F238E27FC236}">
                    <a16:creationId xmlns:a16="http://schemas.microsoft.com/office/drawing/2014/main" id="{6D53340A-DB25-4C34-9F43-D0F376A846A2}"/>
                  </a:ext>
                </a:extLst>
              </p:cNvPr>
              <p:cNvSpPr txBox="1">
                <a:spLocks noChangeArrowheads="1"/>
              </p:cNvSpPr>
              <p:nvPr/>
            </p:nvSpPr>
            <p:spPr bwMode="auto">
              <a:xfrm>
                <a:off x="1132" y="1920"/>
                <a:ext cx="1083"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a:latin typeface="Times New Roman" panose="02020603050405020304" pitchFamily="18" charset="0"/>
                  </a:rPr>
                  <a:t>Message is encrypted</a:t>
                </a:r>
              </a:p>
            </p:txBody>
          </p:sp>
          <p:grpSp>
            <p:nvGrpSpPr>
              <p:cNvPr id="1583160" name="Group 56">
                <a:extLst>
                  <a:ext uri="{FF2B5EF4-FFF2-40B4-BE49-F238E27FC236}">
                    <a16:creationId xmlns:a16="http://schemas.microsoft.com/office/drawing/2014/main" id="{A4076B0C-6A5C-46A2-B3D8-9594E5029258}"/>
                  </a:ext>
                </a:extLst>
              </p:cNvPr>
              <p:cNvGrpSpPr>
                <a:grpSpLocks/>
              </p:cNvGrpSpPr>
              <p:nvPr/>
            </p:nvGrpSpPr>
            <p:grpSpPr bwMode="auto">
              <a:xfrm>
                <a:off x="1399" y="2124"/>
                <a:ext cx="416" cy="199"/>
                <a:chOff x="1920" y="2688"/>
                <a:chExt cx="892" cy="384"/>
              </a:xfrm>
            </p:grpSpPr>
            <p:sp>
              <p:nvSpPr>
                <p:cNvPr id="1583161" name="Arc 57">
                  <a:extLst>
                    <a:ext uri="{FF2B5EF4-FFF2-40B4-BE49-F238E27FC236}">
                      <a16:creationId xmlns:a16="http://schemas.microsoft.com/office/drawing/2014/main" id="{AA96583E-AEE5-42E3-91E4-567D709D6950}"/>
                    </a:ext>
                  </a:extLst>
                </p:cNvPr>
                <p:cNvSpPr>
                  <a:spLocks/>
                </p:cNvSpPr>
                <p:nvPr/>
              </p:nvSpPr>
              <p:spPr bwMode="auto">
                <a:xfrm rot="-10800000">
                  <a:off x="2621" y="2905"/>
                  <a:ext cx="26" cy="61"/>
                </a:xfrm>
                <a:custGeom>
                  <a:avLst/>
                  <a:gdLst>
                    <a:gd name="G0" fmla="+- 2832 0 0"/>
                    <a:gd name="G1" fmla="+- 21600 0 0"/>
                    <a:gd name="G2" fmla="+- 21600 0 0"/>
                    <a:gd name="T0" fmla="*/ 2832 w 24432"/>
                    <a:gd name="T1" fmla="*/ 0 h 43200"/>
                    <a:gd name="T2" fmla="*/ 0 w 24432"/>
                    <a:gd name="T3" fmla="*/ 43014 h 43200"/>
                    <a:gd name="T4" fmla="*/ 2832 w 24432"/>
                    <a:gd name="T5" fmla="*/ 21600 h 43200"/>
                  </a:gdLst>
                  <a:ahLst/>
                  <a:cxnLst>
                    <a:cxn ang="0">
                      <a:pos x="T0" y="T1"/>
                    </a:cxn>
                    <a:cxn ang="0">
                      <a:pos x="T2" y="T3"/>
                    </a:cxn>
                    <a:cxn ang="0">
                      <a:pos x="T4" y="T5"/>
                    </a:cxn>
                  </a:cxnLst>
                  <a:rect l="0" t="0" r="r" b="b"/>
                  <a:pathLst>
                    <a:path w="24432" h="43200" fill="none" extrusionOk="0">
                      <a:moveTo>
                        <a:pt x="2832" y="0"/>
                      </a:moveTo>
                      <a:cubicBezTo>
                        <a:pt x="14761" y="0"/>
                        <a:pt x="24432" y="9670"/>
                        <a:pt x="24432" y="21600"/>
                      </a:cubicBezTo>
                      <a:cubicBezTo>
                        <a:pt x="24432" y="33529"/>
                        <a:pt x="14761" y="43200"/>
                        <a:pt x="2832" y="43200"/>
                      </a:cubicBezTo>
                      <a:cubicBezTo>
                        <a:pt x="1884" y="43199"/>
                        <a:pt x="938" y="43137"/>
                        <a:pt x="0" y="43013"/>
                      </a:cubicBezTo>
                    </a:path>
                    <a:path w="24432" h="43200" stroke="0" extrusionOk="0">
                      <a:moveTo>
                        <a:pt x="2832" y="0"/>
                      </a:moveTo>
                      <a:cubicBezTo>
                        <a:pt x="14761" y="0"/>
                        <a:pt x="24432" y="9670"/>
                        <a:pt x="24432" y="21600"/>
                      </a:cubicBezTo>
                      <a:cubicBezTo>
                        <a:pt x="24432" y="33529"/>
                        <a:pt x="14761" y="43200"/>
                        <a:pt x="2832" y="43200"/>
                      </a:cubicBezTo>
                      <a:cubicBezTo>
                        <a:pt x="1884" y="43199"/>
                        <a:pt x="938" y="43137"/>
                        <a:pt x="0" y="43013"/>
                      </a:cubicBezTo>
                      <a:lnTo>
                        <a:pt x="2832" y="21600"/>
                      </a:lnTo>
                      <a:close/>
                    </a:path>
                  </a:pathLst>
                </a:cu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83162" name="Rectangle 58">
                  <a:extLst>
                    <a:ext uri="{FF2B5EF4-FFF2-40B4-BE49-F238E27FC236}">
                      <a16:creationId xmlns:a16="http://schemas.microsoft.com/office/drawing/2014/main" id="{899583CB-41A0-45D0-8F6E-01D618234B52}"/>
                    </a:ext>
                  </a:extLst>
                </p:cNvPr>
                <p:cNvSpPr>
                  <a:spLocks noChangeArrowheads="1"/>
                </p:cNvSpPr>
                <p:nvPr/>
              </p:nvSpPr>
              <p:spPr bwMode="auto">
                <a:xfrm>
                  <a:off x="2638" y="2844"/>
                  <a:ext cx="148" cy="61"/>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83163" name="Arc 59">
                  <a:extLst>
                    <a:ext uri="{FF2B5EF4-FFF2-40B4-BE49-F238E27FC236}">
                      <a16:creationId xmlns:a16="http://schemas.microsoft.com/office/drawing/2014/main" id="{826AEC0B-F8FB-4A54-9028-540000E51AEB}"/>
                    </a:ext>
                  </a:extLst>
                </p:cNvPr>
                <p:cNvSpPr>
                  <a:spLocks/>
                </p:cNvSpPr>
                <p:nvPr/>
              </p:nvSpPr>
              <p:spPr bwMode="auto">
                <a:xfrm>
                  <a:off x="2770" y="2905"/>
                  <a:ext cx="42" cy="61"/>
                </a:xfrm>
                <a:custGeom>
                  <a:avLst/>
                  <a:gdLst>
                    <a:gd name="G0" fmla="+- 2832 0 0"/>
                    <a:gd name="G1" fmla="+- 21600 0 0"/>
                    <a:gd name="G2" fmla="+- 21600 0 0"/>
                    <a:gd name="T0" fmla="*/ 2832 w 24432"/>
                    <a:gd name="T1" fmla="*/ 0 h 43200"/>
                    <a:gd name="T2" fmla="*/ 0 w 24432"/>
                    <a:gd name="T3" fmla="*/ 43014 h 43200"/>
                    <a:gd name="T4" fmla="*/ 2832 w 24432"/>
                    <a:gd name="T5" fmla="*/ 21600 h 43200"/>
                  </a:gdLst>
                  <a:ahLst/>
                  <a:cxnLst>
                    <a:cxn ang="0">
                      <a:pos x="T0" y="T1"/>
                    </a:cxn>
                    <a:cxn ang="0">
                      <a:pos x="T2" y="T3"/>
                    </a:cxn>
                    <a:cxn ang="0">
                      <a:pos x="T4" y="T5"/>
                    </a:cxn>
                  </a:cxnLst>
                  <a:rect l="0" t="0" r="r" b="b"/>
                  <a:pathLst>
                    <a:path w="24432" h="43200" fill="none" extrusionOk="0">
                      <a:moveTo>
                        <a:pt x="2832" y="0"/>
                      </a:moveTo>
                      <a:cubicBezTo>
                        <a:pt x="14761" y="0"/>
                        <a:pt x="24432" y="9670"/>
                        <a:pt x="24432" y="21600"/>
                      </a:cubicBezTo>
                      <a:cubicBezTo>
                        <a:pt x="24432" y="33529"/>
                        <a:pt x="14761" y="43200"/>
                        <a:pt x="2832" y="43200"/>
                      </a:cubicBezTo>
                      <a:cubicBezTo>
                        <a:pt x="1884" y="43199"/>
                        <a:pt x="938" y="43137"/>
                        <a:pt x="0" y="43013"/>
                      </a:cubicBezTo>
                    </a:path>
                    <a:path w="24432" h="43200" stroke="0" extrusionOk="0">
                      <a:moveTo>
                        <a:pt x="2832" y="0"/>
                      </a:moveTo>
                      <a:cubicBezTo>
                        <a:pt x="14761" y="0"/>
                        <a:pt x="24432" y="9670"/>
                        <a:pt x="24432" y="21600"/>
                      </a:cubicBezTo>
                      <a:cubicBezTo>
                        <a:pt x="24432" y="33529"/>
                        <a:pt x="14761" y="43200"/>
                        <a:pt x="2832" y="43200"/>
                      </a:cubicBezTo>
                      <a:cubicBezTo>
                        <a:pt x="1884" y="43199"/>
                        <a:pt x="938" y="43137"/>
                        <a:pt x="0" y="43013"/>
                      </a:cubicBezTo>
                      <a:lnTo>
                        <a:pt x="2832" y="21600"/>
                      </a:lnTo>
                      <a:close/>
                    </a:path>
                  </a:pathLst>
                </a:cu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83165" name="Rectangle 61">
                  <a:extLst>
                    <a:ext uri="{FF2B5EF4-FFF2-40B4-BE49-F238E27FC236}">
                      <a16:creationId xmlns:a16="http://schemas.microsoft.com/office/drawing/2014/main" id="{957F07BB-FD92-40F4-9967-15E3E7B8F549}"/>
                    </a:ext>
                  </a:extLst>
                </p:cNvPr>
                <p:cNvSpPr>
                  <a:spLocks noChangeArrowheads="1"/>
                </p:cNvSpPr>
                <p:nvPr/>
              </p:nvSpPr>
              <p:spPr bwMode="auto">
                <a:xfrm>
                  <a:off x="2638" y="2996"/>
                  <a:ext cx="49" cy="7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83166" name="Rectangle 62">
                  <a:extLst>
                    <a:ext uri="{FF2B5EF4-FFF2-40B4-BE49-F238E27FC236}">
                      <a16:creationId xmlns:a16="http://schemas.microsoft.com/office/drawing/2014/main" id="{D2D39BF8-29DB-4D8D-942E-BCCC0DD03867}"/>
                    </a:ext>
                  </a:extLst>
                </p:cNvPr>
                <p:cNvSpPr>
                  <a:spLocks noChangeArrowheads="1"/>
                </p:cNvSpPr>
                <p:nvPr/>
              </p:nvSpPr>
              <p:spPr bwMode="auto">
                <a:xfrm>
                  <a:off x="2737" y="2996"/>
                  <a:ext cx="49" cy="7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83167" name="Rectangle 63">
                  <a:extLst>
                    <a:ext uri="{FF2B5EF4-FFF2-40B4-BE49-F238E27FC236}">
                      <a16:creationId xmlns:a16="http://schemas.microsoft.com/office/drawing/2014/main" id="{DB2DD03F-70DE-4C9C-A243-8A830162C8C6}"/>
                    </a:ext>
                  </a:extLst>
                </p:cNvPr>
                <p:cNvSpPr>
                  <a:spLocks noChangeArrowheads="1"/>
                </p:cNvSpPr>
                <p:nvPr/>
              </p:nvSpPr>
              <p:spPr bwMode="auto">
                <a:xfrm>
                  <a:off x="2638" y="2966"/>
                  <a:ext cx="148" cy="3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83170" name="Oval 66">
                  <a:extLst>
                    <a:ext uri="{FF2B5EF4-FFF2-40B4-BE49-F238E27FC236}">
                      <a16:creationId xmlns:a16="http://schemas.microsoft.com/office/drawing/2014/main" id="{19876C42-14FC-43A2-817B-5D93563B96AD}"/>
                    </a:ext>
                  </a:extLst>
                </p:cNvPr>
                <p:cNvSpPr>
                  <a:spLocks noChangeArrowheads="1"/>
                </p:cNvSpPr>
                <p:nvPr/>
              </p:nvSpPr>
              <p:spPr bwMode="auto">
                <a:xfrm>
                  <a:off x="1920" y="2688"/>
                  <a:ext cx="192" cy="28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grpSp>
        </p:grpSp>
        <p:sp>
          <p:nvSpPr>
            <p:cNvPr id="1583174" name="Text Box 70">
              <a:extLst>
                <a:ext uri="{FF2B5EF4-FFF2-40B4-BE49-F238E27FC236}">
                  <a16:creationId xmlns:a16="http://schemas.microsoft.com/office/drawing/2014/main" id="{0FC3F041-5CE5-456E-B4EB-34DBA78D8B83}"/>
                </a:ext>
              </a:extLst>
            </p:cNvPr>
            <p:cNvSpPr txBox="1">
              <a:spLocks noChangeArrowheads="1"/>
            </p:cNvSpPr>
            <p:nvPr/>
          </p:nvSpPr>
          <p:spPr bwMode="auto">
            <a:xfrm>
              <a:off x="1440" y="1632"/>
              <a:ext cx="20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a:latin typeface="Times New Roman" panose="02020603050405020304" pitchFamily="18" charset="0"/>
                </a:rPr>
                <a:t>E</a:t>
              </a:r>
            </a:p>
          </p:txBody>
        </p:sp>
      </p:grpSp>
      <p:grpSp>
        <p:nvGrpSpPr>
          <p:cNvPr id="1583175" name="Group 71">
            <a:extLst>
              <a:ext uri="{FF2B5EF4-FFF2-40B4-BE49-F238E27FC236}">
                <a16:creationId xmlns:a16="http://schemas.microsoft.com/office/drawing/2014/main" id="{B7E85482-8FA1-49F9-975A-F6E159308824}"/>
              </a:ext>
            </a:extLst>
          </p:cNvPr>
          <p:cNvGrpSpPr>
            <a:grpSpLocks/>
          </p:cNvGrpSpPr>
          <p:nvPr/>
        </p:nvGrpSpPr>
        <p:grpSpPr bwMode="auto">
          <a:xfrm>
            <a:off x="3048000" y="2590801"/>
            <a:ext cx="1719263" cy="1084263"/>
            <a:chOff x="1920" y="1632"/>
            <a:chExt cx="1083" cy="683"/>
          </a:xfrm>
        </p:grpSpPr>
        <p:sp>
          <p:nvSpPr>
            <p:cNvPr id="1583176" name="Line 72">
              <a:extLst>
                <a:ext uri="{FF2B5EF4-FFF2-40B4-BE49-F238E27FC236}">
                  <a16:creationId xmlns:a16="http://schemas.microsoft.com/office/drawing/2014/main" id="{4D080945-F987-4113-BB5F-41DE981B9C6E}"/>
                </a:ext>
              </a:extLst>
            </p:cNvPr>
            <p:cNvSpPr>
              <a:spLocks noChangeShapeType="1"/>
            </p:cNvSpPr>
            <p:nvPr/>
          </p:nvSpPr>
          <p:spPr bwMode="auto">
            <a:xfrm>
              <a:off x="2208" y="1872"/>
              <a:ext cx="576"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grpSp>
          <p:nvGrpSpPr>
            <p:cNvPr id="1583177" name="Group 73">
              <a:extLst>
                <a:ext uri="{FF2B5EF4-FFF2-40B4-BE49-F238E27FC236}">
                  <a16:creationId xmlns:a16="http://schemas.microsoft.com/office/drawing/2014/main" id="{3700E64E-7349-47B9-9E35-04C3669E2016}"/>
                </a:ext>
              </a:extLst>
            </p:cNvPr>
            <p:cNvGrpSpPr>
              <a:grpSpLocks/>
            </p:cNvGrpSpPr>
            <p:nvPr/>
          </p:nvGrpSpPr>
          <p:grpSpPr bwMode="auto">
            <a:xfrm>
              <a:off x="1920" y="1920"/>
              <a:ext cx="1083" cy="395"/>
              <a:chOff x="2016" y="1920"/>
              <a:chExt cx="1083" cy="395"/>
            </a:xfrm>
          </p:grpSpPr>
          <p:sp>
            <p:nvSpPr>
              <p:cNvPr id="1583178" name="Text Box 74">
                <a:extLst>
                  <a:ext uri="{FF2B5EF4-FFF2-40B4-BE49-F238E27FC236}">
                    <a16:creationId xmlns:a16="http://schemas.microsoft.com/office/drawing/2014/main" id="{8544557C-294B-4ADA-A223-B976A9836CDC}"/>
                  </a:ext>
                </a:extLst>
              </p:cNvPr>
              <p:cNvSpPr txBox="1">
                <a:spLocks noChangeArrowheads="1"/>
              </p:cNvSpPr>
              <p:nvPr/>
            </p:nvSpPr>
            <p:spPr bwMode="auto">
              <a:xfrm>
                <a:off x="2016" y="1920"/>
                <a:ext cx="1083"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a:latin typeface="Times New Roman" panose="02020603050405020304" pitchFamily="18" charset="0"/>
                  </a:rPr>
                  <a:t>Message is encrypted</a:t>
                </a:r>
              </a:p>
            </p:txBody>
          </p:sp>
          <p:grpSp>
            <p:nvGrpSpPr>
              <p:cNvPr id="1583180" name="Group 76">
                <a:extLst>
                  <a:ext uri="{FF2B5EF4-FFF2-40B4-BE49-F238E27FC236}">
                    <a16:creationId xmlns:a16="http://schemas.microsoft.com/office/drawing/2014/main" id="{7B507A25-16CE-48D1-A923-51AF2D15B582}"/>
                  </a:ext>
                </a:extLst>
              </p:cNvPr>
              <p:cNvGrpSpPr>
                <a:grpSpLocks/>
              </p:cNvGrpSpPr>
              <p:nvPr/>
            </p:nvGrpSpPr>
            <p:grpSpPr bwMode="auto">
              <a:xfrm>
                <a:off x="2280" y="2117"/>
                <a:ext cx="424" cy="198"/>
                <a:chOff x="1920" y="2688"/>
                <a:chExt cx="912" cy="384"/>
              </a:xfrm>
            </p:grpSpPr>
            <p:sp>
              <p:nvSpPr>
                <p:cNvPr id="1583181" name="Arc 77">
                  <a:extLst>
                    <a:ext uri="{FF2B5EF4-FFF2-40B4-BE49-F238E27FC236}">
                      <a16:creationId xmlns:a16="http://schemas.microsoft.com/office/drawing/2014/main" id="{51D1DB16-F11B-47C4-8A1E-0845426A56A8}"/>
                    </a:ext>
                  </a:extLst>
                </p:cNvPr>
                <p:cNvSpPr>
                  <a:spLocks/>
                </p:cNvSpPr>
                <p:nvPr/>
              </p:nvSpPr>
              <p:spPr bwMode="auto">
                <a:xfrm rot="-10800000">
                  <a:off x="2621" y="2905"/>
                  <a:ext cx="26" cy="61"/>
                </a:xfrm>
                <a:custGeom>
                  <a:avLst/>
                  <a:gdLst>
                    <a:gd name="G0" fmla="+- 2832 0 0"/>
                    <a:gd name="G1" fmla="+- 21600 0 0"/>
                    <a:gd name="G2" fmla="+- 21600 0 0"/>
                    <a:gd name="T0" fmla="*/ 2832 w 24432"/>
                    <a:gd name="T1" fmla="*/ 0 h 43200"/>
                    <a:gd name="T2" fmla="*/ 0 w 24432"/>
                    <a:gd name="T3" fmla="*/ 43014 h 43200"/>
                    <a:gd name="T4" fmla="*/ 2832 w 24432"/>
                    <a:gd name="T5" fmla="*/ 21600 h 43200"/>
                  </a:gdLst>
                  <a:ahLst/>
                  <a:cxnLst>
                    <a:cxn ang="0">
                      <a:pos x="T0" y="T1"/>
                    </a:cxn>
                    <a:cxn ang="0">
                      <a:pos x="T2" y="T3"/>
                    </a:cxn>
                    <a:cxn ang="0">
                      <a:pos x="T4" y="T5"/>
                    </a:cxn>
                  </a:cxnLst>
                  <a:rect l="0" t="0" r="r" b="b"/>
                  <a:pathLst>
                    <a:path w="24432" h="43200" fill="none" extrusionOk="0">
                      <a:moveTo>
                        <a:pt x="2832" y="0"/>
                      </a:moveTo>
                      <a:cubicBezTo>
                        <a:pt x="14761" y="0"/>
                        <a:pt x="24432" y="9670"/>
                        <a:pt x="24432" y="21600"/>
                      </a:cubicBezTo>
                      <a:cubicBezTo>
                        <a:pt x="24432" y="33529"/>
                        <a:pt x="14761" y="43200"/>
                        <a:pt x="2832" y="43200"/>
                      </a:cubicBezTo>
                      <a:cubicBezTo>
                        <a:pt x="1884" y="43199"/>
                        <a:pt x="938" y="43137"/>
                        <a:pt x="0" y="43013"/>
                      </a:cubicBezTo>
                    </a:path>
                    <a:path w="24432" h="43200" stroke="0" extrusionOk="0">
                      <a:moveTo>
                        <a:pt x="2832" y="0"/>
                      </a:moveTo>
                      <a:cubicBezTo>
                        <a:pt x="14761" y="0"/>
                        <a:pt x="24432" y="9670"/>
                        <a:pt x="24432" y="21600"/>
                      </a:cubicBezTo>
                      <a:cubicBezTo>
                        <a:pt x="24432" y="33529"/>
                        <a:pt x="14761" y="43200"/>
                        <a:pt x="2832" y="43200"/>
                      </a:cubicBezTo>
                      <a:cubicBezTo>
                        <a:pt x="1884" y="43199"/>
                        <a:pt x="938" y="43137"/>
                        <a:pt x="0" y="43013"/>
                      </a:cubicBezTo>
                      <a:lnTo>
                        <a:pt x="2832" y="21600"/>
                      </a:lnTo>
                      <a:close/>
                    </a:path>
                  </a:pathLst>
                </a:cu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83182" name="Rectangle 78">
                  <a:extLst>
                    <a:ext uri="{FF2B5EF4-FFF2-40B4-BE49-F238E27FC236}">
                      <a16:creationId xmlns:a16="http://schemas.microsoft.com/office/drawing/2014/main" id="{E24FDB8E-2F10-4244-B14B-018D698D9906}"/>
                    </a:ext>
                  </a:extLst>
                </p:cNvPr>
                <p:cNvSpPr>
                  <a:spLocks noChangeArrowheads="1"/>
                </p:cNvSpPr>
                <p:nvPr/>
              </p:nvSpPr>
              <p:spPr bwMode="auto">
                <a:xfrm>
                  <a:off x="2638" y="2844"/>
                  <a:ext cx="148" cy="61"/>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83183" name="Arc 79">
                  <a:extLst>
                    <a:ext uri="{FF2B5EF4-FFF2-40B4-BE49-F238E27FC236}">
                      <a16:creationId xmlns:a16="http://schemas.microsoft.com/office/drawing/2014/main" id="{AA98C619-3306-4628-8D9F-CED8181A4687}"/>
                    </a:ext>
                  </a:extLst>
                </p:cNvPr>
                <p:cNvSpPr>
                  <a:spLocks/>
                </p:cNvSpPr>
                <p:nvPr/>
              </p:nvSpPr>
              <p:spPr bwMode="auto">
                <a:xfrm>
                  <a:off x="2770" y="2905"/>
                  <a:ext cx="42" cy="61"/>
                </a:xfrm>
                <a:custGeom>
                  <a:avLst/>
                  <a:gdLst>
                    <a:gd name="G0" fmla="+- 2832 0 0"/>
                    <a:gd name="G1" fmla="+- 21600 0 0"/>
                    <a:gd name="G2" fmla="+- 21600 0 0"/>
                    <a:gd name="T0" fmla="*/ 2832 w 24432"/>
                    <a:gd name="T1" fmla="*/ 0 h 43200"/>
                    <a:gd name="T2" fmla="*/ 0 w 24432"/>
                    <a:gd name="T3" fmla="*/ 43014 h 43200"/>
                    <a:gd name="T4" fmla="*/ 2832 w 24432"/>
                    <a:gd name="T5" fmla="*/ 21600 h 43200"/>
                  </a:gdLst>
                  <a:ahLst/>
                  <a:cxnLst>
                    <a:cxn ang="0">
                      <a:pos x="T0" y="T1"/>
                    </a:cxn>
                    <a:cxn ang="0">
                      <a:pos x="T2" y="T3"/>
                    </a:cxn>
                    <a:cxn ang="0">
                      <a:pos x="T4" y="T5"/>
                    </a:cxn>
                  </a:cxnLst>
                  <a:rect l="0" t="0" r="r" b="b"/>
                  <a:pathLst>
                    <a:path w="24432" h="43200" fill="none" extrusionOk="0">
                      <a:moveTo>
                        <a:pt x="2832" y="0"/>
                      </a:moveTo>
                      <a:cubicBezTo>
                        <a:pt x="14761" y="0"/>
                        <a:pt x="24432" y="9670"/>
                        <a:pt x="24432" y="21600"/>
                      </a:cubicBezTo>
                      <a:cubicBezTo>
                        <a:pt x="24432" y="33529"/>
                        <a:pt x="14761" y="43200"/>
                        <a:pt x="2832" y="43200"/>
                      </a:cubicBezTo>
                      <a:cubicBezTo>
                        <a:pt x="1884" y="43199"/>
                        <a:pt x="938" y="43137"/>
                        <a:pt x="0" y="43013"/>
                      </a:cubicBezTo>
                    </a:path>
                    <a:path w="24432" h="43200" stroke="0" extrusionOk="0">
                      <a:moveTo>
                        <a:pt x="2832" y="0"/>
                      </a:moveTo>
                      <a:cubicBezTo>
                        <a:pt x="14761" y="0"/>
                        <a:pt x="24432" y="9670"/>
                        <a:pt x="24432" y="21600"/>
                      </a:cubicBezTo>
                      <a:cubicBezTo>
                        <a:pt x="24432" y="33529"/>
                        <a:pt x="14761" y="43200"/>
                        <a:pt x="2832" y="43200"/>
                      </a:cubicBezTo>
                      <a:cubicBezTo>
                        <a:pt x="1884" y="43199"/>
                        <a:pt x="938" y="43137"/>
                        <a:pt x="0" y="43013"/>
                      </a:cubicBezTo>
                      <a:lnTo>
                        <a:pt x="2832" y="21600"/>
                      </a:lnTo>
                      <a:close/>
                    </a:path>
                  </a:pathLst>
                </a:cu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83184" name="Rectangle 80">
                  <a:extLst>
                    <a:ext uri="{FF2B5EF4-FFF2-40B4-BE49-F238E27FC236}">
                      <a16:creationId xmlns:a16="http://schemas.microsoft.com/office/drawing/2014/main" id="{66E889BD-4389-4C98-BE7A-D5F228353088}"/>
                    </a:ext>
                  </a:extLst>
                </p:cNvPr>
                <p:cNvSpPr>
                  <a:spLocks noChangeArrowheads="1"/>
                </p:cNvSpPr>
                <p:nvPr/>
              </p:nvSpPr>
              <p:spPr bwMode="auto">
                <a:xfrm>
                  <a:off x="2638" y="2905"/>
                  <a:ext cx="148" cy="61"/>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83185" name="Rectangle 81">
                  <a:extLst>
                    <a:ext uri="{FF2B5EF4-FFF2-40B4-BE49-F238E27FC236}">
                      <a16:creationId xmlns:a16="http://schemas.microsoft.com/office/drawing/2014/main" id="{5EC612BF-B2FD-40B5-B944-4AE711573E79}"/>
                    </a:ext>
                  </a:extLst>
                </p:cNvPr>
                <p:cNvSpPr>
                  <a:spLocks noChangeArrowheads="1"/>
                </p:cNvSpPr>
                <p:nvPr/>
              </p:nvSpPr>
              <p:spPr bwMode="auto">
                <a:xfrm>
                  <a:off x="2638" y="2996"/>
                  <a:ext cx="49" cy="7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83186" name="Rectangle 82">
                  <a:extLst>
                    <a:ext uri="{FF2B5EF4-FFF2-40B4-BE49-F238E27FC236}">
                      <a16:creationId xmlns:a16="http://schemas.microsoft.com/office/drawing/2014/main" id="{0E7194D1-BB2A-4440-B5FD-2EAEFF327F04}"/>
                    </a:ext>
                  </a:extLst>
                </p:cNvPr>
                <p:cNvSpPr>
                  <a:spLocks noChangeArrowheads="1"/>
                </p:cNvSpPr>
                <p:nvPr/>
              </p:nvSpPr>
              <p:spPr bwMode="auto">
                <a:xfrm>
                  <a:off x="2737" y="2996"/>
                  <a:ext cx="49" cy="7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83187" name="Rectangle 83">
                  <a:extLst>
                    <a:ext uri="{FF2B5EF4-FFF2-40B4-BE49-F238E27FC236}">
                      <a16:creationId xmlns:a16="http://schemas.microsoft.com/office/drawing/2014/main" id="{963AA405-4171-41EB-92D6-3B7D75718F86}"/>
                    </a:ext>
                  </a:extLst>
                </p:cNvPr>
                <p:cNvSpPr>
                  <a:spLocks noChangeArrowheads="1"/>
                </p:cNvSpPr>
                <p:nvPr/>
              </p:nvSpPr>
              <p:spPr bwMode="auto">
                <a:xfrm>
                  <a:off x="2638" y="2966"/>
                  <a:ext cx="148" cy="3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83188" name="AutoShape 84">
                  <a:extLst>
                    <a:ext uri="{FF2B5EF4-FFF2-40B4-BE49-F238E27FC236}">
                      <a16:creationId xmlns:a16="http://schemas.microsoft.com/office/drawing/2014/main" id="{7BFE40FF-D233-4AD5-9EB9-CA965009708E}"/>
                    </a:ext>
                  </a:extLst>
                </p:cNvPr>
                <p:cNvSpPr>
                  <a:spLocks noChangeArrowheads="1"/>
                </p:cNvSpPr>
                <p:nvPr/>
              </p:nvSpPr>
              <p:spPr bwMode="auto">
                <a:xfrm rot="5400000">
                  <a:off x="2411" y="2447"/>
                  <a:ext cx="91" cy="750"/>
                </a:xfrm>
                <a:prstGeom prst="can">
                  <a:avLst>
                    <a:gd name="adj" fmla="val 33387"/>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grpSp>
              <p:nvGrpSpPr>
                <p:cNvPr id="1583189" name="Group 85">
                  <a:extLst>
                    <a:ext uri="{FF2B5EF4-FFF2-40B4-BE49-F238E27FC236}">
                      <a16:creationId xmlns:a16="http://schemas.microsoft.com/office/drawing/2014/main" id="{089D0CEE-F5B2-4141-9B70-9DFC8FCBD15D}"/>
                    </a:ext>
                  </a:extLst>
                </p:cNvPr>
                <p:cNvGrpSpPr>
                  <a:grpSpLocks/>
                </p:cNvGrpSpPr>
                <p:nvPr/>
              </p:nvGrpSpPr>
              <p:grpSpPr bwMode="auto">
                <a:xfrm>
                  <a:off x="1920" y="2688"/>
                  <a:ext cx="192" cy="288"/>
                  <a:chOff x="1920" y="2640"/>
                  <a:chExt cx="177" cy="407"/>
                </a:xfrm>
              </p:grpSpPr>
              <p:sp>
                <p:nvSpPr>
                  <p:cNvPr id="1583190" name="Oval 86">
                    <a:extLst>
                      <a:ext uri="{FF2B5EF4-FFF2-40B4-BE49-F238E27FC236}">
                        <a16:creationId xmlns:a16="http://schemas.microsoft.com/office/drawing/2014/main" id="{4AEBC085-B747-4BE5-BCF5-964BF6293D93}"/>
                      </a:ext>
                    </a:extLst>
                  </p:cNvPr>
                  <p:cNvSpPr>
                    <a:spLocks noChangeArrowheads="1"/>
                  </p:cNvSpPr>
                  <p:nvPr/>
                </p:nvSpPr>
                <p:spPr bwMode="auto">
                  <a:xfrm>
                    <a:off x="1920" y="2640"/>
                    <a:ext cx="177" cy="407"/>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83191" name="Oval 87">
                    <a:extLst>
                      <a:ext uri="{FF2B5EF4-FFF2-40B4-BE49-F238E27FC236}">
                        <a16:creationId xmlns:a16="http://schemas.microsoft.com/office/drawing/2014/main" id="{CC8D7F1F-4118-401D-871F-D49DC4A802E3}"/>
                      </a:ext>
                    </a:extLst>
                  </p:cNvPr>
                  <p:cNvSpPr>
                    <a:spLocks noChangeArrowheads="1"/>
                  </p:cNvSpPr>
                  <p:nvPr/>
                </p:nvSpPr>
                <p:spPr bwMode="auto">
                  <a:xfrm>
                    <a:off x="1964" y="2730"/>
                    <a:ext cx="88" cy="227"/>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grpSp>
          </p:grpSp>
        </p:grpSp>
        <p:sp>
          <p:nvSpPr>
            <p:cNvPr id="1583194" name="Text Box 90">
              <a:extLst>
                <a:ext uri="{FF2B5EF4-FFF2-40B4-BE49-F238E27FC236}">
                  <a16:creationId xmlns:a16="http://schemas.microsoft.com/office/drawing/2014/main" id="{7AEC1318-E2CB-4931-9692-845269BC59CE}"/>
                </a:ext>
              </a:extLst>
            </p:cNvPr>
            <p:cNvSpPr txBox="1">
              <a:spLocks noChangeArrowheads="1"/>
            </p:cNvSpPr>
            <p:nvPr/>
          </p:nvSpPr>
          <p:spPr bwMode="auto">
            <a:xfrm>
              <a:off x="2400" y="1632"/>
              <a:ext cx="20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a:latin typeface="Times New Roman" panose="02020603050405020304" pitchFamily="18" charset="0"/>
                </a:rPr>
                <a:t>E</a:t>
              </a:r>
            </a:p>
          </p:txBody>
        </p:sp>
      </p:grpSp>
      <p:grpSp>
        <p:nvGrpSpPr>
          <p:cNvPr id="1583195" name="Group 91">
            <a:extLst>
              <a:ext uri="{FF2B5EF4-FFF2-40B4-BE49-F238E27FC236}">
                <a16:creationId xmlns:a16="http://schemas.microsoft.com/office/drawing/2014/main" id="{E2F66ADB-3E09-421D-B335-4E615481D925}"/>
              </a:ext>
            </a:extLst>
          </p:cNvPr>
          <p:cNvGrpSpPr>
            <a:grpSpLocks/>
          </p:cNvGrpSpPr>
          <p:nvPr/>
        </p:nvGrpSpPr>
        <p:grpSpPr bwMode="auto">
          <a:xfrm>
            <a:off x="4800600" y="2590801"/>
            <a:ext cx="1719263" cy="1084263"/>
            <a:chOff x="3024" y="1632"/>
            <a:chExt cx="1083" cy="683"/>
          </a:xfrm>
        </p:grpSpPr>
        <p:sp>
          <p:nvSpPr>
            <p:cNvPr id="1583196" name="Line 92">
              <a:extLst>
                <a:ext uri="{FF2B5EF4-FFF2-40B4-BE49-F238E27FC236}">
                  <a16:creationId xmlns:a16="http://schemas.microsoft.com/office/drawing/2014/main" id="{0D9F64C5-CFF2-4C45-9014-52534065C382}"/>
                </a:ext>
              </a:extLst>
            </p:cNvPr>
            <p:cNvSpPr>
              <a:spLocks noChangeShapeType="1"/>
            </p:cNvSpPr>
            <p:nvPr/>
          </p:nvSpPr>
          <p:spPr bwMode="auto">
            <a:xfrm>
              <a:off x="3216" y="1872"/>
              <a:ext cx="432"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grpSp>
          <p:nvGrpSpPr>
            <p:cNvPr id="1583197" name="Group 93">
              <a:extLst>
                <a:ext uri="{FF2B5EF4-FFF2-40B4-BE49-F238E27FC236}">
                  <a16:creationId xmlns:a16="http://schemas.microsoft.com/office/drawing/2014/main" id="{D2CFC74F-E8C5-4297-85FA-63ACE2E8E254}"/>
                </a:ext>
              </a:extLst>
            </p:cNvPr>
            <p:cNvGrpSpPr>
              <a:grpSpLocks/>
            </p:cNvGrpSpPr>
            <p:nvPr/>
          </p:nvGrpSpPr>
          <p:grpSpPr bwMode="auto">
            <a:xfrm>
              <a:off x="3024" y="1920"/>
              <a:ext cx="1083" cy="395"/>
              <a:chOff x="3216" y="1920"/>
              <a:chExt cx="1083" cy="395"/>
            </a:xfrm>
          </p:grpSpPr>
          <p:sp>
            <p:nvSpPr>
              <p:cNvPr id="1583198" name="Text Box 94">
                <a:extLst>
                  <a:ext uri="{FF2B5EF4-FFF2-40B4-BE49-F238E27FC236}">
                    <a16:creationId xmlns:a16="http://schemas.microsoft.com/office/drawing/2014/main" id="{3361BAFB-CAB3-484E-8997-9A0E424BCE6B}"/>
                  </a:ext>
                </a:extLst>
              </p:cNvPr>
              <p:cNvSpPr txBox="1">
                <a:spLocks noChangeArrowheads="1"/>
              </p:cNvSpPr>
              <p:nvPr/>
            </p:nvSpPr>
            <p:spPr bwMode="auto">
              <a:xfrm>
                <a:off x="3216" y="1920"/>
                <a:ext cx="1083"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a:latin typeface="Times New Roman" panose="02020603050405020304" pitchFamily="18" charset="0"/>
                  </a:rPr>
                  <a:t>Message is decrypted</a:t>
                </a:r>
              </a:p>
            </p:txBody>
          </p:sp>
          <p:grpSp>
            <p:nvGrpSpPr>
              <p:cNvPr id="1583200" name="Group 96">
                <a:extLst>
                  <a:ext uri="{FF2B5EF4-FFF2-40B4-BE49-F238E27FC236}">
                    <a16:creationId xmlns:a16="http://schemas.microsoft.com/office/drawing/2014/main" id="{2F4AAF0B-B413-4A0E-A12E-9E7ABDB3F224}"/>
                  </a:ext>
                </a:extLst>
              </p:cNvPr>
              <p:cNvGrpSpPr>
                <a:grpSpLocks/>
              </p:cNvGrpSpPr>
              <p:nvPr/>
            </p:nvGrpSpPr>
            <p:grpSpPr bwMode="auto">
              <a:xfrm>
                <a:off x="3480" y="2117"/>
                <a:ext cx="424" cy="198"/>
                <a:chOff x="1920" y="2688"/>
                <a:chExt cx="912" cy="384"/>
              </a:xfrm>
            </p:grpSpPr>
            <p:sp>
              <p:nvSpPr>
                <p:cNvPr id="1583201" name="Arc 97">
                  <a:extLst>
                    <a:ext uri="{FF2B5EF4-FFF2-40B4-BE49-F238E27FC236}">
                      <a16:creationId xmlns:a16="http://schemas.microsoft.com/office/drawing/2014/main" id="{9447AE1E-6D7E-4EE1-9988-A90E5B3AF49A}"/>
                    </a:ext>
                  </a:extLst>
                </p:cNvPr>
                <p:cNvSpPr>
                  <a:spLocks/>
                </p:cNvSpPr>
                <p:nvPr/>
              </p:nvSpPr>
              <p:spPr bwMode="auto">
                <a:xfrm rot="-10800000">
                  <a:off x="2621" y="2905"/>
                  <a:ext cx="26" cy="61"/>
                </a:xfrm>
                <a:custGeom>
                  <a:avLst/>
                  <a:gdLst>
                    <a:gd name="G0" fmla="+- 2832 0 0"/>
                    <a:gd name="G1" fmla="+- 21600 0 0"/>
                    <a:gd name="G2" fmla="+- 21600 0 0"/>
                    <a:gd name="T0" fmla="*/ 2832 w 24432"/>
                    <a:gd name="T1" fmla="*/ 0 h 43200"/>
                    <a:gd name="T2" fmla="*/ 0 w 24432"/>
                    <a:gd name="T3" fmla="*/ 43014 h 43200"/>
                    <a:gd name="T4" fmla="*/ 2832 w 24432"/>
                    <a:gd name="T5" fmla="*/ 21600 h 43200"/>
                  </a:gdLst>
                  <a:ahLst/>
                  <a:cxnLst>
                    <a:cxn ang="0">
                      <a:pos x="T0" y="T1"/>
                    </a:cxn>
                    <a:cxn ang="0">
                      <a:pos x="T2" y="T3"/>
                    </a:cxn>
                    <a:cxn ang="0">
                      <a:pos x="T4" y="T5"/>
                    </a:cxn>
                  </a:cxnLst>
                  <a:rect l="0" t="0" r="r" b="b"/>
                  <a:pathLst>
                    <a:path w="24432" h="43200" fill="none" extrusionOk="0">
                      <a:moveTo>
                        <a:pt x="2832" y="0"/>
                      </a:moveTo>
                      <a:cubicBezTo>
                        <a:pt x="14761" y="0"/>
                        <a:pt x="24432" y="9670"/>
                        <a:pt x="24432" y="21600"/>
                      </a:cubicBezTo>
                      <a:cubicBezTo>
                        <a:pt x="24432" y="33529"/>
                        <a:pt x="14761" y="43200"/>
                        <a:pt x="2832" y="43200"/>
                      </a:cubicBezTo>
                      <a:cubicBezTo>
                        <a:pt x="1884" y="43199"/>
                        <a:pt x="938" y="43137"/>
                        <a:pt x="0" y="43013"/>
                      </a:cubicBezTo>
                    </a:path>
                    <a:path w="24432" h="43200" stroke="0" extrusionOk="0">
                      <a:moveTo>
                        <a:pt x="2832" y="0"/>
                      </a:moveTo>
                      <a:cubicBezTo>
                        <a:pt x="14761" y="0"/>
                        <a:pt x="24432" y="9670"/>
                        <a:pt x="24432" y="21600"/>
                      </a:cubicBezTo>
                      <a:cubicBezTo>
                        <a:pt x="24432" y="33529"/>
                        <a:pt x="14761" y="43200"/>
                        <a:pt x="2832" y="43200"/>
                      </a:cubicBezTo>
                      <a:cubicBezTo>
                        <a:pt x="1884" y="43199"/>
                        <a:pt x="938" y="43137"/>
                        <a:pt x="0" y="43013"/>
                      </a:cubicBezTo>
                      <a:lnTo>
                        <a:pt x="2832" y="21600"/>
                      </a:lnTo>
                      <a:close/>
                    </a:path>
                  </a:pathLst>
                </a:cu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83202" name="Rectangle 98">
                  <a:extLst>
                    <a:ext uri="{FF2B5EF4-FFF2-40B4-BE49-F238E27FC236}">
                      <a16:creationId xmlns:a16="http://schemas.microsoft.com/office/drawing/2014/main" id="{7E00CE2C-74A1-4A47-8623-111249C7EFFA}"/>
                    </a:ext>
                  </a:extLst>
                </p:cNvPr>
                <p:cNvSpPr>
                  <a:spLocks noChangeArrowheads="1"/>
                </p:cNvSpPr>
                <p:nvPr/>
              </p:nvSpPr>
              <p:spPr bwMode="auto">
                <a:xfrm>
                  <a:off x="2638" y="2844"/>
                  <a:ext cx="148" cy="61"/>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83203" name="Arc 99">
                  <a:extLst>
                    <a:ext uri="{FF2B5EF4-FFF2-40B4-BE49-F238E27FC236}">
                      <a16:creationId xmlns:a16="http://schemas.microsoft.com/office/drawing/2014/main" id="{67BB691C-25FC-42DF-A225-F7F2649E2A05}"/>
                    </a:ext>
                  </a:extLst>
                </p:cNvPr>
                <p:cNvSpPr>
                  <a:spLocks/>
                </p:cNvSpPr>
                <p:nvPr/>
              </p:nvSpPr>
              <p:spPr bwMode="auto">
                <a:xfrm>
                  <a:off x="2770" y="2905"/>
                  <a:ext cx="42" cy="61"/>
                </a:xfrm>
                <a:custGeom>
                  <a:avLst/>
                  <a:gdLst>
                    <a:gd name="G0" fmla="+- 2832 0 0"/>
                    <a:gd name="G1" fmla="+- 21600 0 0"/>
                    <a:gd name="G2" fmla="+- 21600 0 0"/>
                    <a:gd name="T0" fmla="*/ 2832 w 24432"/>
                    <a:gd name="T1" fmla="*/ 0 h 43200"/>
                    <a:gd name="T2" fmla="*/ 0 w 24432"/>
                    <a:gd name="T3" fmla="*/ 43014 h 43200"/>
                    <a:gd name="T4" fmla="*/ 2832 w 24432"/>
                    <a:gd name="T5" fmla="*/ 21600 h 43200"/>
                  </a:gdLst>
                  <a:ahLst/>
                  <a:cxnLst>
                    <a:cxn ang="0">
                      <a:pos x="T0" y="T1"/>
                    </a:cxn>
                    <a:cxn ang="0">
                      <a:pos x="T2" y="T3"/>
                    </a:cxn>
                    <a:cxn ang="0">
                      <a:pos x="T4" y="T5"/>
                    </a:cxn>
                  </a:cxnLst>
                  <a:rect l="0" t="0" r="r" b="b"/>
                  <a:pathLst>
                    <a:path w="24432" h="43200" fill="none" extrusionOk="0">
                      <a:moveTo>
                        <a:pt x="2832" y="0"/>
                      </a:moveTo>
                      <a:cubicBezTo>
                        <a:pt x="14761" y="0"/>
                        <a:pt x="24432" y="9670"/>
                        <a:pt x="24432" y="21600"/>
                      </a:cubicBezTo>
                      <a:cubicBezTo>
                        <a:pt x="24432" y="33529"/>
                        <a:pt x="14761" y="43200"/>
                        <a:pt x="2832" y="43200"/>
                      </a:cubicBezTo>
                      <a:cubicBezTo>
                        <a:pt x="1884" y="43199"/>
                        <a:pt x="938" y="43137"/>
                        <a:pt x="0" y="43013"/>
                      </a:cubicBezTo>
                    </a:path>
                    <a:path w="24432" h="43200" stroke="0" extrusionOk="0">
                      <a:moveTo>
                        <a:pt x="2832" y="0"/>
                      </a:moveTo>
                      <a:cubicBezTo>
                        <a:pt x="14761" y="0"/>
                        <a:pt x="24432" y="9670"/>
                        <a:pt x="24432" y="21600"/>
                      </a:cubicBezTo>
                      <a:cubicBezTo>
                        <a:pt x="24432" y="33529"/>
                        <a:pt x="14761" y="43200"/>
                        <a:pt x="2832" y="43200"/>
                      </a:cubicBezTo>
                      <a:cubicBezTo>
                        <a:pt x="1884" y="43199"/>
                        <a:pt x="938" y="43137"/>
                        <a:pt x="0" y="43013"/>
                      </a:cubicBezTo>
                      <a:lnTo>
                        <a:pt x="2832" y="21600"/>
                      </a:lnTo>
                      <a:close/>
                    </a:path>
                  </a:pathLst>
                </a:cu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83204" name="Rectangle 100">
                  <a:extLst>
                    <a:ext uri="{FF2B5EF4-FFF2-40B4-BE49-F238E27FC236}">
                      <a16:creationId xmlns:a16="http://schemas.microsoft.com/office/drawing/2014/main" id="{122DB444-A11E-4A29-AA84-B1C996C40DD6}"/>
                    </a:ext>
                  </a:extLst>
                </p:cNvPr>
                <p:cNvSpPr>
                  <a:spLocks noChangeArrowheads="1"/>
                </p:cNvSpPr>
                <p:nvPr/>
              </p:nvSpPr>
              <p:spPr bwMode="auto">
                <a:xfrm>
                  <a:off x="2638" y="2905"/>
                  <a:ext cx="148" cy="61"/>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83205" name="Rectangle 101">
                  <a:extLst>
                    <a:ext uri="{FF2B5EF4-FFF2-40B4-BE49-F238E27FC236}">
                      <a16:creationId xmlns:a16="http://schemas.microsoft.com/office/drawing/2014/main" id="{E691F5E9-455A-4C6D-A2E2-76142FB1A985}"/>
                    </a:ext>
                  </a:extLst>
                </p:cNvPr>
                <p:cNvSpPr>
                  <a:spLocks noChangeArrowheads="1"/>
                </p:cNvSpPr>
                <p:nvPr/>
              </p:nvSpPr>
              <p:spPr bwMode="auto">
                <a:xfrm>
                  <a:off x="2638" y="2996"/>
                  <a:ext cx="49" cy="7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83206" name="Rectangle 102">
                  <a:extLst>
                    <a:ext uri="{FF2B5EF4-FFF2-40B4-BE49-F238E27FC236}">
                      <a16:creationId xmlns:a16="http://schemas.microsoft.com/office/drawing/2014/main" id="{AF0B3B2F-5645-4FA8-B776-DB088842DC29}"/>
                    </a:ext>
                  </a:extLst>
                </p:cNvPr>
                <p:cNvSpPr>
                  <a:spLocks noChangeArrowheads="1"/>
                </p:cNvSpPr>
                <p:nvPr/>
              </p:nvSpPr>
              <p:spPr bwMode="auto">
                <a:xfrm>
                  <a:off x="2737" y="2996"/>
                  <a:ext cx="49" cy="7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83207" name="Rectangle 103">
                  <a:extLst>
                    <a:ext uri="{FF2B5EF4-FFF2-40B4-BE49-F238E27FC236}">
                      <a16:creationId xmlns:a16="http://schemas.microsoft.com/office/drawing/2014/main" id="{196CADBC-A07F-4521-84D8-3B49E37E4739}"/>
                    </a:ext>
                  </a:extLst>
                </p:cNvPr>
                <p:cNvSpPr>
                  <a:spLocks noChangeArrowheads="1"/>
                </p:cNvSpPr>
                <p:nvPr/>
              </p:nvSpPr>
              <p:spPr bwMode="auto">
                <a:xfrm>
                  <a:off x="2638" y="2966"/>
                  <a:ext cx="148" cy="3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83208" name="AutoShape 104">
                  <a:extLst>
                    <a:ext uri="{FF2B5EF4-FFF2-40B4-BE49-F238E27FC236}">
                      <a16:creationId xmlns:a16="http://schemas.microsoft.com/office/drawing/2014/main" id="{1F4FEC5A-63DC-4D11-8500-521E1094CB7C}"/>
                    </a:ext>
                  </a:extLst>
                </p:cNvPr>
                <p:cNvSpPr>
                  <a:spLocks noChangeArrowheads="1"/>
                </p:cNvSpPr>
                <p:nvPr/>
              </p:nvSpPr>
              <p:spPr bwMode="auto">
                <a:xfrm rot="5400000">
                  <a:off x="2411" y="2447"/>
                  <a:ext cx="91" cy="750"/>
                </a:xfrm>
                <a:prstGeom prst="can">
                  <a:avLst>
                    <a:gd name="adj" fmla="val 33387"/>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grpSp>
              <p:nvGrpSpPr>
                <p:cNvPr id="1583209" name="Group 105">
                  <a:extLst>
                    <a:ext uri="{FF2B5EF4-FFF2-40B4-BE49-F238E27FC236}">
                      <a16:creationId xmlns:a16="http://schemas.microsoft.com/office/drawing/2014/main" id="{12364C28-F686-4AE6-A506-20119C7BD149}"/>
                    </a:ext>
                  </a:extLst>
                </p:cNvPr>
                <p:cNvGrpSpPr>
                  <a:grpSpLocks/>
                </p:cNvGrpSpPr>
                <p:nvPr/>
              </p:nvGrpSpPr>
              <p:grpSpPr bwMode="auto">
                <a:xfrm>
                  <a:off x="1920" y="2688"/>
                  <a:ext cx="192" cy="288"/>
                  <a:chOff x="1920" y="2640"/>
                  <a:chExt cx="177" cy="407"/>
                </a:xfrm>
              </p:grpSpPr>
              <p:sp>
                <p:nvSpPr>
                  <p:cNvPr id="1583210" name="Oval 106">
                    <a:extLst>
                      <a:ext uri="{FF2B5EF4-FFF2-40B4-BE49-F238E27FC236}">
                        <a16:creationId xmlns:a16="http://schemas.microsoft.com/office/drawing/2014/main" id="{0714AA0F-E3A3-444B-93D5-7082C5F144EC}"/>
                      </a:ext>
                    </a:extLst>
                  </p:cNvPr>
                  <p:cNvSpPr>
                    <a:spLocks noChangeArrowheads="1"/>
                  </p:cNvSpPr>
                  <p:nvPr/>
                </p:nvSpPr>
                <p:spPr bwMode="auto">
                  <a:xfrm>
                    <a:off x="1920" y="2640"/>
                    <a:ext cx="177" cy="407"/>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83211" name="Oval 107">
                    <a:extLst>
                      <a:ext uri="{FF2B5EF4-FFF2-40B4-BE49-F238E27FC236}">
                        <a16:creationId xmlns:a16="http://schemas.microsoft.com/office/drawing/2014/main" id="{83F23143-55B2-4900-A17D-CFCBD7F8BAC1}"/>
                      </a:ext>
                    </a:extLst>
                  </p:cNvPr>
                  <p:cNvSpPr>
                    <a:spLocks noChangeArrowheads="1"/>
                  </p:cNvSpPr>
                  <p:nvPr/>
                </p:nvSpPr>
                <p:spPr bwMode="auto">
                  <a:xfrm>
                    <a:off x="1964" y="2730"/>
                    <a:ext cx="88" cy="227"/>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grpSp>
          </p:grpSp>
        </p:grpSp>
        <p:sp>
          <p:nvSpPr>
            <p:cNvPr id="1583214" name="Text Box 110">
              <a:extLst>
                <a:ext uri="{FF2B5EF4-FFF2-40B4-BE49-F238E27FC236}">
                  <a16:creationId xmlns:a16="http://schemas.microsoft.com/office/drawing/2014/main" id="{08D3A9DA-6486-4CA3-B274-7026070D1976}"/>
                </a:ext>
              </a:extLst>
            </p:cNvPr>
            <p:cNvSpPr txBox="1">
              <a:spLocks noChangeArrowheads="1"/>
            </p:cNvSpPr>
            <p:nvPr/>
          </p:nvSpPr>
          <p:spPr bwMode="auto">
            <a:xfrm>
              <a:off x="3312" y="1632"/>
              <a:ext cx="22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a:latin typeface="Times New Roman" panose="02020603050405020304" pitchFamily="18" charset="0"/>
                </a:rPr>
                <a:t>D</a:t>
              </a:r>
            </a:p>
          </p:txBody>
        </p:sp>
      </p:grpSp>
      <p:grpSp>
        <p:nvGrpSpPr>
          <p:cNvPr id="1583215" name="Group 111">
            <a:extLst>
              <a:ext uri="{FF2B5EF4-FFF2-40B4-BE49-F238E27FC236}">
                <a16:creationId xmlns:a16="http://schemas.microsoft.com/office/drawing/2014/main" id="{3E757395-6EBB-4122-91ED-34700A15B75D}"/>
              </a:ext>
            </a:extLst>
          </p:cNvPr>
          <p:cNvGrpSpPr>
            <a:grpSpLocks/>
          </p:cNvGrpSpPr>
          <p:nvPr/>
        </p:nvGrpSpPr>
        <p:grpSpPr bwMode="auto">
          <a:xfrm>
            <a:off x="6477000" y="2590801"/>
            <a:ext cx="1795463" cy="1084263"/>
            <a:chOff x="4080" y="1632"/>
            <a:chExt cx="1131" cy="683"/>
          </a:xfrm>
        </p:grpSpPr>
        <p:sp>
          <p:nvSpPr>
            <p:cNvPr id="1583216" name="Line 112">
              <a:extLst>
                <a:ext uri="{FF2B5EF4-FFF2-40B4-BE49-F238E27FC236}">
                  <a16:creationId xmlns:a16="http://schemas.microsoft.com/office/drawing/2014/main" id="{A3B9C0AE-7EC4-44E6-B497-6B27F79F663F}"/>
                </a:ext>
              </a:extLst>
            </p:cNvPr>
            <p:cNvSpPr>
              <a:spLocks noChangeShapeType="1"/>
            </p:cNvSpPr>
            <p:nvPr/>
          </p:nvSpPr>
          <p:spPr bwMode="auto">
            <a:xfrm>
              <a:off x="4080" y="1872"/>
              <a:ext cx="432"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grpSp>
          <p:nvGrpSpPr>
            <p:cNvPr id="1583217" name="Group 113">
              <a:extLst>
                <a:ext uri="{FF2B5EF4-FFF2-40B4-BE49-F238E27FC236}">
                  <a16:creationId xmlns:a16="http://schemas.microsoft.com/office/drawing/2014/main" id="{80441512-2E42-4685-A413-201E3E9DC4C8}"/>
                </a:ext>
              </a:extLst>
            </p:cNvPr>
            <p:cNvGrpSpPr>
              <a:grpSpLocks/>
            </p:cNvGrpSpPr>
            <p:nvPr/>
          </p:nvGrpSpPr>
          <p:grpSpPr bwMode="auto">
            <a:xfrm>
              <a:off x="4128" y="1920"/>
              <a:ext cx="1083" cy="395"/>
              <a:chOff x="3216" y="1920"/>
              <a:chExt cx="1083" cy="395"/>
            </a:xfrm>
          </p:grpSpPr>
          <p:sp>
            <p:nvSpPr>
              <p:cNvPr id="1583218" name="Text Box 114">
                <a:extLst>
                  <a:ext uri="{FF2B5EF4-FFF2-40B4-BE49-F238E27FC236}">
                    <a16:creationId xmlns:a16="http://schemas.microsoft.com/office/drawing/2014/main" id="{69CCF83E-012D-407E-AD5C-637A61AFF4B3}"/>
                  </a:ext>
                </a:extLst>
              </p:cNvPr>
              <p:cNvSpPr txBox="1">
                <a:spLocks noChangeArrowheads="1"/>
              </p:cNvSpPr>
              <p:nvPr/>
            </p:nvSpPr>
            <p:spPr bwMode="auto">
              <a:xfrm>
                <a:off x="3216" y="1920"/>
                <a:ext cx="1083"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a:latin typeface="Times New Roman" panose="02020603050405020304" pitchFamily="18" charset="0"/>
                  </a:rPr>
                  <a:t>Message is decrypted</a:t>
                </a:r>
              </a:p>
            </p:txBody>
          </p:sp>
          <p:grpSp>
            <p:nvGrpSpPr>
              <p:cNvPr id="1583220" name="Group 116">
                <a:extLst>
                  <a:ext uri="{FF2B5EF4-FFF2-40B4-BE49-F238E27FC236}">
                    <a16:creationId xmlns:a16="http://schemas.microsoft.com/office/drawing/2014/main" id="{21797A5D-916C-4B1A-86F7-D8C351FBA02C}"/>
                  </a:ext>
                </a:extLst>
              </p:cNvPr>
              <p:cNvGrpSpPr>
                <a:grpSpLocks/>
              </p:cNvGrpSpPr>
              <p:nvPr/>
            </p:nvGrpSpPr>
            <p:grpSpPr bwMode="auto">
              <a:xfrm>
                <a:off x="3480" y="2117"/>
                <a:ext cx="424" cy="198"/>
                <a:chOff x="1920" y="2688"/>
                <a:chExt cx="912" cy="384"/>
              </a:xfrm>
            </p:grpSpPr>
            <p:sp>
              <p:nvSpPr>
                <p:cNvPr id="1583221" name="Arc 117">
                  <a:extLst>
                    <a:ext uri="{FF2B5EF4-FFF2-40B4-BE49-F238E27FC236}">
                      <a16:creationId xmlns:a16="http://schemas.microsoft.com/office/drawing/2014/main" id="{A71DEA85-A33D-4534-B1D3-55031798E282}"/>
                    </a:ext>
                  </a:extLst>
                </p:cNvPr>
                <p:cNvSpPr>
                  <a:spLocks/>
                </p:cNvSpPr>
                <p:nvPr/>
              </p:nvSpPr>
              <p:spPr bwMode="auto">
                <a:xfrm rot="-10800000">
                  <a:off x="2621" y="2905"/>
                  <a:ext cx="26" cy="61"/>
                </a:xfrm>
                <a:custGeom>
                  <a:avLst/>
                  <a:gdLst>
                    <a:gd name="G0" fmla="+- 2832 0 0"/>
                    <a:gd name="G1" fmla="+- 21600 0 0"/>
                    <a:gd name="G2" fmla="+- 21600 0 0"/>
                    <a:gd name="T0" fmla="*/ 2832 w 24432"/>
                    <a:gd name="T1" fmla="*/ 0 h 43200"/>
                    <a:gd name="T2" fmla="*/ 0 w 24432"/>
                    <a:gd name="T3" fmla="*/ 43014 h 43200"/>
                    <a:gd name="T4" fmla="*/ 2832 w 24432"/>
                    <a:gd name="T5" fmla="*/ 21600 h 43200"/>
                  </a:gdLst>
                  <a:ahLst/>
                  <a:cxnLst>
                    <a:cxn ang="0">
                      <a:pos x="T0" y="T1"/>
                    </a:cxn>
                    <a:cxn ang="0">
                      <a:pos x="T2" y="T3"/>
                    </a:cxn>
                    <a:cxn ang="0">
                      <a:pos x="T4" y="T5"/>
                    </a:cxn>
                  </a:cxnLst>
                  <a:rect l="0" t="0" r="r" b="b"/>
                  <a:pathLst>
                    <a:path w="24432" h="43200" fill="none" extrusionOk="0">
                      <a:moveTo>
                        <a:pt x="2832" y="0"/>
                      </a:moveTo>
                      <a:cubicBezTo>
                        <a:pt x="14761" y="0"/>
                        <a:pt x="24432" y="9670"/>
                        <a:pt x="24432" y="21600"/>
                      </a:cubicBezTo>
                      <a:cubicBezTo>
                        <a:pt x="24432" y="33529"/>
                        <a:pt x="14761" y="43200"/>
                        <a:pt x="2832" y="43200"/>
                      </a:cubicBezTo>
                      <a:cubicBezTo>
                        <a:pt x="1884" y="43199"/>
                        <a:pt x="938" y="43137"/>
                        <a:pt x="0" y="43013"/>
                      </a:cubicBezTo>
                    </a:path>
                    <a:path w="24432" h="43200" stroke="0" extrusionOk="0">
                      <a:moveTo>
                        <a:pt x="2832" y="0"/>
                      </a:moveTo>
                      <a:cubicBezTo>
                        <a:pt x="14761" y="0"/>
                        <a:pt x="24432" y="9670"/>
                        <a:pt x="24432" y="21600"/>
                      </a:cubicBezTo>
                      <a:cubicBezTo>
                        <a:pt x="24432" y="33529"/>
                        <a:pt x="14761" y="43200"/>
                        <a:pt x="2832" y="43200"/>
                      </a:cubicBezTo>
                      <a:cubicBezTo>
                        <a:pt x="1884" y="43199"/>
                        <a:pt x="938" y="43137"/>
                        <a:pt x="0" y="43013"/>
                      </a:cubicBezTo>
                      <a:lnTo>
                        <a:pt x="2832" y="21600"/>
                      </a:lnTo>
                      <a:close/>
                    </a:path>
                  </a:pathLst>
                </a:cu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83222" name="Rectangle 118">
                  <a:extLst>
                    <a:ext uri="{FF2B5EF4-FFF2-40B4-BE49-F238E27FC236}">
                      <a16:creationId xmlns:a16="http://schemas.microsoft.com/office/drawing/2014/main" id="{7FF1A7EE-62AC-44E5-B651-8112C7BDB030}"/>
                    </a:ext>
                  </a:extLst>
                </p:cNvPr>
                <p:cNvSpPr>
                  <a:spLocks noChangeArrowheads="1"/>
                </p:cNvSpPr>
                <p:nvPr/>
              </p:nvSpPr>
              <p:spPr bwMode="auto">
                <a:xfrm>
                  <a:off x="2638" y="2844"/>
                  <a:ext cx="148" cy="61"/>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83223" name="Arc 119">
                  <a:extLst>
                    <a:ext uri="{FF2B5EF4-FFF2-40B4-BE49-F238E27FC236}">
                      <a16:creationId xmlns:a16="http://schemas.microsoft.com/office/drawing/2014/main" id="{DC88B796-F2CB-4FDD-BEAF-9093A074EE50}"/>
                    </a:ext>
                  </a:extLst>
                </p:cNvPr>
                <p:cNvSpPr>
                  <a:spLocks/>
                </p:cNvSpPr>
                <p:nvPr/>
              </p:nvSpPr>
              <p:spPr bwMode="auto">
                <a:xfrm>
                  <a:off x="2770" y="2905"/>
                  <a:ext cx="42" cy="61"/>
                </a:xfrm>
                <a:custGeom>
                  <a:avLst/>
                  <a:gdLst>
                    <a:gd name="G0" fmla="+- 2832 0 0"/>
                    <a:gd name="G1" fmla="+- 21600 0 0"/>
                    <a:gd name="G2" fmla="+- 21600 0 0"/>
                    <a:gd name="T0" fmla="*/ 2832 w 24432"/>
                    <a:gd name="T1" fmla="*/ 0 h 43200"/>
                    <a:gd name="T2" fmla="*/ 0 w 24432"/>
                    <a:gd name="T3" fmla="*/ 43014 h 43200"/>
                    <a:gd name="T4" fmla="*/ 2832 w 24432"/>
                    <a:gd name="T5" fmla="*/ 21600 h 43200"/>
                  </a:gdLst>
                  <a:ahLst/>
                  <a:cxnLst>
                    <a:cxn ang="0">
                      <a:pos x="T0" y="T1"/>
                    </a:cxn>
                    <a:cxn ang="0">
                      <a:pos x="T2" y="T3"/>
                    </a:cxn>
                    <a:cxn ang="0">
                      <a:pos x="T4" y="T5"/>
                    </a:cxn>
                  </a:cxnLst>
                  <a:rect l="0" t="0" r="r" b="b"/>
                  <a:pathLst>
                    <a:path w="24432" h="43200" fill="none" extrusionOk="0">
                      <a:moveTo>
                        <a:pt x="2832" y="0"/>
                      </a:moveTo>
                      <a:cubicBezTo>
                        <a:pt x="14761" y="0"/>
                        <a:pt x="24432" y="9670"/>
                        <a:pt x="24432" y="21600"/>
                      </a:cubicBezTo>
                      <a:cubicBezTo>
                        <a:pt x="24432" y="33529"/>
                        <a:pt x="14761" y="43200"/>
                        <a:pt x="2832" y="43200"/>
                      </a:cubicBezTo>
                      <a:cubicBezTo>
                        <a:pt x="1884" y="43199"/>
                        <a:pt x="938" y="43137"/>
                        <a:pt x="0" y="43013"/>
                      </a:cubicBezTo>
                    </a:path>
                    <a:path w="24432" h="43200" stroke="0" extrusionOk="0">
                      <a:moveTo>
                        <a:pt x="2832" y="0"/>
                      </a:moveTo>
                      <a:cubicBezTo>
                        <a:pt x="14761" y="0"/>
                        <a:pt x="24432" y="9670"/>
                        <a:pt x="24432" y="21600"/>
                      </a:cubicBezTo>
                      <a:cubicBezTo>
                        <a:pt x="24432" y="33529"/>
                        <a:pt x="14761" y="43200"/>
                        <a:pt x="2832" y="43200"/>
                      </a:cubicBezTo>
                      <a:cubicBezTo>
                        <a:pt x="1884" y="43199"/>
                        <a:pt x="938" y="43137"/>
                        <a:pt x="0" y="43013"/>
                      </a:cubicBezTo>
                      <a:lnTo>
                        <a:pt x="2832" y="21600"/>
                      </a:lnTo>
                      <a:close/>
                    </a:path>
                  </a:pathLst>
                </a:cu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83224" name="Rectangle 120">
                  <a:extLst>
                    <a:ext uri="{FF2B5EF4-FFF2-40B4-BE49-F238E27FC236}">
                      <a16:creationId xmlns:a16="http://schemas.microsoft.com/office/drawing/2014/main" id="{F798ACFC-B7BC-4B06-A6C8-79B38C76504E}"/>
                    </a:ext>
                  </a:extLst>
                </p:cNvPr>
                <p:cNvSpPr>
                  <a:spLocks noChangeArrowheads="1"/>
                </p:cNvSpPr>
                <p:nvPr/>
              </p:nvSpPr>
              <p:spPr bwMode="auto">
                <a:xfrm>
                  <a:off x="2638" y="2905"/>
                  <a:ext cx="148" cy="61"/>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83225" name="Rectangle 121">
                  <a:extLst>
                    <a:ext uri="{FF2B5EF4-FFF2-40B4-BE49-F238E27FC236}">
                      <a16:creationId xmlns:a16="http://schemas.microsoft.com/office/drawing/2014/main" id="{25AA7619-C212-46A2-A0F1-C890BC17961F}"/>
                    </a:ext>
                  </a:extLst>
                </p:cNvPr>
                <p:cNvSpPr>
                  <a:spLocks noChangeArrowheads="1"/>
                </p:cNvSpPr>
                <p:nvPr/>
              </p:nvSpPr>
              <p:spPr bwMode="auto">
                <a:xfrm>
                  <a:off x="2638" y="2996"/>
                  <a:ext cx="49" cy="7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83226" name="Rectangle 122">
                  <a:extLst>
                    <a:ext uri="{FF2B5EF4-FFF2-40B4-BE49-F238E27FC236}">
                      <a16:creationId xmlns:a16="http://schemas.microsoft.com/office/drawing/2014/main" id="{DFB7265B-85BE-4945-BBA1-0474B8844866}"/>
                    </a:ext>
                  </a:extLst>
                </p:cNvPr>
                <p:cNvSpPr>
                  <a:spLocks noChangeArrowheads="1"/>
                </p:cNvSpPr>
                <p:nvPr/>
              </p:nvSpPr>
              <p:spPr bwMode="auto">
                <a:xfrm>
                  <a:off x="2737" y="2996"/>
                  <a:ext cx="49" cy="7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83227" name="Rectangle 123">
                  <a:extLst>
                    <a:ext uri="{FF2B5EF4-FFF2-40B4-BE49-F238E27FC236}">
                      <a16:creationId xmlns:a16="http://schemas.microsoft.com/office/drawing/2014/main" id="{FB003466-D9A0-4285-B3C4-3549927E3E24}"/>
                    </a:ext>
                  </a:extLst>
                </p:cNvPr>
                <p:cNvSpPr>
                  <a:spLocks noChangeArrowheads="1"/>
                </p:cNvSpPr>
                <p:nvPr/>
              </p:nvSpPr>
              <p:spPr bwMode="auto">
                <a:xfrm>
                  <a:off x="2638" y="2966"/>
                  <a:ext cx="148" cy="3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83228" name="AutoShape 124">
                  <a:extLst>
                    <a:ext uri="{FF2B5EF4-FFF2-40B4-BE49-F238E27FC236}">
                      <a16:creationId xmlns:a16="http://schemas.microsoft.com/office/drawing/2014/main" id="{62ACDAD2-495C-4260-85B7-92A01F191BAD}"/>
                    </a:ext>
                  </a:extLst>
                </p:cNvPr>
                <p:cNvSpPr>
                  <a:spLocks noChangeArrowheads="1"/>
                </p:cNvSpPr>
                <p:nvPr/>
              </p:nvSpPr>
              <p:spPr bwMode="auto">
                <a:xfrm rot="5400000">
                  <a:off x="2411" y="2447"/>
                  <a:ext cx="91" cy="750"/>
                </a:xfrm>
                <a:prstGeom prst="can">
                  <a:avLst>
                    <a:gd name="adj" fmla="val 33387"/>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grpSp>
              <p:nvGrpSpPr>
                <p:cNvPr id="1583229" name="Group 125">
                  <a:extLst>
                    <a:ext uri="{FF2B5EF4-FFF2-40B4-BE49-F238E27FC236}">
                      <a16:creationId xmlns:a16="http://schemas.microsoft.com/office/drawing/2014/main" id="{09BE66BC-C58D-4286-90D0-7BB24C46A388}"/>
                    </a:ext>
                  </a:extLst>
                </p:cNvPr>
                <p:cNvGrpSpPr>
                  <a:grpSpLocks/>
                </p:cNvGrpSpPr>
                <p:nvPr/>
              </p:nvGrpSpPr>
              <p:grpSpPr bwMode="auto">
                <a:xfrm>
                  <a:off x="1920" y="2688"/>
                  <a:ext cx="192" cy="288"/>
                  <a:chOff x="1920" y="2640"/>
                  <a:chExt cx="177" cy="407"/>
                </a:xfrm>
              </p:grpSpPr>
              <p:sp>
                <p:nvSpPr>
                  <p:cNvPr id="1583230" name="Oval 126">
                    <a:extLst>
                      <a:ext uri="{FF2B5EF4-FFF2-40B4-BE49-F238E27FC236}">
                        <a16:creationId xmlns:a16="http://schemas.microsoft.com/office/drawing/2014/main" id="{5579AC96-5536-451B-9FEC-D823B6F20607}"/>
                      </a:ext>
                    </a:extLst>
                  </p:cNvPr>
                  <p:cNvSpPr>
                    <a:spLocks noChangeArrowheads="1"/>
                  </p:cNvSpPr>
                  <p:nvPr/>
                </p:nvSpPr>
                <p:spPr bwMode="auto">
                  <a:xfrm>
                    <a:off x="1920" y="2640"/>
                    <a:ext cx="177" cy="407"/>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83231" name="Oval 127">
                    <a:extLst>
                      <a:ext uri="{FF2B5EF4-FFF2-40B4-BE49-F238E27FC236}">
                        <a16:creationId xmlns:a16="http://schemas.microsoft.com/office/drawing/2014/main" id="{0C0BB023-F72A-4C26-8C92-DDCE5477949C}"/>
                      </a:ext>
                    </a:extLst>
                  </p:cNvPr>
                  <p:cNvSpPr>
                    <a:spLocks noChangeArrowheads="1"/>
                  </p:cNvSpPr>
                  <p:nvPr/>
                </p:nvSpPr>
                <p:spPr bwMode="auto">
                  <a:xfrm>
                    <a:off x="1964" y="2730"/>
                    <a:ext cx="88" cy="227"/>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grpSp>
          </p:grpSp>
        </p:grpSp>
        <p:sp>
          <p:nvSpPr>
            <p:cNvPr id="1583234" name="Text Box 130">
              <a:extLst>
                <a:ext uri="{FF2B5EF4-FFF2-40B4-BE49-F238E27FC236}">
                  <a16:creationId xmlns:a16="http://schemas.microsoft.com/office/drawing/2014/main" id="{449E4CCC-6D5B-4676-AC97-87820984FE49}"/>
                </a:ext>
              </a:extLst>
            </p:cNvPr>
            <p:cNvSpPr txBox="1">
              <a:spLocks noChangeArrowheads="1"/>
            </p:cNvSpPr>
            <p:nvPr/>
          </p:nvSpPr>
          <p:spPr bwMode="auto">
            <a:xfrm>
              <a:off x="4176" y="1632"/>
              <a:ext cx="22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a:latin typeface="Times New Roman" panose="02020603050405020304" pitchFamily="18" charset="0"/>
                </a:rPr>
                <a:t>D</a:t>
              </a:r>
            </a:p>
          </p:txBody>
        </p:sp>
      </p:grpSp>
      <p:grpSp>
        <p:nvGrpSpPr>
          <p:cNvPr id="1583236" name="Group 132">
            <a:extLst>
              <a:ext uri="{FF2B5EF4-FFF2-40B4-BE49-F238E27FC236}">
                <a16:creationId xmlns:a16="http://schemas.microsoft.com/office/drawing/2014/main" id="{CA483EDD-5BA6-467D-8DC5-FB095AA0A564}"/>
              </a:ext>
            </a:extLst>
          </p:cNvPr>
          <p:cNvGrpSpPr>
            <a:grpSpLocks/>
          </p:cNvGrpSpPr>
          <p:nvPr/>
        </p:nvGrpSpPr>
        <p:grpSpPr bwMode="auto">
          <a:xfrm>
            <a:off x="1143000" y="4343400"/>
            <a:ext cx="1752600" cy="1373188"/>
            <a:chOff x="720" y="2736"/>
            <a:chExt cx="1104" cy="865"/>
          </a:xfrm>
        </p:grpSpPr>
        <p:sp>
          <p:nvSpPr>
            <p:cNvPr id="1583237" name="Text Box 133">
              <a:extLst>
                <a:ext uri="{FF2B5EF4-FFF2-40B4-BE49-F238E27FC236}">
                  <a16:creationId xmlns:a16="http://schemas.microsoft.com/office/drawing/2014/main" id="{67B7123D-1050-4366-AB68-123C46E05089}"/>
                </a:ext>
              </a:extLst>
            </p:cNvPr>
            <p:cNvSpPr txBox="1">
              <a:spLocks noChangeArrowheads="1"/>
            </p:cNvSpPr>
            <p:nvPr/>
          </p:nvSpPr>
          <p:spPr bwMode="auto">
            <a:xfrm>
              <a:off x="720" y="3024"/>
              <a:ext cx="1104" cy="5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sz="1800">
                  <a:latin typeface="Times New Roman" panose="02020603050405020304" pitchFamily="18" charset="0"/>
                </a:rPr>
                <a:t>Digital Signature</a:t>
              </a:r>
            </a:p>
            <a:p>
              <a:pPr algn="ctr"/>
              <a:r>
                <a:rPr lang="en-US" altLang="en-US" sz="1800">
                  <a:latin typeface="Times New Roman" panose="02020603050405020304" pitchFamily="18" charset="0"/>
                </a:rPr>
                <a:t>&amp;</a:t>
              </a:r>
            </a:p>
            <a:p>
              <a:pPr algn="ctr"/>
              <a:r>
                <a:rPr lang="en-US" altLang="en-US" sz="1800">
                  <a:latin typeface="Times New Roman" panose="02020603050405020304" pitchFamily="18" charset="0"/>
                </a:rPr>
                <a:t>Authentication</a:t>
              </a:r>
            </a:p>
          </p:txBody>
        </p:sp>
        <p:sp>
          <p:nvSpPr>
            <p:cNvPr id="1583238" name="Line 134">
              <a:extLst>
                <a:ext uri="{FF2B5EF4-FFF2-40B4-BE49-F238E27FC236}">
                  <a16:creationId xmlns:a16="http://schemas.microsoft.com/office/drawing/2014/main" id="{2099EA15-CD76-4689-A4F7-789C2621EF58}"/>
                </a:ext>
              </a:extLst>
            </p:cNvPr>
            <p:cNvSpPr>
              <a:spLocks noChangeShapeType="1"/>
            </p:cNvSpPr>
            <p:nvPr/>
          </p:nvSpPr>
          <p:spPr bwMode="auto">
            <a:xfrm>
              <a:off x="1248" y="2736"/>
              <a:ext cx="0" cy="288"/>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grpSp>
      <p:grpSp>
        <p:nvGrpSpPr>
          <p:cNvPr id="1583239" name="Group 135">
            <a:extLst>
              <a:ext uri="{FF2B5EF4-FFF2-40B4-BE49-F238E27FC236}">
                <a16:creationId xmlns:a16="http://schemas.microsoft.com/office/drawing/2014/main" id="{F142737A-C5AB-4C87-947C-AFFB5131DD13}"/>
              </a:ext>
            </a:extLst>
          </p:cNvPr>
          <p:cNvGrpSpPr>
            <a:grpSpLocks/>
          </p:cNvGrpSpPr>
          <p:nvPr/>
        </p:nvGrpSpPr>
        <p:grpSpPr bwMode="auto">
          <a:xfrm>
            <a:off x="3048000" y="4419600"/>
            <a:ext cx="1568450" cy="747713"/>
            <a:chOff x="1920" y="2784"/>
            <a:chExt cx="988" cy="471"/>
          </a:xfrm>
        </p:grpSpPr>
        <p:sp>
          <p:nvSpPr>
            <p:cNvPr id="1583240" name="Text Box 136">
              <a:extLst>
                <a:ext uri="{FF2B5EF4-FFF2-40B4-BE49-F238E27FC236}">
                  <a16:creationId xmlns:a16="http://schemas.microsoft.com/office/drawing/2014/main" id="{31ABE0DC-D6D2-4F40-B7C5-B71773BFAD20}"/>
                </a:ext>
              </a:extLst>
            </p:cNvPr>
            <p:cNvSpPr txBox="1">
              <a:spLocks noChangeArrowheads="1"/>
            </p:cNvSpPr>
            <p:nvPr/>
          </p:nvSpPr>
          <p:spPr bwMode="auto">
            <a:xfrm>
              <a:off x="1920" y="3024"/>
              <a:ext cx="9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a:latin typeface="Times New Roman" panose="02020603050405020304" pitchFamily="18" charset="0"/>
                </a:rPr>
                <a:t>Confidentiality</a:t>
              </a:r>
            </a:p>
          </p:txBody>
        </p:sp>
        <p:sp>
          <p:nvSpPr>
            <p:cNvPr id="1583241" name="Line 137">
              <a:extLst>
                <a:ext uri="{FF2B5EF4-FFF2-40B4-BE49-F238E27FC236}">
                  <a16:creationId xmlns:a16="http://schemas.microsoft.com/office/drawing/2014/main" id="{BDF01940-FC9C-4AF8-B3ED-561B0DD961C6}"/>
                </a:ext>
              </a:extLst>
            </p:cNvPr>
            <p:cNvSpPr>
              <a:spLocks noChangeShapeType="1"/>
            </p:cNvSpPr>
            <p:nvPr/>
          </p:nvSpPr>
          <p:spPr bwMode="auto">
            <a:xfrm>
              <a:off x="2400" y="2784"/>
              <a:ext cx="0" cy="288"/>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grpSp>
      <p:pic>
        <p:nvPicPr>
          <p:cNvPr id="137" name="Picture 136">
            <a:extLst>
              <a:ext uri="{FF2B5EF4-FFF2-40B4-BE49-F238E27FC236}">
                <a16:creationId xmlns:a16="http://schemas.microsoft.com/office/drawing/2014/main" id="{6B5FCB49-38FF-42D7-9414-D13E00527D0F}"/>
              </a:ext>
            </a:extLst>
          </p:cNvPr>
          <p:cNvPicPr>
            <a:picLocks noChangeAspect="1"/>
          </p:cNvPicPr>
          <p:nvPr/>
        </p:nvPicPr>
        <p:blipFill>
          <a:blip r:embed="rId3"/>
          <a:stretch>
            <a:fillRect/>
          </a:stretch>
        </p:blipFill>
        <p:spPr>
          <a:xfrm>
            <a:off x="8071495" y="1805377"/>
            <a:ext cx="1068076" cy="1088421"/>
          </a:xfrm>
          <a:prstGeom prst="rect">
            <a:avLst/>
          </a:prstGeom>
        </p:spPr>
      </p:pic>
      <p:pic>
        <p:nvPicPr>
          <p:cNvPr id="138" name="Picture 137" descr="A black rectangle with a black background&#10;&#10;Description automatically generated with low confidence">
            <a:extLst>
              <a:ext uri="{FF2B5EF4-FFF2-40B4-BE49-F238E27FC236}">
                <a16:creationId xmlns:a16="http://schemas.microsoft.com/office/drawing/2014/main" id="{74D46D7F-CE5C-4154-8D01-0B1ADBAA15B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200" y="1515550"/>
            <a:ext cx="1418150" cy="1418150"/>
          </a:xfrm>
          <a:prstGeom prst="rect">
            <a:avLst/>
          </a:prstGeom>
        </p:spPr>
      </p:pic>
      <p:sp>
        <p:nvSpPr>
          <p:cNvPr id="177" name="Text Box 78">
            <a:extLst>
              <a:ext uri="{FF2B5EF4-FFF2-40B4-BE49-F238E27FC236}">
                <a16:creationId xmlns:a16="http://schemas.microsoft.com/office/drawing/2014/main" id="{67B7EE6D-48DA-495A-86D8-5D288B44F532}"/>
              </a:ext>
            </a:extLst>
          </p:cNvPr>
          <p:cNvSpPr txBox="1">
            <a:spLocks noChangeArrowheads="1"/>
          </p:cNvSpPr>
          <p:nvPr/>
        </p:nvSpPr>
        <p:spPr bwMode="auto">
          <a:xfrm>
            <a:off x="273050" y="1219200"/>
            <a:ext cx="679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dirty="0">
                <a:latin typeface="Times New Roman" panose="02020603050405020304" pitchFamily="18" charset="0"/>
              </a:rPr>
              <a:t>Alice</a:t>
            </a:r>
          </a:p>
        </p:txBody>
      </p:sp>
      <p:sp>
        <p:nvSpPr>
          <p:cNvPr id="178" name="Text Box 79">
            <a:extLst>
              <a:ext uri="{FF2B5EF4-FFF2-40B4-BE49-F238E27FC236}">
                <a16:creationId xmlns:a16="http://schemas.microsoft.com/office/drawing/2014/main" id="{16B97AE1-BC09-4147-9D6E-B7D557324AD4}"/>
              </a:ext>
            </a:extLst>
          </p:cNvPr>
          <p:cNvSpPr txBox="1">
            <a:spLocks noChangeArrowheads="1"/>
          </p:cNvSpPr>
          <p:nvPr/>
        </p:nvSpPr>
        <p:spPr bwMode="auto">
          <a:xfrm>
            <a:off x="8305800" y="1361865"/>
            <a:ext cx="565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dirty="0">
                <a:latin typeface="Times New Roman" panose="02020603050405020304" pitchFamily="18" charset="0"/>
              </a:rPr>
              <a:t>Bob</a:t>
            </a:r>
          </a:p>
        </p:txBody>
      </p:sp>
      <p:sp>
        <p:nvSpPr>
          <p:cNvPr id="2" name="Rectangle 1">
            <a:extLst>
              <a:ext uri="{FF2B5EF4-FFF2-40B4-BE49-F238E27FC236}">
                <a16:creationId xmlns:a16="http://schemas.microsoft.com/office/drawing/2014/main" id="{DDEF20AD-7BC6-64BD-A15C-BDF5874E263D}"/>
              </a:ext>
            </a:extLst>
          </p:cNvPr>
          <p:cNvSpPr/>
          <p:nvPr/>
        </p:nvSpPr>
        <p:spPr bwMode="auto">
          <a:xfrm>
            <a:off x="1395950" y="3356796"/>
            <a:ext cx="6528850" cy="576260"/>
          </a:xfrm>
          <a:prstGeom prst="rect">
            <a:avLst/>
          </a:prstGeom>
          <a:solidFill>
            <a:schemeClr val="bg1"/>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MY" sz="1800" b="0" i="0" u="none" strike="noStrike" cap="none" normalizeH="0" baseline="0">
              <a:ln>
                <a:noFill/>
              </a:ln>
              <a:solidFill>
                <a:schemeClr val="tx1"/>
              </a:solidFill>
              <a:effectLst/>
              <a:latin typeface="Arial" charset="0"/>
            </a:endParaRPr>
          </a:p>
        </p:txBody>
      </p:sp>
    </p:spTree>
    <p:extLst>
      <p:ext uri="{BB962C8B-B14F-4D97-AF65-F5344CB8AC3E}">
        <p14:creationId xmlns:p14="http://schemas.microsoft.com/office/powerpoint/2010/main" val="247128058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nodeType="clickEffect">
                                  <p:stCondLst>
                                    <p:cond delay="0"/>
                                  </p:stCondLst>
                                  <p:childTnLst>
                                    <p:set>
                                      <p:cBhvr>
                                        <p:cTn id="6" dur="1" fill="hold">
                                          <p:stCondLst>
                                            <p:cond delay="0"/>
                                          </p:stCondLst>
                                        </p:cTn>
                                        <p:tgtEl>
                                          <p:spTgt spid="1583155"/>
                                        </p:tgtEl>
                                        <p:attrNameLst>
                                          <p:attrName>style.visibility</p:attrName>
                                        </p:attrNameLst>
                                      </p:cBhvr>
                                      <p:to>
                                        <p:strVal val="visible"/>
                                      </p:to>
                                    </p:set>
                                    <p:animEffect transition="in" filter="box(out)">
                                      <p:cBhvr>
                                        <p:cTn id="7" dur="1000"/>
                                        <p:tgtEl>
                                          <p:spTgt spid="158315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nodeType="clickEffect">
                                  <p:stCondLst>
                                    <p:cond delay="0"/>
                                  </p:stCondLst>
                                  <p:childTnLst>
                                    <p:set>
                                      <p:cBhvr>
                                        <p:cTn id="11" dur="1" fill="hold">
                                          <p:stCondLst>
                                            <p:cond delay="0"/>
                                          </p:stCondLst>
                                        </p:cTn>
                                        <p:tgtEl>
                                          <p:spTgt spid="1583236"/>
                                        </p:tgtEl>
                                        <p:attrNameLst>
                                          <p:attrName>style.visibility</p:attrName>
                                        </p:attrNameLst>
                                      </p:cBhvr>
                                      <p:to>
                                        <p:strVal val="visible"/>
                                      </p:to>
                                    </p:set>
                                    <p:animEffect transition="in" filter="box(out)">
                                      <p:cBhvr>
                                        <p:cTn id="12" dur="1000"/>
                                        <p:tgtEl>
                                          <p:spTgt spid="158323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nodeType="clickEffect">
                                  <p:stCondLst>
                                    <p:cond delay="0"/>
                                  </p:stCondLst>
                                  <p:childTnLst>
                                    <p:set>
                                      <p:cBhvr>
                                        <p:cTn id="16" dur="1" fill="hold">
                                          <p:stCondLst>
                                            <p:cond delay="0"/>
                                          </p:stCondLst>
                                        </p:cTn>
                                        <p:tgtEl>
                                          <p:spTgt spid="1583175"/>
                                        </p:tgtEl>
                                        <p:attrNameLst>
                                          <p:attrName>style.visibility</p:attrName>
                                        </p:attrNameLst>
                                      </p:cBhvr>
                                      <p:to>
                                        <p:strVal val="visible"/>
                                      </p:to>
                                    </p:set>
                                    <p:animEffect transition="in" filter="box(out)">
                                      <p:cBhvr>
                                        <p:cTn id="17" dur="1000"/>
                                        <p:tgtEl>
                                          <p:spTgt spid="158317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32" fill="hold" nodeType="clickEffect">
                                  <p:stCondLst>
                                    <p:cond delay="0"/>
                                  </p:stCondLst>
                                  <p:childTnLst>
                                    <p:set>
                                      <p:cBhvr>
                                        <p:cTn id="21" dur="1" fill="hold">
                                          <p:stCondLst>
                                            <p:cond delay="0"/>
                                          </p:stCondLst>
                                        </p:cTn>
                                        <p:tgtEl>
                                          <p:spTgt spid="1583239"/>
                                        </p:tgtEl>
                                        <p:attrNameLst>
                                          <p:attrName>style.visibility</p:attrName>
                                        </p:attrNameLst>
                                      </p:cBhvr>
                                      <p:to>
                                        <p:strVal val="visible"/>
                                      </p:to>
                                    </p:set>
                                    <p:animEffect transition="in" filter="box(out)">
                                      <p:cBhvr>
                                        <p:cTn id="22" dur="1000"/>
                                        <p:tgtEl>
                                          <p:spTgt spid="158323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32" fill="hold" nodeType="clickEffect">
                                  <p:stCondLst>
                                    <p:cond delay="0"/>
                                  </p:stCondLst>
                                  <p:childTnLst>
                                    <p:set>
                                      <p:cBhvr>
                                        <p:cTn id="26" dur="1" fill="hold">
                                          <p:stCondLst>
                                            <p:cond delay="0"/>
                                          </p:stCondLst>
                                        </p:cTn>
                                        <p:tgtEl>
                                          <p:spTgt spid="1583195"/>
                                        </p:tgtEl>
                                        <p:attrNameLst>
                                          <p:attrName>style.visibility</p:attrName>
                                        </p:attrNameLst>
                                      </p:cBhvr>
                                      <p:to>
                                        <p:strVal val="visible"/>
                                      </p:to>
                                    </p:set>
                                    <p:animEffect transition="in" filter="box(out)">
                                      <p:cBhvr>
                                        <p:cTn id="27" dur="1000"/>
                                        <p:tgtEl>
                                          <p:spTgt spid="158319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32" fill="hold" nodeType="clickEffect">
                                  <p:stCondLst>
                                    <p:cond delay="0"/>
                                  </p:stCondLst>
                                  <p:childTnLst>
                                    <p:set>
                                      <p:cBhvr>
                                        <p:cTn id="31" dur="1" fill="hold">
                                          <p:stCondLst>
                                            <p:cond delay="0"/>
                                          </p:stCondLst>
                                        </p:cTn>
                                        <p:tgtEl>
                                          <p:spTgt spid="1583215"/>
                                        </p:tgtEl>
                                        <p:attrNameLst>
                                          <p:attrName>style.visibility</p:attrName>
                                        </p:attrNameLst>
                                      </p:cBhvr>
                                      <p:to>
                                        <p:strVal val="visible"/>
                                      </p:to>
                                    </p:set>
                                    <p:animEffect transition="in" filter="box(out)">
                                      <p:cBhvr>
                                        <p:cTn id="32" dur="1000"/>
                                        <p:tgtEl>
                                          <p:spTgt spid="15832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07667409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5155" name="Rectangle 3">
            <a:extLst>
              <a:ext uri="{FF2B5EF4-FFF2-40B4-BE49-F238E27FC236}">
                <a16:creationId xmlns:a16="http://schemas.microsoft.com/office/drawing/2014/main" id="{2B20C04C-3738-4DA9-990F-23B86DF42734}"/>
              </a:ext>
            </a:extLst>
          </p:cNvPr>
          <p:cNvSpPr>
            <a:spLocks noGrp="1" noChangeArrowheads="1"/>
          </p:cNvSpPr>
          <p:nvPr>
            <p:ph idx="1"/>
          </p:nvPr>
        </p:nvSpPr>
        <p:spPr>
          <a:xfrm>
            <a:off x="190500" y="1697038"/>
            <a:ext cx="8810625" cy="4525962"/>
          </a:xfrm>
        </p:spPr>
        <p:txBody>
          <a:bodyPr/>
          <a:lstStyle/>
          <a:p>
            <a:r>
              <a:rPr lang="en-US" altLang="en-US" dirty="0"/>
              <a:t>developed to address two key issues:</a:t>
            </a:r>
          </a:p>
          <a:p>
            <a:pPr lvl="1"/>
            <a:r>
              <a:rPr lang="en-US" altLang="en-US" dirty="0"/>
              <a:t>key distribution – how to have secure communications in general without having to trust a shared secret key</a:t>
            </a:r>
          </a:p>
          <a:p>
            <a:pPr lvl="1"/>
            <a:r>
              <a:rPr lang="en-US" altLang="en-US" dirty="0"/>
              <a:t>digital signatures – how to verify a message comes intact from the claimed sender</a:t>
            </a:r>
          </a:p>
          <a:p>
            <a:pPr lvl="1"/>
            <a:endParaRPr lang="en-AU" altLang="en-US" dirty="0"/>
          </a:p>
        </p:txBody>
      </p:sp>
      <p:sp>
        <p:nvSpPr>
          <p:cNvPr id="1585154" name="Rectangle 2">
            <a:extLst>
              <a:ext uri="{FF2B5EF4-FFF2-40B4-BE49-F238E27FC236}">
                <a16:creationId xmlns:a16="http://schemas.microsoft.com/office/drawing/2014/main" id="{00B7A6D0-1C28-4190-BB36-D948DDCF0487}"/>
              </a:ext>
            </a:extLst>
          </p:cNvPr>
          <p:cNvSpPr>
            <a:spLocks noGrp="1" noChangeArrowheads="1"/>
          </p:cNvSpPr>
          <p:nvPr>
            <p:ph type="title"/>
          </p:nvPr>
        </p:nvSpPr>
        <p:spPr>
          <a:xfrm>
            <a:off x="221514" y="274638"/>
            <a:ext cx="7843030" cy="1143000"/>
          </a:xfrm>
        </p:spPr>
        <p:txBody>
          <a:bodyPr/>
          <a:lstStyle/>
          <a:p>
            <a:r>
              <a:rPr lang="en-AU" altLang="en-US" dirty="0"/>
              <a:t>Why Public-Key Cryptography?</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03" name="Rectangle 3">
            <a:extLst>
              <a:ext uri="{FF2B5EF4-FFF2-40B4-BE49-F238E27FC236}">
                <a16:creationId xmlns:a16="http://schemas.microsoft.com/office/drawing/2014/main" id="{95E042E6-16EA-487B-AE99-A1796685FD80}"/>
              </a:ext>
            </a:extLst>
          </p:cNvPr>
          <p:cNvSpPr>
            <a:spLocks noGrp="1" noChangeArrowheads="1"/>
          </p:cNvSpPr>
          <p:nvPr>
            <p:ph idx="1"/>
          </p:nvPr>
        </p:nvSpPr>
        <p:spPr>
          <a:xfrm>
            <a:off x="190500" y="1697038"/>
            <a:ext cx="8810625" cy="4525962"/>
          </a:xfrm>
        </p:spPr>
        <p:txBody>
          <a:bodyPr/>
          <a:lstStyle/>
          <a:p>
            <a:r>
              <a:rPr lang="en-US" altLang="en-US"/>
              <a:t>can classify uses into 3 categories:</a:t>
            </a:r>
          </a:p>
          <a:p>
            <a:pPr lvl="1"/>
            <a:r>
              <a:rPr lang="en-US" altLang="en-US"/>
              <a:t>encryption/decryption (provide secrecy)</a:t>
            </a:r>
          </a:p>
          <a:p>
            <a:pPr lvl="1"/>
            <a:r>
              <a:rPr lang="en-US" altLang="en-US"/>
              <a:t>digital signatures (provide authentication)</a:t>
            </a:r>
          </a:p>
          <a:p>
            <a:pPr lvl="1"/>
            <a:r>
              <a:rPr lang="en-US" altLang="en-US"/>
              <a:t>key exchange (of session keys)</a:t>
            </a:r>
          </a:p>
          <a:p>
            <a:r>
              <a:rPr lang="en-US" altLang="en-US"/>
              <a:t>some algorithms are suitable for all uses, others are specific to one</a:t>
            </a:r>
            <a:endParaRPr lang="en-AU" altLang="en-US"/>
          </a:p>
        </p:txBody>
      </p:sp>
      <p:sp>
        <p:nvSpPr>
          <p:cNvPr id="1587202" name="Rectangle 2">
            <a:extLst>
              <a:ext uri="{FF2B5EF4-FFF2-40B4-BE49-F238E27FC236}">
                <a16:creationId xmlns:a16="http://schemas.microsoft.com/office/drawing/2014/main" id="{99539D9F-982D-4241-A7D0-853BAA9032AE}"/>
              </a:ext>
            </a:extLst>
          </p:cNvPr>
          <p:cNvSpPr>
            <a:spLocks noGrp="1" noChangeArrowheads="1"/>
          </p:cNvSpPr>
          <p:nvPr>
            <p:ph type="title"/>
          </p:nvPr>
        </p:nvSpPr>
        <p:spPr>
          <a:xfrm>
            <a:off x="221514" y="274638"/>
            <a:ext cx="7843030" cy="1143000"/>
          </a:xfrm>
        </p:spPr>
        <p:txBody>
          <a:bodyPr/>
          <a:lstStyle/>
          <a:p>
            <a:r>
              <a:rPr lang="en-AU" altLang="en-US"/>
              <a:t>Public-Key Applications</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1298" name="Text Box 2">
            <a:extLst>
              <a:ext uri="{FF2B5EF4-FFF2-40B4-BE49-F238E27FC236}">
                <a16:creationId xmlns:a16="http://schemas.microsoft.com/office/drawing/2014/main" id="{DEED5067-8113-4D84-8C95-5143D5269A9C}"/>
              </a:ext>
            </a:extLst>
          </p:cNvPr>
          <p:cNvSpPr txBox="1">
            <a:spLocks noChangeArrowheads="1"/>
          </p:cNvSpPr>
          <p:nvPr/>
        </p:nvSpPr>
        <p:spPr bwMode="auto">
          <a:xfrm>
            <a:off x="914400" y="1219200"/>
            <a:ext cx="7261225" cy="448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b="1" dirty="0"/>
              <a:t>1) Well-regarded </a:t>
            </a:r>
            <a:r>
              <a:rPr lang="en-US" altLang="en-US" sz="1800" b="1" dirty="0">
                <a:solidFill>
                  <a:srgbClr val="FF0000"/>
                </a:solidFill>
              </a:rPr>
              <a:t>public-key techniques</a:t>
            </a:r>
            <a:r>
              <a:rPr lang="en-US" altLang="en-US" sz="1800" b="1" dirty="0"/>
              <a:t> include:</a:t>
            </a:r>
          </a:p>
          <a:p>
            <a:pPr lvl="1">
              <a:buFontTx/>
              <a:buChar char="•"/>
            </a:pPr>
            <a:r>
              <a:rPr lang="en-US" altLang="en-US" sz="1800" b="1" dirty="0"/>
              <a:t> Diffie-Hellman</a:t>
            </a:r>
          </a:p>
          <a:p>
            <a:pPr lvl="1">
              <a:buFontTx/>
              <a:buChar char="•"/>
            </a:pPr>
            <a:r>
              <a:rPr lang="en-US" altLang="en-US" sz="1800" b="1" dirty="0"/>
              <a:t> RSA encryption algorithm</a:t>
            </a:r>
          </a:p>
          <a:p>
            <a:pPr lvl="1">
              <a:buFontTx/>
              <a:buChar char="•"/>
            </a:pPr>
            <a:r>
              <a:rPr lang="en-US" altLang="en-US" sz="1800" b="1" dirty="0"/>
              <a:t> </a:t>
            </a:r>
            <a:r>
              <a:rPr lang="en-US" altLang="en-US" sz="1800" b="1" dirty="0" err="1"/>
              <a:t>ElGamal</a:t>
            </a:r>
            <a:endParaRPr lang="en-US" altLang="en-US" sz="1800" b="1" dirty="0"/>
          </a:p>
          <a:p>
            <a:pPr lvl="1">
              <a:buFontTx/>
              <a:buChar char="•"/>
            </a:pPr>
            <a:r>
              <a:rPr lang="en-US" altLang="en-US" sz="1800" b="1" dirty="0"/>
              <a:t> DSS (Digital Signature Standard), which incorporates the </a:t>
            </a:r>
          </a:p>
          <a:p>
            <a:pPr lvl="1"/>
            <a:r>
              <a:rPr lang="en-US" altLang="en-US" sz="1800" b="1" dirty="0"/>
              <a:t>  Digital Signature Algorithm.</a:t>
            </a:r>
          </a:p>
          <a:p>
            <a:pPr lvl="1">
              <a:buFontTx/>
              <a:buChar char="•"/>
            </a:pPr>
            <a:r>
              <a:rPr lang="en-US" altLang="en-US" sz="1800" b="1" dirty="0"/>
              <a:t> Various Elliptic Curve techniques</a:t>
            </a:r>
          </a:p>
          <a:p>
            <a:pPr lvl="1">
              <a:buFontTx/>
              <a:buChar char="•"/>
            </a:pPr>
            <a:r>
              <a:rPr lang="en-US" altLang="en-US" sz="1800" b="1" dirty="0"/>
              <a:t> Various Password-authenticated key agreement techniques</a:t>
            </a:r>
          </a:p>
          <a:p>
            <a:pPr lvl="1">
              <a:buFontTx/>
              <a:buChar char="•"/>
            </a:pPr>
            <a:r>
              <a:rPr lang="en-US" altLang="en-US" sz="1800" b="1" dirty="0"/>
              <a:t> </a:t>
            </a:r>
            <a:r>
              <a:rPr lang="en-US" altLang="en-US" sz="1800" b="1" dirty="0" err="1"/>
              <a:t>Paillier</a:t>
            </a:r>
            <a:r>
              <a:rPr lang="en-US" altLang="en-US" sz="1800" b="1" dirty="0"/>
              <a:t> cryptosystem</a:t>
            </a:r>
          </a:p>
          <a:p>
            <a:endParaRPr lang="en-US" altLang="en-US" sz="1800" b="1" dirty="0"/>
          </a:p>
          <a:p>
            <a:r>
              <a:rPr lang="en-US" altLang="en-US" sz="1800" b="1" dirty="0"/>
              <a:t>2) </a:t>
            </a:r>
            <a:r>
              <a:rPr lang="en-US" altLang="en-US" sz="1800" b="1" dirty="0">
                <a:solidFill>
                  <a:srgbClr val="FF0000"/>
                </a:solidFill>
              </a:rPr>
              <a:t>Protocols</a:t>
            </a:r>
            <a:r>
              <a:rPr lang="en-US" altLang="en-US" sz="1800" b="1" dirty="0"/>
              <a:t> using asymmetric key algorithms include:</a:t>
            </a:r>
          </a:p>
          <a:p>
            <a:pPr lvl="1">
              <a:buFontTx/>
              <a:buChar char="•"/>
            </a:pPr>
            <a:r>
              <a:rPr lang="en-US" altLang="en-US" sz="1800" b="1" dirty="0"/>
              <a:t> PGP – Pretty Good Privacy</a:t>
            </a:r>
          </a:p>
          <a:p>
            <a:pPr lvl="1">
              <a:buFontTx/>
              <a:buChar char="•"/>
            </a:pPr>
            <a:r>
              <a:rPr lang="en-US" altLang="en-US" sz="1800" b="1" dirty="0"/>
              <a:t> GNU Privacy Guard (GPG) an implementation of OpenPGP</a:t>
            </a:r>
          </a:p>
          <a:p>
            <a:pPr lvl="1">
              <a:buFontTx/>
              <a:buChar char="•"/>
            </a:pPr>
            <a:r>
              <a:rPr lang="en-US" altLang="en-US" sz="1800" b="1" dirty="0"/>
              <a:t> Secure Shell (SSH)</a:t>
            </a:r>
          </a:p>
          <a:p>
            <a:pPr lvl="1">
              <a:buFontTx/>
              <a:buChar char="•"/>
            </a:pPr>
            <a:r>
              <a:rPr lang="en-US" altLang="en-US" sz="1800" b="1" dirty="0"/>
              <a:t> SSL now implemented as an IETF standard; </a:t>
            </a:r>
          </a:p>
          <a:p>
            <a:pPr lvl="1"/>
            <a:r>
              <a:rPr lang="en-US" altLang="en-US" sz="1800" b="1" dirty="0"/>
              <a:t>  </a:t>
            </a:r>
            <a:r>
              <a:rPr lang="en-US" altLang="en-US" sz="1800" b="1" dirty="0" err="1"/>
              <a:t>Trasnsport</a:t>
            </a:r>
            <a:r>
              <a:rPr lang="en-US" altLang="en-US" sz="1800" b="1" dirty="0"/>
              <a:t> Layer Security (TLS)</a:t>
            </a:r>
          </a:p>
        </p:txBody>
      </p:sp>
      <p:sp>
        <p:nvSpPr>
          <p:cNvPr id="1591299" name="Rectangle 3">
            <a:extLst>
              <a:ext uri="{FF2B5EF4-FFF2-40B4-BE49-F238E27FC236}">
                <a16:creationId xmlns:a16="http://schemas.microsoft.com/office/drawing/2014/main" id="{EB79B976-F030-4564-9873-3E9D87F78E72}"/>
              </a:ext>
            </a:extLst>
          </p:cNvPr>
          <p:cNvSpPr>
            <a:spLocks noChangeArrowheads="1"/>
          </p:cNvSpPr>
          <p:nvPr/>
        </p:nvSpPr>
        <p:spPr bwMode="auto">
          <a:xfrm>
            <a:off x="457200" y="274638"/>
            <a:ext cx="8229600"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defRPr sz="4400">
                <a:solidFill>
                  <a:schemeClr val="tx2"/>
                </a:solidFill>
                <a:latin typeface="Arial" panose="020B0604020202020204" pitchFamily="34" charset="0"/>
              </a:defRPr>
            </a:lvl1pPr>
            <a:lvl2pPr algn="ctr">
              <a:defRPr sz="4400">
                <a:solidFill>
                  <a:schemeClr val="tx2"/>
                </a:solidFill>
                <a:latin typeface="Arial" panose="020B0604020202020204" pitchFamily="34" charset="0"/>
              </a:defRPr>
            </a:lvl2pPr>
            <a:lvl3pPr algn="ctr">
              <a:defRPr sz="4400">
                <a:solidFill>
                  <a:schemeClr val="tx2"/>
                </a:solidFill>
                <a:latin typeface="Arial" panose="020B0604020202020204" pitchFamily="34" charset="0"/>
              </a:defRPr>
            </a:lvl3pPr>
            <a:lvl4pPr algn="ctr">
              <a:defRPr sz="4400">
                <a:solidFill>
                  <a:schemeClr val="tx2"/>
                </a:solidFill>
                <a:latin typeface="Arial" panose="020B0604020202020204" pitchFamily="34" charset="0"/>
              </a:defRPr>
            </a:lvl4pPr>
            <a:lvl5pPr algn="ctr">
              <a:defRPr sz="4400">
                <a:solidFill>
                  <a:schemeClr val="tx2"/>
                </a:solidFill>
                <a:latin typeface="Arial" panose="020B0604020202020204" pitchFamily="34" charset="0"/>
              </a:defRPr>
            </a:lvl5pPr>
            <a:lvl6pPr marL="457200" algn="ctr" fontAlgn="base">
              <a:spcBef>
                <a:spcPct val="0"/>
              </a:spcBef>
              <a:spcAft>
                <a:spcPct val="0"/>
              </a:spcAft>
              <a:defRPr sz="4400">
                <a:solidFill>
                  <a:schemeClr val="tx2"/>
                </a:solidFill>
                <a:latin typeface="Arial" panose="020B0604020202020204" pitchFamily="34" charset="0"/>
              </a:defRPr>
            </a:lvl6pPr>
            <a:lvl7pPr marL="914400" algn="ctr" fontAlgn="base">
              <a:spcBef>
                <a:spcPct val="0"/>
              </a:spcBef>
              <a:spcAft>
                <a:spcPct val="0"/>
              </a:spcAft>
              <a:defRPr sz="4400">
                <a:solidFill>
                  <a:schemeClr val="tx2"/>
                </a:solidFill>
                <a:latin typeface="Arial" panose="020B0604020202020204" pitchFamily="34" charset="0"/>
              </a:defRPr>
            </a:lvl7pPr>
            <a:lvl8pPr marL="1371600" algn="ctr" fontAlgn="base">
              <a:spcBef>
                <a:spcPct val="0"/>
              </a:spcBef>
              <a:spcAft>
                <a:spcPct val="0"/>
              </a:spcAft>
              <a:defRPr sz="4400">
                <a:solidFill>
                  <a:schemeClr val="tx2"/>
                </a:solidFill>
                <a:latin typeface="Arial" panose="020B0604020202020204" pitchFamily="34" charset="0"/>
              </a:defRPr>
            </a:lvl8pPr>
            <a:lvl9pPr marL="1828800" algn="ctr" fontAlgn="base">
              <a:spcBef>
                <a:spcPct val="0"/>
              </a:spcBef>
              <a:spcAft>
                <a:spcPct val="0"/>
              </a:spcAft>
              <a:defRPr sz="4400">
                <a:solidFill>
                  <a:schemeClr val="tx2"/>
                </a:solidFill>
                <a:latin typeface="Arial" panose="020B0604020202020204" pitchFamily="34" charset="0"/>
              </a:defRPr>
            </a:lvl9pPr>
          </a:lstStyle>
          <a:p>
            <a:r>
              <a:rPr lang="en-AU" altLang="en-US" sz="2000" dirty="0">
                <a:solidFill>
                  <a:schemeClr val="tx1"/>
                </a:solidFill>
              </a:rPr>
              <a:t>Example of Public-Key Cryptographic Techniques</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3"/>
          <p:cNvSpPr>
            <a:spLocks noGrp="1"/>
          </p:cNvSpPr>
          <p:nvPr>
            <p:ph type="ctrTitle"/>
          </p:nvPr>
        </p:nvSpPr>
        <p:spPr>
          <a:xfrm>
            <a:off x="2172456" y="2200277"/>
            <a:ext cx="6754812" cy="1470025"/>
          </a:xfrm>
        </p:spPr>
        <p:txBody>
          <a:bodyPr/>
          <a:lstStyle/>
          <a:p>
            <a:r>
              <a:rPr lang="en-US" dirty="0"/>
              <a:t>Hash Function</a:t>
            </a:r>
            <a:endParaRPr lang="en-GB" dirty="0"/>
          </a:p>
        </p:txBody>
      </p:sp>
      <p:sp>
        <p:nvSpPr>
          <p:cNvPr id="3" name="Subtitle 2">
            <a:extLst>
              <a:ext uri="{FF2B5EF4-FFF2-40B4-BE49-F238E27FC236}">
                <a16:creationId xmlns:a16="http://schemas.microsoft.com/office/drawing/2014/main" id="{A6B2C7F9-ABEE-2677-9A32-1D999BADD27D}"/>
              </a:ext>
            </a:extLst>
          </p:cNvPr>
          <p:cNvSpPr>
            <a:spLocks noGrp="1"/>
          </p:cNvSpPr>
          <p:nvPr>
            <p:ph type="subTitle" idx="1"/>
          </p:nvPr>
        </p:nvSpPr>
        <p:spPr/>
        <p:txBody>
          <a:bodyPr/>
          <a:lstStyle/>
          <a:p>
            <a:endParaRPr lang="en-MY"/>
          </a:p>
        </p:txBody>
      </p:sp>
    </p:spTree>
    <p:extLst>
      <p:ext uri="{BB962C8B-B14F-4D97-AF65-F5344CB8AC3E}">
        <p14:creationId xmlns:p14="http://schemas.microsoft.com/office/powerpoint/2010/main" val="348092093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2738" name="Rectangle 2">
            <a:extLst>
              <a:ext uri="{FF2B5EF4-FFF2-40B4-BE49-F238E27FC236}">
                <a16:creationId xmlns:a16="http://schemas.microsoft.com/office/drawing/2014/main" id="{5CDADB55-1BDD-4E8A-8BAA-30E7FB2F1B43}"/>
              </a:ext>
            </a:extLst>
          </p:cNvPr>
          <p:cNvSpPr>
            <a:spLocks noChangeArrowheads="1"/>
          </p:cNvSpPr>
          <p:nvPr/>
        </p:nvSpPr>
        <p:spPr bwMode="auto">
          <a:xfrm>
            <a:off x="485775" y="274638"/>
            <a:ext cx="7042150" cy="1143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normAutofit/>
          </a:bodyPr>
          <a:lstStyle>
            <a:lvl1pPr algn="ctr">
              <a:defRPr sz="4400">
                <a:solidFill>
                  <a:schemeClr val="tx2"/>
                </a:solidFill>
                <a:latin typeface="Arial" panose="020B0604020202020204" pitchFamily="34" charset="0"/>
              </a:defRPr>
            </a:lvl1pPr>
            <a:lvl2pPr algn="ctr">
              <a:defRPr sz="4400">
                <a:solidFill>
                  <a:schemeClr val="tx2"/>
                </a:solidFill>
                <a:latin typeface="Arial" panose="020B0604020202020204" pitchFamily="34" charset="0"/>
              </a:defRPr>
            </a:lvl2pPr>
            <a:lvl3pPr algn="ctr">
              <a:defRPr sz="4400">
                <a:solidFill>
                  <a:schemeClr val="tx2"/>
                </a:solidFill>
                <a:latin typeface="Arial" panose="020B0604020202020204" pitchFamily="34" charset="0"/>
              </a:defRPr>
            </a:lvl3pPr>
            <a:lvl4pPr algn="ctr">
              <a:defRPr sz="4400">
                <a:solidFill>
                  <a:schemeClr val="tx2"/>
                </a:solidFill>
                <a:latin typeface="Arial" panose="020B0604020202020204" pitchFamily="34" charset="0"/>
              </a:defRPr>
            </a:lvl4pPr>
            <a:lvl5pPr algn="ctr">
              <a:defRPr sz="4400">
                <a:solidFill>
                  <a:schemeClr val="tx2"/>
                </a:solidFill>
                <a:latin typeface="Arial" panose="020B0604020202020204" pitchFamily="34" charset="0"/>
              </a:defRPr>
            </a:lvl5pPr>
            <a:lvl6pPr marL="457200" algn="ctr" fontAlgn="base">
              <a:spcBef>
                <a:spcPct val="0"/>
              </a:spcBef>
              <a:spcAft>
                <a:spcPct val="0"/>
              </a:spcAft>
              <a:defRPr sz="4400">
                <a:solidFill>
                  <a:schemeClr val="tx2"/>
                </a:solidFill>
                <a:latin typeface="Arial" panose="020B0604020202020204" pitchFamily="34" charset="0"/>
              </a:defRPr>
            </a:lvl6pPr>
            <a:lvl7pPr marL="914400" algn="ctr" fontAlgn="base">
              <a:spcBef>
                <a:spcPct val="0"/>
              </a:spcBef>
              <a:spcAft>
                <a:spcPct val="0"/>
              </a:spcAft>
              <a:defRPr sz="4400">
                <a:solidFill>
                  <a:schemeClr val="tx2"/>
                </a:solidFill>
                <a:latin typeface="Arial" panose="020B0604020202020204" pitchFamily="34" charset="0"/>
              </a:defRPr>
            </a:lvl7pPr>
            <a:lvl8pPr marL="1371600" algn="ctr" fontAlgn="base">
              <a:spcBef>
                <a:spcPct val="0"/>
              </a:spcBef>
              <a:spcAft>
                <a:spcPct val="0"/>
              </a:spcAft>
              <a:defRPr sz="4400">
                <a:solidFill>
                  <a:schemeClr val="tx2"/>
                </a:solidFill>
                <a:latin typeface="Arial" panose="020B0604020202020204" pitchFamily="34" charset="0"/>
              </a:defRPr>
            </a:lvl8pPr>
            <a:lvl9pPr marL="1828800" algn="ctr" fontAlgn="base">
              <a:spcBef>
                <a:spcPct val="0"/>
              </a:spcBef>
              <a:spcAft>
                <a:spcPct val="0"/>
              </a:spcAft>
              <a:defRPr sz="4400">
                <a:solidFill>
                  <a:schemeClr val="tx2"/>
                </a:solidFill>
                <a:latin typeface="Arial" panose="020B0604020202020204" pitchFamily="34" charset="0"/>
              </a:defRPr>
            </a:lvl9pPr>
          </a:lstStyle>
          <a:p>
            <a:pPr eaLnBrk="1" hangingPunct="1">
              <a:spcAft>
                <a:spcPts val="600"/>
              </a:spcAft>
            </a:pPr>
            <a:r>
              <a:rPr lang="en-US" altLang="en-US" sz="3600">
                <a:latin typeface="+mj-lt"/>
                <a:ea typeface="+mj-ea"/>
                <a:cs typeface="+mj-cs"/>
              </a:rPr>
              <a:t>Hash Functions</a:t>
            </a:r>
            <a:endParaRPr lang="en-AU" altLang="en-US" sz="3600">
              <a:latin typeface="+mj-lt"/>
              <a:ea typeface="+mj-ea"/>
              <a:cs typeface="+mj-cs"/>
            </a:endParaRPr>
          </a:p>
        </p:txBody>
      </p:sp>
      <p:sp>
        <p:nvSpPr>
          <p:cNvPr id="372739" name="Text Box 3">
            <a:extLst>
              <a:ext uri="{FF2B5EF4-FFF2-40B4-BE49-F238E27FC236}">
                <a16:creationId xmlns:a16="http://schemas.microsoft.com/office/drawing/2014/main" id="{41E102F6-8197-45D0-9378-3BDD19778F65}"/>
              </a:ext>
            </a:extLst>
          </p:cNvPr>
          <p:cNvSpPr txBox="1">
            <a:spLocks noChangeArrowheads="1"/>
          </p:cNvSpPr>
          <p:nvPr/>
        </p:nvSpPr>
        <p:spPr bwMode="auto">
          <a:xfrm>
            <a:off x="487363" y="1697038"/>
            <a:ext cx="4038600" cy="45259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normAutofit/>
          </a:bodyPr>
          <a:lstStyle/>
          <a:p>
            <a:pPr eaLnBrk="1" hangingPunct="1">
              <a:lnSpc>
                <a:spcPct val="90000"/>
              </a:lnSpc>
              <a:spcBef>
                <a:spcPct val="20000"/>
              </a:spcBef>
              <a:buFont typeface="Symbol" panose="05050102010706020507" pitchFamily="18" charset="2"/>
              <a:buBlip>
                <a:blip r:embed="rId2"/>
              </a:buBlip>
            </a:pPr>
            <a:r>
              <a:rPr lang="en-US" altLang="en-US" sz="1500" dirty="0">
                <a:latin typeface="+mn-lt"/>
              </a:rPr>
              <a:t> </a:t>
            </a:r>
            <a:r>
              <a:rPr lang="en-US" altLang="en-US" sz="1500" b="1" dirty="0">
                <a:latin typeface="+mn-lt"/>
              </a:rPr>
              <a:t>Can use for encryption, authentication and digital signature.</a:t>
            </a:r>
          </a:p>
          <a:p>
            <a:pPr eaLnBrk="1" hangingPunct="1">
              <a:lnSpc>
                <a:spcPct val="90000"/>
              </a:lnSpc>
              <a:spcBef>
                <a:spcPct val="20000"/>
              </a:spcBef>
              <a:buFont typeface="Symbol" panose="05050102010706020507" pitchFamily="18" charset="2"/>
              <a:buNone/>
            </a:pPr>
            <a:endParaRPr lang="en-US" altLang="en-US" sz="1500" b="1" dirty="0">
              <a:latin typeface="+mn-lt"/>
            </a:endParaRPr>
          </a:p>
          <a:p>
            <a:pPr marL="273050" indent="-273050" eaLnBrk="1" hangingPunct="1">
              <a:spcBef>
                <a:spcPts val="600"/>
              </a:spcBef>
              <a:buFont typeface="Arial" panose="020B0604020202020204" pitchFamily="34" charset="0"/>
              <a:buChar char="•"/>
            </a:pPr>
            <a:r>
              <a:rPr lang="en-US" altLang="en-US" sz="1500" b="1" dirty="0">
                <a:latin typeface="+mn-lt"/>
              </a:rPr>
              <a:t>Hash function </a:t>
            </a:r>
            <a:r>
              <a:rPr lang="en-US" altLang="en-US" sz="1500" b="1" dirty="0">
                <a:highlight>
                  <a:srgbClr val="FFFF00"/>
                </a:highlight>
                <a:latin typeface="+mn-lt"/>
              </a:rPr>
              <a:t>accepts a variable-size message M </a:t>
            </a:r>
            <a:r>
              <a:rPr lang="en-US" altLang="en-US" sz="1500" b="1" dirty="0">
                <a:latin typeface="+mn-lt"/>
              </a:rPr>
              <a:t>as input and produces </a:t>
            </a:r>
            <a:r>
              <a:rPr lang="en-US" altLang="en-US" sz="1500" b="1" dirty="0">
                <a:highlight>
                  <a:srgbClr val="FFFF00"/>
                </a:highlight>
                <a:latin typeface="+mn-lt"/>
              </a:rPr>
              <a:t>a fixed-size output</a:t>
            </a:r>
            <a:r>
              <a:rPr lang="en-US" altLang="en-US" sz="1500" b="1" dirty="0">
                <a:latin typeface="+mn-lt"/>
              </a:rPr>
              <a:t>, referred to as a hash code H(M).</a:t>
            </a:r>
          </a:p>
          <a:p>
            <a:pPr marL="285750" indent="-285750" eaLnBrk="1" hangingPunct="1">
              <a:lnSpc>
                <a:spcPct val="90000"/>
              </a:lnSpc>
              <a:spcBef>
                <a:spcPts val="600"/>
              </a:spcBef>
              <a:buFont typeface="Arial" panose="020B0604020202020204" pitchFamily="34" charset="0"/>
              <a:buChar char="•"/>
            </a:pPr>
            <a:r>
              <a:rPr lang="en-US" altLang="en-US" sz="1500" b="1" dirty="0">
                <a:latin typeface="+mn-lt"/>
              </a:rPr>
              <a:t>A Hash Function produces a fingerprint of some file/message/data</a:t>
            </a:r>
          </a:p>
          <a:p>
            <a:pPr marL="285750" indent="-285750" eaLnBrk="1" hangingPunct="1">
              <a:lnSpc>
                <a:spcPct val="90000"/>
              </a:lnSpc>
              <a:spcBef>
                <a:spcPct val="20000"/>
              </a:spcBef>
              <a:buFont typeface="Arial" panose="020B0604020202020204" pitchFamily="34" charset="0"/>
              <a:buChar char="•"/>
            </a:pPr>
            <a:endParaRPr lang="en-US" altLang="en-US" sz="1500" b="1" dirty="0">
              <a:latin typeface="+mn-lt"/>
            </a:endParaRPr>
          </a:p>
          <a:p>
            <a:pPr eaLnBrk="1" hangingPunct="1">
              <a:lnSpc>
                <a:spcPct val="90000"/>
              </a:lnSpc>
              <a:spcBef>
                <a:spcPct val="20000"/>
              </a:spcBef>
            </a:pPr>
            <a:r>
              <a:rPr lang="en-US" altLang="en-US" sz="1500" b="1" dirty="0">
                <a:effectLst>
                  <a:outerShdw blurRad="38100" dist="38100" dir="2700000" algn="tl">
                    <a:srgbClr val="000000">
                      <a:alpha val="43137"/>
                    </a:srgbClr>
                  </a:outerShdw>
                </a:effectLst>
                <a:latin typeface="+mn-lt"/>
              </a:rPr>
              <a:t>	</a:t>
            </a:r>
            <a:r>
              <a:rPr lang="en-US" altLang="en-US" sz="1500" b="1" dirty="0">
                <a:solidFill>
                  <a:srgbClr val="FF0000"/>
                </a:solidFill>
                <a:effectLst>
                  <a:outerShdw blurRad="38100" dist="38100" dir="2700000" algn="tl">
                    <a:srgbClr val="000000">
                      <a:alpha val="43137"/>
                    </a:srgbClr>
                  </a:outerShdw>
                </a:effectLst>
                <a:latin typeface="+mn-lt"/>
              </a:rPr>
              <a:t>h = H(M)</a:t>
            </a:r>
          </a:p>
          <a:p>
            <a:pPr marL="285750" indent="-285750" eaLnBrk="1" hangingPunct="1">
              <a:lnSpc>
                <a:spcPct val="90000"/>
              </a:lnSpc>
              <a:spcBef>
                <a:spcPct val="20000"/>
              </a:spcBef>
              <a:buFont typeface="Arial" panose="020B0604020202020204" pitchFamily="34" charset="0"/>
              <a:buChar char="•"/>
            </a:pPr>
            <a:endParaRPr lang="en-US" altLang="en-US" sz="1500" b="1" dirty="0">
              <a:latin typeface="+mn-lt"/>
            </a:endParaRPr>
          </a:p>
          <a:p>
            <a:pPr marL="742950" lvl="1" indent="-285750" eaLnBrk="1" hangingPunct="1">
              <a:lnSpc>
                <a:spcPct val="90000"/>
              </a:lnSpc>
              <a:spcBef>
                <a:spcPct val="20000"/>
              </a:spcBef>
              <a:buFont typeface="Wingdings" panose="05000000000000000000" pitchFamily="2" charset="2"/>
              <a:buChar char="§"/>
            </a:pPr>
            <a:r>
              <a:rPr lang="en-US" altLang="en-US" sz="1500" dirty="0">
                <a:latin typeface="+mn-lt"/>
              </a:rPr>
              <a:t>condenses a variable-length message M</a:t>
            </a:r>
          </a:p>
          <a:p>
            <a:pPr marL="742950" lvl="1" indent="-285750" eaLnBrk="1" hangingPunct="1">
              <a:lnSpc>
                <a:spcPct val="90000"/>
              </a:lnSpc>
              <a:spcBef>
                <a:spcPct val="20000"/>
              </a:spcBef>
              <a:buFont typeface="Wingdings" panose="05000000000000000000" pitchFamily="2" charset="2"/>
              <a:buChar char="§"/>
            </a:pPr>
            <a:r>
              <a:rPr lang="en-US" altLang="en-US" sz="1500" dirty="0">
                <a:latin typeface="+mn-lt"/>
              </a:rPr>
              <a:t>to a fixed-sized fingerprint</a:t>
            </a:r>
          </a:p>
          <a:p>
            <a:pPr marL="285750" indent="-285750" eaLnBrk="1" hangingPunct="1">
              <a:lnSpc>
                <a:spcPct val="90000"/>
              </a:lnSpc>
              <a:spcBef>
                <a:spcPct val="20000"/>
              </a:spcBef>
              <a:buFont typeface="Arial" panose="020B0604020202020204" pitchFamily="34" charset="0"/>
              <a:buChar char="•"/>
            </a:pPr>
            <a:endParaRPr lang="en-US" altLang="en-US" sz="1500" b="1" dirty="0">
              <a:latin typeface="+mn-lt"/>
            </a:endParaRPr>
          </a:p>
          <a:p>
            <a:pPr eaLnBrk="1" hangingPunct="1">
              <a:lnSpc>
                <a:spcPct val="90000"/>
              </a:lnSpc>
              <a:spcBef>
                <a:spcPct val="20000"/>
              </a:spcBef>
              <a:buFont typeface="Symbol" panose="05050102010706020507" pitchFamily="18" charset="2"/>
              <a:buNone/>
            </a:pPr>
            <a:endParaRPr lang="en-US" altLang="en-US" sz="1500" b="1" dirty="0">
              <a:latin typeface="+mn-lt"/>
            </a:endParaRPr>
          </a:p>
          <a:p>
            <a:pPr eaLnBrk="1" hangingPunct="1">
              <a:lnSpc>
                <a:spcPct val="90000"/>
              </a:lnSpc>
              <a:spcBef>
                <a:spcPct val="20000"/>
              </a:spcBef>
              <a:buFont typeface="Symbol" panose="05050102010706020507" pitchFamily="18" charset="2"/>
              <a:buNone/>
            </a:pPr>
            <a:endParaRPr lang="en-US" altLang="en-US" sz="1500" b="1" dirty="0">
              <a:latin typeface="+mn-lt"/>
            </a:endParaRPr>
          </a:p>
          <a:p>
            <a:pPr eaLnBrk="1" hangingPunct="1">
              <a:lnSpc>
                <a:spcPct val="90000"/>
              </a:lnSpc>
              <a:spcBef>
                <a:spcPct val="20000"/>
              </a:spcBef>
            </a:pPr>
            <a:endParaRPr lang="en-US" altLang="en-US" sz="1500" b="1" dirty="0">
              <a:latin typeface="+mn-lt"/>
            </a:endParaRPr>
          </a:p>
        </p:txBody>
      </p:sp>
      <p:pic>
        <p:nvPicPr>
          <p:cNvPr id="2" name="Picture 1" descr="A screenshot of a computer&#10;&#10;Description automatically generated with medium confidence">
            <a:extLst>
              <a:ext uri="{FF2B5EF4-FFF2-40B4-BE49-F238E27FC236}">
                <a16:creationId xmlns:a16="http://schemas.microsoft.com/office/drawing/2014/main" id="{50333739-61BA-219D-978D-EB8A1DB81D9A}"/>
              </a:ext>
            </a:extLst>
          </p:cNvPr>
          <p:cNvPicPr>
            <a:picLocks noChangeAspect="1"/>
          </p:cNvPicPr>
          <p:nvPr/>
        </p:nvPicPr>
        <p:blipFill>
          <a:blip r:embed="rId3"/>
          <a:stretch>
            <a:fillRect/>
          </a:stretch>
        </p:blipFill>
        <p:spPr>
          <a:xfrm>
            <a:off x="4678363" y="2496026"/>
            <a:ext cx="4038600" cy="2927985"/>
          </a:xfrm>
          <a:prstGeom prst="rect">
            <a:avLst/>
          </a:prstGeom>
          <a:noFill/>
        </p:spPr>
      </p:pic>
      <p:sp>
        <p:nvSpPr>
          <p:cNvPr id="4" name="Content Placeholder 3">
            <a:extLst>
              <a:ext uri="{FF2B5EF4-FFF2-40B4-BE49-F238E27FC236}">
                <a16:creationId xmlns:a16="http://schemas.microsoft.com/office/drawing/2014/main" id="{11089CE1-01E9-C4A4-BE2F-F0040842B848}"/>
              </a:ext>
            </a:extLst>
          </p:cNvPr>
          <p:cNvSpPr>
            <a:spLocks noGrp="1"/>
          </p:cNvSpPr>
          <p:nvPr>
            <p:ph sz="half" idx="1"/>
          </p:nvPr>
        </p:nvSpPr>
        <p:spPr/>
        <p:txBody>
          <a:bodyPr/>
          <a:lstStyle/>
          <a:p>
            <a:endParaRPr lang="en-MY"/>
          </a:p>
        </p:txBody>
      </p:sp>
      <p:sp>
        <p:nvSpPr>
          <p:cNvPr id="6" name="Content Placeholder 5">
            <a:extLst>
              <a:ext uri="{FF2B5EF4-FFF2-40B4-BE49-F238E27FC236}">
                <a16:creationId xmlns:a16="http://schemas.microsoft.com/office/drawing/2014/main" id="{45E4A0F8-668F-1C0C-C2C6-D7E3E278D858}"/>
              </a:ext>
            </a:extLst>
          </p:cNvPr>
          <p:cNvSpPr>
            <a:spLocks noGrp="1"/>
          </p:cNvSpPr>
          <p:nvPr>
            <p:ph sz="half" idx="2"/>
          </p:nvPr>
        </p:nvSpPr>
        <p:spPr/>
        <p:txBody>
          <a:bodyPr/>
          <a:lstStyle/>
          <a:p>
            <a:endParaRPr lang="en-MY"/>
          </a:p>
        </p:txBody>
      </p:sp>
      <p:sp>
        <p:nvSpPr>
          <p:cNvPr id="3" name="Title 2">
            <a:extLst>
              <a:ext uri="{FF2B5EF4-FFF2-40B4-BE49-F238E27FC236}">
                <a16:creationId xmlns:a16="http://schemas.microsoft.com/office/drawing/2014/main" id="{DD0B1FEC-B097-EE82-C0EC-B42B427DB21D}"/>
              </a:ext>
            </a:extLst>
          </p:cNvPr>
          <p:cNvSpPr>
            <a:spLocks noGrp="1"/>
          </p:cNvSpPr>
          <p:nvPr>
            <p:ph type="title"/>
          </p:nvPr>
        </p:nvSpPr>
        <p:spPr/>
        <p:txBody>
          <a:bodyPr/>
          <a:lstStyle/>
          <a:p>
            <a:endParaRPr lang="en-MY"/>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8FC4FE7E-4630-9549-6CF4-E027E5C73436}"/>
              </a:ext>
            </a:extLst>
          </p:cNvPr>
          <p:cNvSpPr>
            <a:spLocks noGrp="1"/>
          </p:cNvSpPr>
          <p:nvPr>
            <p:ph sz="half" idx="1"/>
          </p:nvPr>
        </p:nvSpPr>
        <p:spPr>
          <a:xfrm>
            <a:off x="221514" y="1697038"/>
            <a:ext cx="8670966" cy="4525962"/>
          </a:xfrm>
        </p:spPr>
        <p:txBody>
          <a:bodyPr/>
          <a:lstStyle/>
          <a:p>
            <a:pPr marL="0" indent="0">
              <a:buNone/>
            </a:pPr>
            <a:r>
              <a:rPr lang="en-US" b="1" dirty="0"/>
              <a:t>Hash functions produce a fixed-size output</a:t>
            </a:r>
          </a:p>
          <a:p>
            <a:endParaRPr lang="en-US" dirty="0"/>
          </a:p>
          <a:p>
            <a:endParaRPr lang="en-US" dirty="0"/>
          </a:p>
          <a:p>
            <a:endParaRPr lang="en-US" dirty="0"/>
          </a:p>
          <a:p>
            <a:endParaRPr lang="en-US" dirty="0"/>
          </a:p>
          <a:p>
            <a:r>
              <a:rPr lang="en-US" dirty="0" err="1"/>
              <a:t>Certutil</a:t>
            </a:r>
            <a:r>
              <a:rPr lang="en-US" dirty="0"/>
              <a:t> supports the following cryptographic hash functions: MD2, MD4, MD5, SHA1, SHA256, SHA384, SHA512.</a:t>
            </a:r>
            <a:endParaRPr lang="en-MY" dirty="0"/>
          </a:p>
          <a:p>
            <a:endParaRPr lang="en-MY" dirty="0"/>
          </a:p>
        </p:txBody>
      </p:sp>
      <p:sp>
        <p:nvSpPr>
          <p:cNvPr id="2" name="Title 1">
            <a:extLst>
              <a:ext uri="{FF2B5EF4-FFF2-40B4-BE49-F238E27FC236}">
                <a16:creationId xmlns:a16="http://schemas.microsoft.com/office/drawing/2014/main" id="{4D590D93-AF73-5CBC-875B-D8E3F51CC5FA}"/>
              </a:ext>
            </a:extLst>
          </p:cNvPr>
          <p:cNvSpPr>
            <a:spLocks noGrp="1"/>
          </p:cNvSpPr>
          <p:nvPr>
            <p:ph type="title"/>
          </p:nvPr>
        </p:nvSpPr>
        <p:spPr>
          <a:xfrm>
            <a:off x="221514" y="274638"/>
            <a:ext cx="7843030" cy="1143000"/>
          </a:xfrm>
        </p:spPr>
        <p:txBody>
          <a:bodyPr/>
          <a:lstStyle/>
          <a:p>
            <a:r>
              <a:rPr lang="en-US" dirty="0"/>
              <a:t>Activity</a:t>
            </a:r>
            <a:endParaRPr lang="en-MY" dirty="0"/>
          </a:p>
        </p:txBody>
      </p:sp>
      <p:pic>
        <p:nvPicPr>
          <p:cNvPr id="6" name="Picture 5">
            <a:extLst>
              <a:ext uri="{FF2B5EF4-FFF2-40B4-BE49-F238E27FC236}">
                <a16:creationId xmlns:a16="http://schemas.microsoft.com/office/drawing/2014/main" id="{220A6C60-FB3A-EFD9-C9F2-A74296436FE3}"/>
              </a:ext>
            </a:extLst>
          </p:cNvPr>
          <p:cNvPicPr>
            <a:picLocks noChangeAspect="1"/>
          </p:cNvPicPr>
          <p:nvPr/>
        </p:nvPicPr>
        <p:blipFill>
          <a:blip r:embed="rId2"/>
          <a:stretch>
            <a:fillRect/>
          </a:stretch>
        </p:blipFill>
        <p:spPr>
          <a:xfrm>
            <a:off x="601896" y="2492896"/>
            <a:ext cx="8045078" cy="565469"/>
          </a:xfrm>
          <a:prstGeom prst="rect">
            <a:avLst/>
          </a:prstGeom>
        </p:spPr>
      </p:pic>
    </p:spTree>
    <p:extLst>
      <p:ext uri="{BB962C8B-B14F-4D97-AF65-F5344CB8AC3E}">
        <p14:creationId xmlns:p14="http://schemas.microsoft.com/office/powerpoint/2010/main" val="28532614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6290" name="Rectangle 2">
            <a:extLst>
              <a:ext uri="{FF2B5EF4-FFF2-40B4-BE49-F238E27FC236}">
                <a16:creationId xmlns:a16="http://schemas.microsoft.com/office/drawing/2014/main" id="{864852AF-151A-4162-A693-8CEDDDDFCF02}"/>
              </a:ext>
            </a:extLst>
          </p:cNvPr>
          <p:cNvSpPr>
            <a:spLocks noChangeArrowheads="1"/>
          </p:cNvSpPr>
          <p:nvPr/>
        </p:nvSpPr>
        <p:spPr bwMode="auto">
          <a:xfrm>
            <a:off x="457200" y="274638"/>
            <a:ext cx="8229600" cy="792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defRPr sz="4400">
                <a:solidFill>
                  <a:schemeClr val="tx2"/>
                </a:solidFill>
                <a:latin typeface="Arial" panose="020B0604020202020204" pitchFamily="34" charset="0"/>
              </a:defRPr>
            </a:lvl1pPr>
            <a:lvl2pPr algn="ctr">
              <a:defRPr sz="4400">
                <a:solidFill>
                  <a:schemeClr val="tx2"/>
                </a:solidFill>
                <a:latin typeface="Arial" panose="020B0604020202020204" pitchFamily="34" charset="0"/>
              </a:defRPr>
            </a:lvl2pPr>
            <a:lvl3pPr algn="ctr">
              <a:defRPr sz="4400">
                <a:solidFill>
                  <a:schemeClr val="tx2"/>
                </a:solidFill>
                <a:latin typeface="Arial" panose="020B0604020202020204" pitchFamily="34" charset="0"/>
              </a:defRPr>
            </a:lvl3pPr>
            <a:lvl4pPr algn="ctr">
              <a:defRPr sz="4400">
                <a:solidFill>
                  <a:schemeClr val="tx2"/>
                </a:solidFill>
                <a:latin typeface="Arial" panose="020B0604020202020204" pitchFamily="34" charset="0"/>
              </a:defRPr>
            </a:lvl4pPr>
            <a:lvl5pPr algn="ctr">
              <a:defRPr sz="4400">
                <a:solidFill>
                  <a:schemeClr val="tx2"/>
                </a:solidFill>
                <a:latin typeface="Arial" panose="020B0604020202020204" pitchFamily="34" charset="0"/>
              </a:defRPr>
            </a:lvl5pPr>
            <a:lvl6pPr marL="457200" algn="ctr" fontAlgn="base">
              <a:spcBef>
                <a:spcPct val="0"/>
              </a:spcBef>
              <a:spcAft>
                <a:spcPct val="0"/>
              </a:spcAft>
              <a:defRPr sz="4400">
                <a:solidFill>
                  <a:schemeClr val="tx2"/>
                </a:solidFill>
                <a:latin typeface="Arial" panose="020B0604020202020204" pitchFamily="34" charset="0"/>
              </a:defRPr>
            </a:lvl6pPr>
            <a:lvl7pPr marL="914400" algn="ctr" fontAlgn="base">
              <a:spcBef>
                <a:spcPct val="0"/>
              </a:spcBef>
              <a:spcAft>
                <a:spcPct val="0"/>
              </a:spcAft>
              <a:defRPr sz="4400">
                <a:solidFill>
                  <a:schemeClr val="tx2"/>
                </a:solidFill>
                <a:latin typeface="Arial" panose="020B0604020202020204" pitchFamily="34" charset="0"/>
              </a:defRPr>
            </a:lvl7pPr>
            <a:lvl8pPr marL="1371600" algn="ctr" fontAlgn="base">
              <a:spcBef>
                <a:spcPct val="0"/>
              </a:spcBef>
              <a:spcAft>
                <a:spcPct val="0"/>
              </a:spcAft>
              <a:defRPr sz="4400">
                <a:solidFill>
                  <a:schemeClr val="tx2"/>
                </a:solidFill>
                <a:latin typeface="Arial" panose="020B0604020202020204" pitchFamily="34" charset="0"/>
              </a:defRPr>
            </a:lvl8pPr>
            <a:lvl9pPr marL="1828800" algn="ctr" fontAlgn="base">
              <a:spcBef>
                <a:spcPct val="0"/>
              </a:spcBef>
              <a:spcAft>
                <a:spcPct val="0"/>
              </a:spcAft>
              <a:defRPr sz="4400">
                <a:solidFill>
                  <a:schemeClr val="tx2"/>
                </a:solidFill>
                <a:latin typeface="Arial" panose="020B0604020202020204" pitchFamily="34" charset="0"/>
              </a:defRPr>
            </a:lvl9pPr>
          </a:lstStyle>
          <a:p>
            <a:r>
              <a:rPr lang="en-US" altLang="en-US" sz="3200" dirty="0">
                <a:solidFill>
                  <a:schemeClr val="tx1"/>
                </a:solidFill>
              </a:rPr>
              <a:t>Hash Functions</a:t>
            </a:r>
            <a:endParaRPr lang="en-AU" altLang="en-US" sz="3200" dirty="0">
              <a:solidFill>
                <a:schemeClr val="tx1"/>
              </a:solidFill>
            </a:endParaRPr>
          </a:p>
        </p:txBody>
      </p:sp>
      <p:sp>
        <p:nvSpPr>
          <p:cNvPr id="4" name="Google Shape;151;p22">
            <a:extLst>
              <a:ext uri="{FF2B5EF4-FFF2-40B4-BE49-F238E27FC236}">
                <a16:creationId xmlns:a16="http://schemas.microsoft.com/office/drawing/2014/main" id="{E3E7533F-00BB-90C4-A0D1-DD6D44242088}"/>
              </a:ext>
            </a:extLst>
          </p:cNvPr>
          <p:cNvSpPr txBox="1">
            <a:spLocks/>
          </p:cNvSpPr>
          <p:nvPr/>
        </p:nvSpPr>
        <p:spPr>
          <a:xfrm>
            <a:off x="673996" y="1626355"/>
            <a:ext cx="8146476" cy="3605289"/>
          </a:xfrm>
          <a:prstGeom prst="rect">
            <a:avLst/>
          </a:prstGeom>
        </p:spPr>
        <p:txBody>
          <a:bodyPr spcFirstLastPara="1" wrap="square" lIns="0" tIns="0" rIns="0" bIns="0" anchor="t" anchorCtr="0">
            <a:normAutofit/>
          </a:bodyPr>
          <a:lstStyle>
            <a:lvl1pPr marL="342900" indent="-342900" algn="l" rtl="0" eaLnBrk="1" fontAlgn="base" hangingPunct="1">
              <a:spcBef>
                <a:spcPct val="20000"/>
              </a:spcBef>
              <a:spcAft>
                <a:spcPct val="0"/>
              </a:spcAft>
              <a:buChar char="•"/>
              <a:defRPr sz="3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a:solidFill>
                  <a:schemeClr val="tx1"/>
                </a:solidFill>
                <a:latin typeface="+mn-lt"/>
              </a:defRPr>
            </a:lvl2pPr>
            <a:lvl3pPr marL="1143000" indent="-228600" algn="l" rtl="0" eaLnBrk="1" fontAlgn="base" hangingPunct="1">
              <a:spcBef>
                <a:spcPct val="20000"/>
              </a:spcBef>
              <a:spcAft>
                <a:spcPct val="0"/>
              </a:spcAft>
              <a:buChar char="•"/>
              <a:defRPr sz="24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r>
              <a:rPr lang="en-US" sz="2400" kern="0" dirty="0"/>
              <a:t>Hash code </a:t>
            </a:r>
            <a:r>
              <a:rPr lang="en-US" sz="2400" kern="0" dirty="0">
                <a:solidFill>
                  <a:srgbClr val="FFC000"/>
                </a:solidFill>
              </a:rPr>
              <a:t>does not use a key</a:t>
            </a:r>
          </a:p>
          <a:p>
            <a:r>
              <a:rPr lang="en-US" sz="2400" kern="0" dirty="0"/>
              <a:t>Function only of the input message (</a:t>
            </a:r>
            <a:r>
              <a:rPr lang="en-US" sz="2400" b="1" kern="0" dirty="0">
                <a:solidFill>
                  <a:srgbClr val="FFC000"/>
                </a:solidFill>
                <a:effectLst>
                  <a:outerShdw blurRad="38100" dist="38100" dir="2700000" algn="tl">
                    <a:srgbClr val="000000">
                      <a:alpha val="43137"/>
                    </a:srgbClr>
                  </a:outerShdw>
                </a:effectLst>
              </a:rPr>
              <a:t>One-way function</a:t>
            </a:r>
            <a:r>
              <a:rPr lang="en-US" sz="2400" kern="0" dirty="0"/>
              <a:t>)</a:t>
            </a:r>
          </a:p>
          <a:p>
            <a:r>
              <a:rPr lang="en-US" sz="2400" kern="0" dirty="0"/>
              <a:t>Also referred to as a </a:t>
            </a:r>
            <a:r>
              <a:rPr lang="en-US" sz="2400" kern="0" dirty="0">
                <a:highlight>
                  <a:srgbClr val="FFFF00"/>
                </a:highlight>
              </a:rPr>
              <a:t>message digest </a:t>
            </a:r>
            <a:r>
              <a:rPr lang="en-US" sz="2400" kern="0" dirty="0"/>
              <a:t>or </a:t>
            </a:r>
            <a:r>
              <a:rPr lang="en-US" sz="2400" kern="0" dirty="0">
                <a:highlight>
                  <a:srgbClr val="FFFF00"/>
                </a:highlight>
              </a:rPr>
              <a:t>hash value</a:t>
            </a:r>
          </a:p>
          <a:p>
            <a:r>
              <a:rPr lang="en-US" sz="2400" kern="0" dirty="0"/>
              <a:t>The hash code is a function of all the bits of the message and provides an </a:t>
            </a:r>
            <a:r>
              <a:rPr lang="en-US" sz="2400" kern="0" dirty="0">
                <a:solidFill>
                  <a:srgbClr val="FFC000"/>
                </a:solidFill>
              </a:rPr>
              <a:t>error-detection capability</a:t>
            </a:r>
          </a:p>
          <a:p>
            <a:pPr lvl="1"/>
            <a:r>
              <a:rPr lang="en-US" sz="2400" kern="0" dirty="0"/>
              <a:t>A change to any bit or bits in the message results in a change to the hash code.</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8FC4FE7E-4630-9549-6CF4-E027E5C73436}"/>
              </a:ext>
            </a:extLst>
          </p:cNvPr>
          <p:cNvSpPr>
            <a:spLocks noGrp="1"/>
          </p:cNvSpPr>
          <p:nvPr>
            <p:ph sz="half" idx="1"/>
          </p:nvPr>
        </p:nvSpPr>
        <p:spPr>
          <a:xfrm>
            <a:off x="221514" y="1697038"/>
            <a:ext cx="8166910" cy="4525962"/>
          </a:xfrm>
        </p:spPr>
        <p:txBody>
          <a:bodyPr/>
          <a:lstStyle/>
          <a:p>
            <a:pPr marL="0" indent="0">
              <a:buNone/>
            </a:pPr>
            <a:r>
              <a:rPr lang="en-US" b="1" dirty="0"/>
              <a:t>Hash is a one-way function – prove it!</a:t>
            </a:r>
          </a:p>
          <a:p>
            <a:endParaRPr lang="en-US" dirty="0"/>
          </a:p>
          <a:p>
            <a:endParaRPr lang="en-US" dirty="0"/>
          </a:p>
          <a:p>
            <a:endParaRPr lang="en-US" dirty="0"/>
          </a:p>
          <a:p>
            <a:endParaRPr lang="en-US" dirty="0"/>
          </a:p>
          <a:p>
            <a:r>
              <a:rPr lang="en-US" dirty="0"/>
              <a:t>Hash common password (google search common password list)</a:t>
            </a:r>
          </a:p>
          <a:p>
            <a:endParaRPr lang="en-MY" dirty="0"/>
          </a:p>
        </p:txBody>
      </p:sp>
      <p:sp>
        <p:nvSpPr>
          <p:cNvPr id="2" name="Title 1">
            <a:extLst>
              <a:ext uri="{FF2B5EF4-FFF2-40B4-BE49-F238E27FC236}">
                <a16:creationId xmlns:a16="http://schemas.microsoft.com/office/drawing/2014/main" id="{4D590D93-AF73-5CBC-875B-D8E3F51CC5FA}"/>
              </a:ext>
            </a:extLst>
          </p:cNvPr>
          <p:cNvSpPr>
            <a:spLocks noGrp="1"/>
          </p:cNvSpPr>
          <p:nvPr>
            <p:ph type="title"/>
          </p:nvPr>
        </p:nvSpPr>
        <p:spPr>
          <a:xfrm>
            <a:off x="221514" y="274638"/>
            <a:ext cx="7843030" cy="1143000"/>
          </a:xfrm>
        </p:spPr>
        <p:txBody>
          <a:bodyPr/>
          <a:lstStyle/>
          <a:p>
            <a:r>
              <a:rPr lang="en-US" dirty="0"/>
              <a:t>Activity</a:t>
            </a:r>
            <a:endParaRPr lang="en-MY" dirty="0"/>
          </a:p>
        </p:txBody>
      </p:sp>
      <p:sp>
        <p:nvSpPr>
          <p:cNvPr id="3" name="TextBox 2">
            <a:extLst>
              <a:ext uri="{FF2B5EF4-FFF2-40B4-BE49-F238E27FC236}">
                <a16:creationId xmlns:a16="http://schemas.microsoft.com/office/drawing/2014/main" id="{E5904C1A-AF41-6D7B-76FB-722BD6E8CF5B}"/>
              </a:ext>
            </a:extLst>
          </p:cNvPr>
          <p:cNvSpPr txBox="1"/>
          <p:nvPr/>
        </p:nvSpPr>
        <p:spPr>
          <a:xfrm>
            <a:off x="1259632" y="2492896"/>
            <a:ext cx="3560922" cy="830997"/>
          </a:xfrm>
          <a:prstGeom prst="rect">
            <a:avLst/>
          </a:prstGeom>
          <a:noFill/>
        </p:spPr>
        <p:txBody>
          <a:bodyPr wrap="square" rtlCol="0">
            <a:spAutoFit/>
          </a:bodyPr>
          <a:lstStyle/>
          <a:p>
            <a:r>
              <a:rPr lang="en-US" sz="1600" dirty="0">
                <a:solidFill>
                  <a:schemeClr val="accent1"/>
                </a:solidFill>
                <a:hlinkClick r:id="rId2">
                  <a:extLst>
                    <a:ext uri="{A12FA001-AC4F-418D-AE19-62706E023703}">
                      <ahyp:hlinkClr xmlns:ahyp="http://schemas.microsoft.com/office/drawing/2018/hyperlinkcolor" val="tx"/>
                    </a:ext>
                  </a:extLst>
                </a:hlinkClick>
              </a:rPr>
              <a:t>https://crackstation.net/</a:t>
            </a:r>
            <a:r>
              <a:rPr lang="en-US" sz="1600" dirty="0">
                <a:solidFill>
                  <a:schemeClr val="accent1"/>
                </a:solidFill>
              </a:rPr>
              <a:t> </a:t>
            </a:r>
          </a:p>
          <a:p>
            <a:r>
              <a:rPr lang="en-US" sz="1600" dirty="0">
                <a:solidFill>
                  <a:schemeClr val="accent1"/>
                </a:solidFill>
                <a:hlinkClick r:id="rId3">
                  <a:extLst>
                    <a:ext uri="{A12FA001-AC4F-418D-AE19-62706E023703}">
                      <ahyp:hlinkClr xmlns:ahyp="http://schemas.microsoft.com/office/drawing/2018/hyperlinkcolor" val="tx"/>
                    </a:ext>
                  </a:extLst>
                </a:hlinkClick>
              </a:rPr>
              <a:t>http://onlinemd5.com/</a:t>
            </a:r>
            <a:r>
              <a:rPr lang="en-US" sz="1600" dirty="0">
                <a:solidFill>
                  <a:schemeClr val="accent1"/>
                </a:solidFill>
              </a:rPr>
              <a:t> </a:t>
            </a:r>
          </a:p>
          <a:p>
            <a:r>
              <a:rPr lang="en-US" sz="1600" dirty="0">
                <a:solidFill>
                  <a:schemeClr val="accent1"/>
                </a:solidFill>
                <a:hlinkClick r:id="rId4">
                  <a:extLst>
                    <a:ext uri="{A12FA001-AC4F-418D-AE19-62706E023703}">
                      <ahyp:hlinkClr xmlns:ahyp="http://schemas.microsoft.com/office/drawing/2018/hyperlinkcolor" val="tx"/>
                    </a:ext>
                  </a:extLst>
                </a:hlinkClick>
              </a:rPr>
              <a:t>https://www.openwall.com/john/</a:t>
            </a:r>
            <a:endParaRPr lang="en-US" sz="1600" dirty="0">
              <a:solidFill>
                <a:schemeClr val="accent1"/>
              </a:solidFill>
            </a:endParaRPr>
          </a:p>
        </p:txBody>
      </p:sp>
    </p:spTree>
    <p:extLst>
      <p:ext uri="{BB962C8B-B14F-4D97-AF65-F5344CB8AC3E}">
        <p14:creationId xmlns:p14="http://schemas.microsoft.com/office/powerpoint/2010/main" val="77633120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6290" name="Rectangle 2">
            <a:extLst>
              <a:ext uri="{FF2B5EF4-FFF2-40B4-BE49-F238E27FC236}">
                <a16:creationId xmlns:a16="http://schemas.microsoft.com/office/drawing/2014/main" id="{864852AF-151A-4162-A693-8CEDDDDFCF02}"/>
              </a:ext>
            </a:extLst>
          </p:cNvPr>
          <p:cNvSpPr>
            <a:spLocks noChangeArrowheads="1"/>
          </p:cNvSpPr>
          <p:nvPr/>
        </p:nvSpPr>
        <p:spPr bwMode="auto">
          <a:xfrm>
            <a:off x="457200" y="274638"/>
            <a:ext cx="8229600" cy="792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defRPr sz="4400">
                <a:solidFill>
                  <a:schemeClr val="tx2"/>
                </a:solidFill>
                <a:latin typeface="Arial" panose="020B0604020202020204" pitchFamily="34" charset="0"/>
              </a:defRPr>
            </a:lvl1pPr>
            <a:lvl2pPr algn="ctr">
              <a:defRPr sz="4400">
                <a:solidFill>
                  <a:schemeClr val="tx2"/>
                </a:solidFill>
                <a:latin typeface="Arial" panose="020B0604020202020204" pitchFamily="34" charset="0"/>
              </a:defRPr>
            </a:lvl2pPr>
            <a:lvl3pPr algn="ctr">
              <a:defRPr sz="4400">
                <a:solidFill>
                  <a:schemeClr val="tx2"/>
                </a:solidFill>
                <a:latin typeface="Arial" panose="020B0604020202020204" pitchFamily="34" charset="0"/>
              </a:defRPr>
            </a:lvl3pPr>
            <a:lvl4pPr algn="ctr">
              <a:defRPr sz="4400">
                <a:solidFill>
                  <a:schemeClr val="tx2"/>
                </a:solidFill>
                <a:latin typeface="Arial" panose="020B0604020202020204" pitchFamily="34" charset="0"/>
              </a:defRPr>
            </a:lvl4pPr>
            <a:lvl5pPr algn="ctr">
              <a:defRPr sz="4400">
                <a:solidFill>
                  <a:schemeClr val="tx2"/>
                </a:solidFill>
                <a:latin typeface="Arial" panose="020B0604020202020204" pitchFamily="34" charset="0"/>
              </a:defRPr>
            </a:lvl5pPr>
            <a:lvl6pPr marL="457200" algn="ctr" fontAlgn="base">
              <a:spcBef>
                <a:spcPct val="0"/>
              </a:spcBef>
              <a:spcAft>
                <a:spcPct val="0"/>
              </a:spcAft>
              <a:defRPr sz="4400">
                <a:solidFill>
                  <a:schemeClr val="tx2"/>
                </a:solidFill>
                <a:latin typeface="Arial" panose="020B0604020202020204" pitchFamily="34" charset="0"/>
              </a:defRPr>
            </a:lvl6pPr>
            <a:lvl7pPr marL="914400" algn="ctr" fontAlgn="base">
              <a:spcBef>
                <a:spcPct val="0"/>
              </a:spcBef>
              <a:spcAft>
                <a:spcPct val="0"/>
              </a:spcAft>
              <a:defRPr sz="4400">
                <a:solidFill>
                  <a:schemeClr val="tx2"/>
                </a:solidFill>
                <a:latin typeface="Arial" panose="020B0604020202020204" pitchFamily="34" charset="0"/>
              </a:defRPr>
            </a:lvl7pPr>
            <a:lvl8pPr marL="1371600" algn="ctr" fontAlgn="base">
              <a:spcBef>
                <a:spcPct val="0"/>
              </a:spcBef>
              <a:spcAft>
                <a:spcPct val="0"/>
              </a:spcAft>
              <a:defRPr sz="4400">
                <a:solidFill>
                  <a:schemeClr val="tx2"/>
                </a:solidFill>
                <a:latin typeface="Arial" panose="020B0604020202020204" pitchFamily="34" charset="0"/>
              </a:defRPr>
            </a:lvl8pPr>
            <a:lvl9pPr marL="1828800" algn="ctr" fontAlgn="base">
              <a:spcBef>
                <a:spcPct val="0"/>
              </a:spcBef>
              <a:spcAft>
                <a:spcPct val="0"/>
              </a:spcAft>
              <a:defRPr sz="4400">
                <a:solidFill>
                  <a:schemeClr val="tx2"/>
                </a:solidFill>
                <a:latin typeface="Arial" panose="020B0604020202020204" pitchFamily="34" charset="0"/>
              </a:defRPr>
            </a:lvl9pPr>
          </a:lstStyle>
          <a:p>
            <a:r>
              <a:rPr lang="en-US" altLang="en-US" sz="3200" dirty="0">
                <a:solidFill>
                  <a:schemeClr val="tx1"/>
                </a:solidFill>
              </a:rPr>
              <a:t>Hash Function Properties</a:t>
            </a:r>
            <a:endParaRPr lang="en-AU" altLang="en-US" sz="3200" dirty="0">
              <a:solidFill>
                <a:schemeClr val="tx1"/>
              </a:solidFill>
            </a:endParaRPr>
          </a:p>
        </p:txBody>
      </p:sp>
      <p:sp>
        <p:nvSpPr>
          <p:cNvPr id="4" name="Google Shape;151;p22">
            <a:extLst>
              <a:ext uri="{FF2B5EF4-FFF2-40B4-BE49-F238E27FC236}">
                <a16:creationId xmlns:a16="http://schemas.microsoft.com/office/drawing/2014/main" id="{E3E7533F-00BB-90C4-A0D1-DD6D44242088}"/>
              </a:ext>
            </a:extLst>
          </p:cNvPr>
          <p:cNvSpPr txBox="1">
            <a:spLocks/>
          </p:cNvSpPr>
          <p:nvPr/>
        </p:nvSpPr>
        <p:spPr>
          <a:xfrm>
            <a:off x="673996" y="1626355"/>
            <a:ext cx="8146476" cy="3605289"/>
          </a:xfrm>
          <a:prstGeom prst="rect">
            <a:avLst/>
          </a:prstGeom>
        </p:spPr>
        <p:txBody>
          <a:bodyPr spcFirstLastPara="1" wrap="square" lIns="0" tIns="0" rIns="0" bIns="0" anchor="t" anchorCtr="0">
            <a:normAutofit/>
          </a:bodyPr>
          <a:lstStyle>
            <a:lvl1pPr marL="342900" indent="-342900" algn="l" rtl="0" eaLnBrk="1" fontAlgn="base" hangingPunct="1">
              <a:spcBef>
                <a:spcPct val="20000"/>
              </a:spcBef>
              <a:spcAft>
                <a:spcPct val="0"/>
              </a:spcAft>
              <a:buChar char="•"/>
              <a:defRPr sz="3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a:solidFill>
                  <a:schemeClr val="tx1"/>
                </a:solidFill>
                <a:latin typeface="+mn-lt"/>
              </a:defRPr>
            </a:lvl2pPr>
            <a:lvl3pPr marL="1143000" indent="-228600" algn="l" rtl="0" eaLnBrk="1" fontAlgn="base" hangingPunct="1">
              <a:spcBef>
                <a:spcPct val="20000"/>
              </a:spcBef>
              <a:spcAft>
                <a:spcPct val="0"/>
              </a:spcAft>
              <a:buChar char="•"/>
              <a:defRPr sz="24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a:lnSpc>
                <a:spcPct val="100000"/>
              </a:lnSpc>
            </a:pPr>
            <a:r>
              <a:rPr lang="en-US" sz="2400" dirty="0"/>
              <a:t>Assumed to be public</a:t>
            </a:r>
          </a:p>
          <a:p>
            <a:pPr>
              <a:lnSpc>
                <a:spcPct val="100000"/>
              </a:lnSpc>
            </a:pPr>
            <a:r>
              <a:rPr lang="en-US" sz="2400" dirty="0"/>
              <a:t>Provides integrity (error checking/checksum)</a:t>
            </a:r>
          </a:p>
          <a:p>
            <a:pPr>
              <a:lnSpc>
                <a:spcPct val="100000"/>
              </a:lnSpc>
            </a:pPr>
            <a:r>
              <a:rPr lang="en-US" sz="2400" dirty="0"/>
              <a:t>Provides authenticity (digital signature)</a:t>
            </a:r>
          </a:p>
          <a:p>
            <a:pPr>
              <a:lnSpc>
                <a:spcPct val="100000"/>
              </a:lnSpc>
            </a:pPr>
            <a:r>
              <a:rPr lang="en-US" sz="2400" dirty="0"/>
              <a:t>Provides security (to store sensitive data in d/b)</a:t>
            </a:r>
          </a:p>
        </p:txBody>
      </p:sp>
    </p:spTree>
    <p:extLst>
      <p:ext uri="{BB962C8B-B14F-4D97-AF65-F5344CB8AC3E}">
        <p14:creationId xmlns:p14="http://schemas.microsoft.com/office/powerpoint/2010/main" val="281446615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8FC4FE7E-4630-9549-6CF4-E027E5C73436}"/>
              </a:ext>
            </a:extLst>
          </p:cNvPr>
          <p:cNvSpPr>
            <a:spLocks noGrp="1"/>
          </p:cNvSpPr>
          <p:nvPr>
            <p:ph sz="half" idx="1"/>
          </p:nvPr>
        </p:nvSpPr>
        <p:spPr>
          <a:xfrm>
            <a:off x="221514" y="1697038"/>
            <a:ext cx="8742974" cy="4525962"/>
          </a:xfrm>
        </p:spPr>
        <p:txBody>
          <a:bodyPr/>
          <a:lstStyle/>
          <a:p>
            <a:pPr marL="0" indent="0">
              <a:buNone/>
            </a:pPr>
            <a:r>
              <a:rPr lang="en-US" b="1" dirty="0"/>
              <a:t>Hash functions provide integrity</a:t>
            </a:r>
          </a:p>
          <a:p>
            <a:endParaRPr lang="en-US" dirty="0"/>
          </a:p>
          <a:p>
            <a:pPr marL="457200" indent="-457200">
              <a:buFont typeface="+mj-lt"/>
              <a:buAutoNum type="arabicPeriod"/>
            </a:pPr>
            <a:r>
              <a:rPr lang="en-US" dirty="0"/>
              <a:t>Create a text file – save it and calculate the hash value.</a:t>
            </a:r>
          </a:p>
          <a:p>
            <a:pPr marL="457200" indent="-457200">
              <a:buFont typeface="+mj-lt"/>
              <a:buAutoNum type="arabicPeriod"/>
            </a:pPr>
            <a:r>
              <a:rPr lang="en-US" dirty="0"/>
              <a:t>Open the saved file, add space, save the file, calculate the hash value and compare.</a:t>
            </a:r>
          </a:p>
          <a:p>
            <a:endParaRPr lang="en-US" dirty="0"/>
          </a:p>
          <a:p>
            <a:endParaRPr lang="en-US" dirty="0"/>
          </a:p>
          <a:p>
            <a:endParaRPr lang="en-US" dirty="0"/>
          </a:p>
          <a:p>
            <a:endParaRPr lang="en-MY" dirty="0"/>
          </a:p>
        </p:txBody>
      </p:sp>
      <p:sp>
        <p:nvSpPr>
          <p:cNvPr id="2" name="Title 1">
            <a:extLst>
              <a:ext uri="{FF2B5EF4-FFF2-40B4-BE49-F238E27FC236}">
                <a16:creationId xmlns:a16="http://schemas.microsoft.com/office/drawing/2014/main" id="{4D590D93-AF73-5CBC-875B-D8E3F51CC5FA}"/>
              </a:ext>
            </a:extLst>
          </p:cNvPr>
          <p:cNvSpPr>
            <a:spLocks noGrp="1"/>
          </p:cNvSpPr>
          <p:nvPr>
            <p:ph type="title"/>
          </p:nvPr>
        </p:nvSpPr>
        <p:spPr>
          <a:xfrm>
            <a:off x="221514" y="274638"/>
            <a:ext cx="7843030" cy="1143000"/>
          </a:xfrm>
        </p:spPr>
        <p:txBody>
          <a:bodyPr/>
          <a:lstStyle/>
          <a:p>
            <a:r>
              <a:rPr lang="en-US" dirty="0"/>
              <a:t>Activity</a:t>
            </a:r>
            <a:endParaRPr lang="en-MY" dirty="0"/>
          </a:p>
        </p:txBody>
      </p:sp>
      <p:pic>
        <p:nvPicPr>
          <p:cNvPr id="4" name="Picture 3">
            <a:extLst>
              <a:ext uri="{FF2B5EF4-FFF2-40B4-BE49-F238E27FC236}">
                <a16:creationId xmlns:a16="http://schemas.microsoft.com/office/drawing/2014/main" id="{2723D850-448A-0A61-98C6-0D3F6C8FC1D2}"/>
              </a:ext>
            </a:extLst>
          </p:cNvPr>
          <p:cNvPicPr>
            <a:picLocks noChangeAspect="1"/>
          </p:cNvPicPr>
          <p:nvPr/>
        </p:nvPicPr>
        <p:blipFill>
          <a:blip r:embed="rId2"/>
          <a:stretch>
            <a:fillRect/>
          </a:stretch>
        </p:blipFill>
        <p:spPr>
          <a:xfrm>
            <a:off x="395536" y="3789040"/>
            <a:ext cx="8195812" cy="576064"/>
          </a:xfrm>
          <a:prstGeom prst="rect">
            <a:avLst/>
          </a:prstGeom>
        </p:spPr>
      </p:pic>
    </p:spTree>
    <p:extLst>
      <p:ext uri="{BB962C8B-B14F-4D97-AF65-F5344CB8AC3E}">
        <p14:creationId xmlns:p14="http://schemas.microsoft.com/office/powerpoint/2010/main" val="69770742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8338" name="Rectangle 2">
            <a:extLst>
              <a:ext uri="{FF2B5EF4-FFF2-40B4-BE49-F238E27FC236}">
                <a16:creationId xmlns:a16="http://schemas.microsoft.com/office/drawing/2014/main" id="{9F45ACCD-3941-4D0D-BD03-F664BBCCC341}"/>
              </a:ext>
            </a:extLst>
          </p:cNvPr>
          <p:cNvSpPr>
            <a:spLocks noChangeArrowheads="1"/>
          </p:cNvSpPr>
          <p:nvPr/>
        </p:nvSpPr>
        <p:spPr bwMode="auto">
          <a:xfrm>
            <a:off x="457200" y="274638"/>
            <a:ext cx="8229600" cy="792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defRPr sz="4400">
                <a:solidFill>
                  <a:schemeClr val="tx2"/>
                </a:solidFill>
                <a:latin typeface="Arial" panose="020B0604020202020204" pitchFamily="34" charset="0"/>
              </a:defRPr>
            </a:lvl1pPr>
            <a:lvl2pPr algn="ctr">
              <a:defRPr sz="4400">
                <a:solidFill>
                  <a:schemeClr val="tx2"/>
                </a:solidFill>
                <a:latin typeface="Arial" panose="020B0604020202020204" pitchFamily="34" charset="0"/>
              </a:defRPr>
            </a:lvl2pPr>
            <a:lvl3pPr algn="ctr">
              <a:defRPr sz="4400">
                <a:solidFill>
                  <a:schemeClr val="tx2"/>
                </a:solidFill>
                <a:latin typeface="Arial" panose="020B0604020202020204" pitchFamily="34" charset="0"/>
              </a:defRPr>
            </a:lvl3pPr>
            <a:lvl4pPr algn="ctr">
              <a:defRPr sz="4400">
                <a:solidFill>
                  <a:schemeClr val="tx2"/>
                </a:solidFill>
                <a:latin typeface="Arial" panose="020B0604020202020204" pitchFamily="34" charset="0"/>
              </a:defRPr>
            </a:lvl4pPr>
            <a:lvl5pPr algn="ctr">
              <a:defRPr sz="4400">
                <a:solidFill>
                  <a:schemeClr val="tx2"/>
                </a:solidFill>
                <a:latin typeface="Arial" panose="020B0604020202020204" pitchFamily="34" charset="0"/>
              </a:defRPr>
            </a:lvl5pPr>
            <a:lvl6pPr marL="457200" algn="ctr" fontAlgn="base">
              <a:spcBef>
                <a:spcPct val="0"/>
              </a:spcBef>
              <a:spcAft>
                <a:spcPct val="0"/>
              </a:spcAft>
              <a:defRPr sz="4400">
                <a:solidFill>
                  <a:schemeClr val="tx2"/>
                </a:solidFill>
                <a:latin typeface="Arial" panose="020B0604020202020204" pitchFamily="34" charset="0"/>
              </a:defRPr>
            </a:lvl6pPr>
            <a:lvl7pPr marL="914400" algn="ctr" fontAlgn="base">
              <a:spcBef>
                <a:spcPct val="0"/>
              </a:spcBef>
              <a:spcAft>
                <a:spcPct val="0"/>
              </a:spcAft>
              <a:defRPr sz="4400">
                <a:solidFill>
                  <a:schemeClr val="tx2"/>
                </a:solidFill>
                <a:latin typeface="Arial" panose="020B0604020202020204" pitchFamily="34" charset="0"/>
              </a:defRPr>
            </a:lvl7pPr>
            <a:lvl8pPr marL="1371600" algn="ctr" fontAlgn="base">
              <a:spcBef>
                <a:spcPct val="0"/>
              </a:spcBef>
              <a:spcAft>
                <a:spcPct val="0"/>
              </a:spcAft>
              <a:defRPr sz="4400">
                <a:solidFill>
                  <a:schemeClr val="tx2"/>
                </a:solidFill>
                <a:latin typeface="Arial" panose="020B0604020202020204" pitchFamily="34" charset="0"/>
              </a:defRPr>
            </a:lvl8pPr>
            <a:lvl9pPr marL="1828800" algn="ctr" fontAlgn="base">
              <a:spcBef>
                <a:spcPct val="0"/>
              </a:spcBef>
              <a:spcAft>
                <a:spcPct val="0"/>
              </a:spcAft>
              <a:defRPr sz="4400">
                <a:solidFill>
                  <a:schemeClr val="tx2"/>
                </a:solidFill>
                <a:latin typeface="Arial" panose="020B0604020202020204" pitchFamily="34" charset="0"/>
              </a:defRPr>
            </a:lvl9pPr>
          </a:lstStyle>
          <a:p>
            <a:r>
              <a:rPr lang="en-US" altLang="en-US" sz="2400">
                <a:solidFill>
                  <a:schemeClr val="tx1"/>
                </a:solidFill>
              </a:rPr>
              <a:t>A Practical Use of Hash Algorithm</a:t>
            </a:r>
            <a:endParaRPr lang="en-AU" altLang="en-US" sz="2400">
              <a:solidFill>
                <a:schemeClr val="tx1"/>
              </a:solidFill>
            </a:endParaRPr>
          </a:p>
        </p:txBody>
      </p:sp>
      <p:pic>
        <p:nvPicPr>
          <p:cNvPr id="25" name="Picture 24">
            <a:extLst>
              <a:ext uri="{FF2B5EF4-FFF2-40B4-BE49-F238E27FC236}">
                <a16:creationId xmlns:a16="http://schemas.microsoft.com/office/drawing/2014/main" id="{AD93DED8-738C-1C88-0AEC-917FDE2E3B4C}"/>
              </a:ext>
            </a:extLst>
          </p:cNvPr>
          <p:cNvPicPr>
            <a:picLocks noChangeAspect="1"/>
          </p:cNvPicPr>
          <p:nvPr/>
        </p:nvPicPr>
        <p:blipFill>
          <a:blip r:embed="rId2"/>
          <a:stretch>
            <a:fillRect/>
          </a:stretch>
        </p:blipFill>
        <p:spPr>
          <a:xfrm>
            <a:off x="442242" y="1066800"/>
            <a:ext cx="8229600" cy="4932084"/>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458" name="Rectangle 2">
            <a:extLst>
              <a:ext uri="{FF2B5EF4-FFF2-40B4-BE49-F238E27FC236}">
                <a16:creationId xmlns:a16="http://schemas.microsoft.com/office/drawing/2014/main" id="{5F41AD9D-D2B7-4F41-979B-DB34A695EB4C}"/>
              </a:ext>
            </a:extLst>
          </p:cNvPr>
          <p:cNvSpPr>
            <a:spLocks noChangeArrowheads="1"/>
          </p:cNvSpPr>
          <p:nvPr/>
        </p:nvSpPr>
        <p:spPr bwMode="auto">
          <a:xfrm>
            <a:off x="457200" y="274638"/>
            <a:ext cx="8229600" cy="792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defRPr sz="4400">
                <a:solidFill>
                  <a:schemeClr val="tx2"/>
                </a:solidFill>
                <a:latin typeface="Arial" panose="020B0604020202020204" pitchFamily="34" charset="0"/>
              </a:defRPr>
            </a:lvl1pPr>
            <a:lvl2pPr algn="ctr">
              <a:defRPr sz="4400">
                <a:solidFill>
                  <a:schemeClr val="tx2"/>
                </a:solidFill>
                <a:latin typeface="Arial" panose="020B0604020202020204" pitchFamily="34" charset="0"/>
              </a:defRPr>
            </a:lvl2pPr>
            <a:lvl3pPr algn="ctr">
              <a:defRPr sz="4400">
                <a:solidFill>
                  <a:schemeClr val="tx2"/>
                </a:solidFill>
                <a:latin typeface="Arial" panose="020B0604020202020204" pitchFamily="34" charset="0"/>
              </a:defRPr>
            </a:lvl3pPr>
            <a:lvl4pPr algn="ctr">
              <a:defRPr sz="4400">
                <a:solidFill>
                  <a:schemeClr val="tx2"/>
                </a:solidFill>
                <a:latin typeface="Arial" panose="020B0604020202020204" pitchFamily="34" charset="0"/>
              </a:defRPr>
            </a:lvl4pPr>
            <a:lvl5pPr algn="ctr">
              <a:defRPr sz="4400">
                <a:solidFill>
                  <a:schemeClr val="tx2"/>
                </a:solidFill>
                <a:latin typeface="Arial" panose="020B0604020202020204" pitchFamily="34" charset="0"/>
              </a:defRPr>
            </a:lvl5pPr>
            <a:lvl6pPr marL="457200" algn="ctr" fontAlgn="base">
              <a:spcBef>
                <a:spcPct val="0"/>
              </a:spcBef>
              <a:spcAft>
                <a:spcPct val="0"/>
              </a:spcAft>
              <a:defRPr sz="4400">
                <a:solidFill>
                  <a:schemeClr val="tx2"/>
                </a:solidFill>
                <a:latin typeface="Arial" panose="020B0604020202020204" pitchFamily="34" charset="0"/>
              </a:defRPr>
            </a:lvl6pPr>
            <a:lvl7pPr marL="914400" algn="ctr" fontAlgn="base">
              <a:spcBef>
                <a:spcPct val="0"/>
              </a:spcBef>
              <a:spcAft>
                <a:spcPct val="0"/>
              </a:spcAft>
              <a:defRPr sz="4400">
                <a:solidFill>
                  <a:schemeClr val="tx2"/>
                </a:solidFill>
                <a:latin typeface="Arial" panose="020B0604020202020204" pitchFamily="34" charset="0"/>
              </a:defRPr>
            </a:lvl7pPr>
            <a:lvl8pPr marL="1371600" algn="ctr" fontAlgn="base">
              <a:spcBef>
                <a:spcPct val="0"/>
              </a:spcBef>
              <a:spcAft>
                <a:spcPct val="0"/>
              </a:spcAft>
              <a:defRPr sz="4400">
                <a:solidFill>
                  <a:schemeClr val="tx2"/>
                </a:solidFill>
                <a:latin typeface="Arial" panose="020B0604020202020204" pitchFamily="34" charset="0"/>
              </a:defRPr>
            </a:lvl8pPr>
            <a:lvl9pPr marL="1828800" algn="ctr" fontAlgn="base">
              <a:spcBef>
                <a:spcPct val="0"/>
              </a:spcBef>
              <a:spcAft>
                <a:spcPct val="0"/>
              </a:spcAft>
              <a:defRPr sz="4400">
                <a:solidFill>
                  <a:schemeClr val="tx2"/>
                </a:solidFill>
                <a:latin typeface="Arial" panose="020B0604020202020204" pitchFamily="34" charset="0"/>
              </a:defRPr>
            </a:lvl9pPr>
          </a:lstStyle>
          <a:p>
            <a:r>
              <a:rPr lang="en-US" altLang="en-US" sz="2400">
                <a:solidFill>
                  <a:schemeClr val="tx1"/>
                </a:solidFill>
              </a:rPr>
              <a:t>A Practical Use of Hash Algorithm</a:t>
            </a:r>
            <a:endParaRPr lang="en-AU" altLang="en-US" sz="2400">
              <a:solidFill>
                <a:schemeClr val="tx1"/>
              </a:solidFill>
            </a:endParaRPr>
          </a:p>
        </p:txBody>
      </p:sp>
      <p:grpSp>
        <p:nvGrpSpPr>
          <p:cNvPr id="403490" name="Group 34">
            <a:extLst>
              <a:ext uri="{FF2B5EF4-FFF2-40B4-BE49-F238E27FC236}">
                <a16:creationId xmlns:a16="http://schemas.microsoft.com/office/drawing/2014/main" id="{A5A79FBE-96F7-417C-97E5-626060B8004D}"/>
              </a:ext>
            </a:extLst>
          </p:cNvPr>
          <p:cNvGrpSpPr>
            <a:grpSpLocks/>
          </p:cNvGrpSpPr>
          <p:nvPr/>
        </p:nvGrpSpPr>
        <p:grpSpPr bwMode="auto">
          <a:xfrm>
            <a:off x="6732588" y="1414463"/>
            <a:ext cx="1657350" cy="1295400"/>
            <a:chOff x="3334" y="1298"/>
            <a:chExt cx="1950" cy="1536"/>
          </a:xfrm>
        </p:grpSpPr>
        <p:pic>
          <p:nvPicPr>
            <p:cNvPr id="403491" name="Picture 35">
              <a:extLst>
                <a:ext uri="{FF2B5EF4-FFF2-40B4-BE49-F238E27FC236}">
                  <a16:creationId xmlns:a16="http://schemas.microsoft.com/office/drawing/2014/main" id="{D5C56F97-F553-4557-B361-3CB149C5A4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34" y="1298"/>
              <a:ext cx="1950" cy="1536"/>
            </a:xfrm>
            <a:prstGeom prst="rect">
              <a:avLst/>
            </a:prstGeom>
            <a:noFill/>
            <a:extLst>
              <a:ext uri="{909E8E84-426E-40DD-AFC4-6F175D3DCCD1}">
                <a14:hiddenFill xmlns:a14="http://schemas.microsoft.com/office/drawing/2010/main">
                  <a:solidFill>
                    <a:srgbClr val="FFFFFF"/>
                  </a:solidFill>
                </a14:hiddenFill>
              </a:ext>
            </a:extLst>
          </p:spPr>
        </p:pic>
        <p:sp>
          <p:nvSpPr>
            <p:cNvPr id="403492" name="Rectangle 36">
              <a:extLst>
                <a:ext uri="{FF2B5EF4-FFF2-40B4-BE49-F238E27FC236}">
                  <a16:creationId xmlns:a16="http://schemas.microsoft.com/office/drawing/2014/main" id="{87E7350A-03D6-4A02-BA36-60990BD9F733}"/>
                </a:ext>
              </a:extLst>
            </p:cNvPr>
            <p:cNvSpPr>
              <a:spLocks noChangeArrowheads="1"/>
            </p:cNvSpPr>
            <p:nvPr/>
          </p:nvSpPr>
          <p:spPr bwMode="auto">
            <a:xfrm>
              <a:off x="3424" y="1344"/>
              <a:ext cx="1769" cy="181"/>
            </a:xfrm>
            <a:prstGeom prst="rect">
              <a:avLst/>
            </a:prstGeom>
            <a:gradFill rotWithShape="1">
              <a:gsLst>
                <a:gs pos="0">
                  <a:srgbClr val="FFCC00"/>
                </a:gs>
                <a:gs pos="100000">
                  <a:srgbClr val="99CC00"/>
                </a:gs>
              </a:gsLst>
              <a:lin ang="2700000" scaled="1"/>
            </a:gradFill>
            <a:ln w="9525">
              <a:solidFill>
                <a:srgbClr val="FFCC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900" b="1"/>
                <a:t>DRJ INDEPENDENT BANK</a:t>
              </a:r>
            </a:p>
          </p:txBody>
        </p:sp>
      </p:grpSp>
      <p:sp>
        <p:nvSpPr>
          <p:cNvPr id="403493" name="AutoShape 37">
            <a:extLst>
              <a:ext uri="{FF2B5EF4-FFF2-40B4-BE49-F238E27FC236}">
                <a16:creationId xmlns:a16="http://schemas.microsoft.com/office/drawing/2014/main" id="{1F1B3DA8-374B-4B4C-8343-21C96D17CDE7}"/>
              </a:ext>
            </a:extLst>
          </p:cNvPr>
          <p:cNvSpPr>
            <a:spLocks noChangeArrowheads="1"/>
          </p:cNvSpPr>
          <p:nvPr/>
        </p:nvSpPr>
        <p:spPr bwMode="auto">
          <a:xfrm>
            <a:off x="3276600" y="2276475"/>
            <a:ext cx="936625" cy="142875"/>
          </a:xfrm>
          <a:prstGeom prst="rightArrow">
            <a:avLst>
              <a:gd name="adj1" fmla="val 50000"/>
              <a:gd name="adj2" fmla="val 163889"/>
            </a:avLst>
          </a:prstGeom>
          <a:gradFill rotWithShape="1">
            <a:gsLst>
              <a:gs pos="0">
                <a:srgbClr val="FFCC00"/>
              </a:gs>
              <a:gs pos="100000">
                <a:srgbClr val="99CC00"/>
              </a:gs>
            </a:gsLst>
            <a:lin ang="27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403494" name="Line 38">
            <a:extLst>
              <a:ext uri="{FF2B5EF4-FFF2-40B4-BE49-F238E27FC236}">
                <a16:creationId xmlns:a16="http://schemas.microsoft.com/office/drawing/2014/main" id="{A738C13F-81E3-4FA9-98EB-0ED957E7B1A5}"/>
              </a:ext>
            </a:extLst>
          </p:cNvPr>
          <p:cNvSpPr>
            <a:spLocks noChangeShapeType="1"/>
          </p:cNvSpPr>
          <p:nvPr/>
        </p:nvSpPr>
        <p:spPr bwMode="auto">
          <a:xfrm flipV="1">
            <a:off x="5580063" y="1774825"/>
            <a:ext cx="2160587" cy="431800"/>
          </a:xfrm>
          <a:prstGeom prst="line">
            <a:avLst/>
          </a:prstGeom>
          <a:noFill/>
          <a:ln w="38100">
            <a:solidFill>
              <a:srgbClr val="FFCC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403495" name="Rectangle 39">
            <a:extLst>
              <a:ext uri="{FF2B5EF4-FFF2-40B4-BE49-F238E27FC236}">
                <a16:creationId xmlns:a16="http://schemas.microsoft.com/office/drawing/2014/main" id="{A3027CED-A199-497A-A3F4-84D4E6A3E7C8}"/>
              </a:ext>
            </a:extLst>
          </p:cNvPr>
          <p:cNvSpPr>
            <a:spLocks noChangeArrowheads="1"/>
          </p:cNvSpPr>
          <p:nvPr/>
        </p:nvSpPr>
        <p:spPr bwMode="auto">
          <a:xfrm>
            <a:off x="3059113" y="3141663"/>
            <a:ext cx="2735262" cy="576262"/>
          </a:xfrm>
          <a:prstGeom prst="rect">
            <a:avLst/>
          </a:prstGeom>
          <a:solidFill>
            <a:srgbClr val="5F5F5F"/>
          </a:solidFill>
          <a:ln w="9525">
            <a:solidFill>
              <a:srgbClr val="5F5F5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a:solidFill>
                  <a:srgbClr val="DDDDDD"/>
                </a:solidFill>
              </a:rPr>
              <a:t>459384502392 = 123456 hashed</a:t>
            </a:r>
          </a:p>
        </p:txBody>
      </p:sp>
      <p:sp>
        <p:nvSpPr>
          <p:cNvPr id="403496" name="Text Box 40">
            <a:extLst>
              <a:ext uri="{FF2B5EF4-FFF2-40B4-BE49-F238E27FC236}">
                <a16:creationId xmlns:a16="http://schemas.microsoft.com/office/drawing/2014/main" id="{86F7FEF5-031C-4C37-ABA2-9FC032827AF6}"/>
              </a:ext>
            </a:extLst>
          </p:cNvPr>
          <p:cNvSpPr txBox="1">
            <a:spLocks noChangeArrowheads="1"/>
          </p:cNvSpPr>
          <p:nvPr/>
        </p:nvSpPr>
        <p:spPr bwMode="auto">
          <a:xfrm>
            <a:off x="6300788" y="3214688"/>
            <a:ext cx="1997075"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sz="1400" dirty="0"/>
              <a:t>123456</a:t>
            </a:r>
          </a:p>
          <a:p>
            <a:pPr algn="ctr"/>
            <a:r>
              <a:rPr lang="en-US" altLang="en-US" sz="1400" dirty="0"/>
              <a:t>PIN entered on keypad</a:t>
            </a:r>
          </a:p>
        </p:txBody>
      </p:sp>
      <p:sp>
        <p:nvSpPr>
          <p:cNvPr id="403497" name="Line 41">
            <a:extLst>
              <a:ext uri="{FF2B5EF4-FFF2-40B4-BE49-F238E27FC236}">
                <a16:creationId xmlns:a16="http://schemas.microsoft.com/office/drawing/2014/main" id="{8C077FA7-FB57-40CB-B36D-7926C5B11A70}"/>
              </a:ext>
            </a:extLst>
          </p:cNvPr>
          <p:cNvSpPr>
            <a:spLocks noChangeShapeType="1"/>
          </p:cNvSpPr>
          <p:nvPr/>
        </p:nvSpPr>
        <p:spPr bwMode="auto">
          <a:xfrm flipV="1">
            <a:off x="7235825" y="2709863"/>
            <a:ext cx="0" cy="360362"/>
          </a:xfrm>
          <a:prstGeom prst="line">
            <a:avLst/>
          </a:prstGeom>
          <a:noFill/>
          <a:ln w="38100">
            <a:solidFill>
              <a:srgbClr val="99CC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403499" name="Text Box 43">
            <a:extLst>
              <a:ext uri="{FF2B5EF4-FFF2-40B4-BE49-F238E27FC236}">
                <a16:creationId xmlns:a16="http://schemas.microsoft.com/office/drawing/2014/main" id="{3C553AFE-9B9C-4A6C-BE03-62B10897CFAF}"/>
              </a:ext>
            </a:extLst>
          </p:cNvPr>
          <p:cNvSpPr txBox="1">
            <a:spLocks noChangeArrowheads="1"/>
          </p:cNvSpPr>
          <p:nvPr/>
        </p:nvSpPr>
        <p:spPr bwMode="auto">
          <a:xfrm>
            <a:off x="4284663" y="1125538"/>
            <a:ext cx="1317625"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dirty="0"/>
              <a:t>Hashed value </a:t>
            </a:r>
          </a:p>
          <a:p>
            <a:r>
              <a:rPr lang="en-US" altLang="en-US" sz="1400" dirty="0"/>
              <a:t>Store on card</a:t>
            </a:r>
          </a:p>
        </p:txBody>
      </p:sp>
      <p:sp>
        <p:nvSpPr>
          <p:cNvPr id="403500" name="Line 44">
            <a:extLst>
              <a:ext uri="{FF2B5EF4-FFF2-40B4-BE49-F238E27FC236}">
                <a16:creationId xmlns:a16="http://schemas.microsoft.com/office/drawing/2014/main" id="{36BDABF3-0E40-43DD-B2C9-7913D286DD4A}"/>
              </a:ext>
            </a:extLst>
          </p:cNvPr>
          <p:cNvSpPr>
            <a:spLocks noChangeShapeType="1"/>
          </p:cNvSpPr>
          <p:nvPr/>
        </p:nvSpPr>
        <p:spPr bwMode="auto">
          <a:xfrm>
            <a:off x="5003800" y="1628775"/>
            <a:ext cx="0" cy="215900"/>
          </a:xfrm>
          <a:prstGeom prst="line">
            <a:avLst/>
          </a:prstGeom>
          <a:noFill/>
          <a:ln w="38100">
            <a:solidFill>
              <a:srgbClr val="99CC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403501" name="Line 45">
            <a:extLst>
              <a:ext uri="{FF2B5EF4-FFF2-40B4-BE49-F238E27FC236}">
                <a16:creationId xmlns:a16="http://schemas.microsoft.com/office/drawing/2014/main" id="{E345592B-676C-45CA-A70B-108F3881454C}"/>
              </a:ext>
            </a:extLst>
          </p:cNvPr>
          <p:cNvSpPr>
            <a:spLocks noChangeShapeType="1"/>
          </p:cNvSpPr>
          <p:nvPr/>
        </p:nvSpPr>
        <p:spPr bwMode="auto">
          <a:xfrm flipV="1">
            <a:off x="4932363" y="2638425"/>
            <a:ext cx="0" cy="431800"/>
          </a:xfrm>
          <a:prstGeom prst="line">
            <a:avLst/>
          </a:prstGeom>
          <a:noFill/>
          <a:ln w="38100">
            <a:solidFill>
              <a:srgbClr val="99CC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grpSp>
        <p:nvGrpSpPr>
          <p:cNvPr id="403514" name="Group 58">
            <a:extLst>
              <a:ext uri="{FF2B5EF4-FFF2-40B4-BE49-F238E27FC236}">
                <a16:creationId xmlns:a16="http://schemas.microsoft.com/office/drawing/2014/main" id="{8FBC9CB2-62EF-442F-91EC-578348FC5CB9}"/>
              </a:ext>
            </a:extLst>
          </p:cNvPr>
          <p:cNvGrpSpPr>
            <a:grpSpLocks/>
          </p:cNvGrpSpPr>
          <p:nvPr/>
        </p:nvGrpSpPr>
        <p:grpSpPr bwMode="auto">
          <a:xfrm>
            <a:off x="4427538" y="1916113"/>
            <a:ext cx="1150937" cy="649287"/>
            <a:chOff x="2789" y="1207"/>
            <a:chExt cx="725" cy="409"/>
          </a:xfrm>
        </p:grpSpPr>
        <p:sp>
          <p:nvSpPr>
            <p:cNvPr id="403509" name="Rectangle 53">
              <a:extLst>
                <a:ext uri="{FF2B5EF4-FFF2-40B4-BE49-F238E27FC236}">
                  <a16:creationId xmlns:a16="http://schemas.microsoft.com/office/drawing/2014/main" id="{099DBE1C-1382-452D-B780-CCCCD31158DA}"/>
                </a:ext>
              </a:extLst>
            </p:cNvPr>
            <p:cNvSpPr>
              <a:spLocks noChangeArrowheads="1"/>
            </p:cNvSpPr>
            <p:nvPr/>
          </p:nvSpPr>
          <p:spPr bwMode="auto">
            <a:xfrm>
              <a:off x="2789" y="1208"/>
              <a:ext cx="725" cy="408"/>
            </a:xfrm>
            <a:prstGeom prst="rect">
              <a:avLst/>
            </a:prstGeom>
            <a:gradFill rotWithShape="1">
              <a:gsLst>
                <a:gs pos="0">
                  <a:srgbClr val="FFCC00"/>
                </a:gs>
                <a:gs pos="100000">
                  <a:srgbClr val="99CC00"/>
                </a:gs>
              </a:gsLst>
              <a:lin ang="2700000" scaled="1"/>
            </a:gradFill>
            <a:ln w="9525">
              <a:solidFill>
                <a:srgbClr val="FFCC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sz="200">
                  <a:solidFill>
                    <a:srgbClr val="DDDDDD"/>
                  </a:solidFill>
                  <a:latin typeface="Palatino Linotype" panose="02040502050505030304" pitchFamily="18" charset="0"/>
                </a:rPr>
                <a:t>DRJ Independent Bank DRJ Independent Bank DRJ Independent bank DRJ BANK</a:t>
              </a:r>
            </a:p>
            <a:p>
              <a:r>
                <a:rPr lang="en-US" altLang="en-US" sz="200">
                  <a:solidFill>
                    <a:srgbClr val="DDDDDD"/>
                  </a:solidFill>
                  <a:latin typeface="Palatino Linotype" panose="02040502050505030304" pitchFamily="18" charset="0"/>
                </a:rPr>
                <a:t>DRJ Independent Bank DRJ Independent Bank DRJ Independent bank DRJ BANK</a:t>
              </a:r>
            </a:p>
            <a:p>
              <a:r>
                <a:rPr lang="en-US" altLang="en-US" sz="200">
                  <a:solidFill>
                    <a:srgbClr val="DDDDDD"/>
                  </a:solidFill>
                  <a:latin typeface="Palatino Linotype" panose="02040502050505030304" pitchFamily="18" charset="0"/>
                </a:rPr>
                <a:t>DRJ Independent Bank DRJ Independent Bank DRJ Independent bank DRJ BANK</a:t>
              </a:r>
            </a:p>
            <a:p>
              <a:r>
                <a:rPr lang="en-US" altLang="en-US" sz="200">
                  <a:solidFill>
                    <a:srgbClr val="DDDDDD"/>
                  </a:solidFill>
                  <a:latin typeface="Palatino Linotype" panose="02040502050505030304" pitchFamily="18" charset="0"/>
                </a:rPr>
                <a:t>DRJ Independent Bank DRJ Independent Bank DRJ Independent bank DRJ BANK</a:t>
              </a:r>
            </a:p>
            <a:p>
              <a:r>
                <a:rPr lang="en-US" altLang="en-US" sz="200">
                  <a:solidFill>
                    <a:srgbClr val="DDDDDD"/>
                  </a:solidFill>
                  <a:latin typeface="Palatino Linotype" panose="02040502050505030304" pitchFamily="18" charset="0"/>
                </a:rPr>
                <a:t>DRJ Independent Bank DRJ Independent Bank DRJ Independent bank DRJ BANK</a:t>
              </a:r>
            </a:p>
            <a:p>
              <a:r>
                <a:rPr lang="en-US" altLang="en-US" sz="200">
                  <a:solidFill>
                    <a:srgbClr val="DDDDDD"/>
                  </a:solidFill>
                  <a:latin typeface="Palatino Linotype" panose="02040502050505030304" pitchFamily="18" charset="0"/>
                </a:rPr>
                <a:t>DRJ Independent Bank DRJ Independent Bank DRJ Independent bank DRJ BANK</a:t>
              </a:r>
            </a:p>
            <a:p>
              <a:r>
                <a:rPr lang="en-US" altLang="en-US" sz="200">
                  <a:solidFill>
                    <a:srgbClr val="DDDDDD"/>
                  </a:solidFill>
                  <a:latin typeface="Palatino Linotype" panose="02040502050505030304" pitchFamily="18" charset="0"/>
                </a:rPr>
                <a:t>DRJ Independent Bank DRJ Independent Bank DRJ Independent bank DRJ BANK</a:t>
              </a:r>
            </a:p>
            <a:p>
              <a:r>
                <a:rPr lang="en-US" altLang="en-US" sz="200">
                  <a:solidFill>
                    <a:srgbClr val="DDDDDD"/>
                  </a:solidFill>
                  <a:latin typeface="Palatino Linotype" panose="02040502050505030304" pitchFamily="18" charset="0"/>
                </a:rPr>
                <a:t>DRJ Independent Bank DRJ Independent Bank DRJ Independent bank DRJ BANK</a:t>
              </a:r>
            </a:p>
            <a:p>
              <a:r>
                <a:rPr lang="en-US" altLang="en-US" sz="200">
                  <a:solidFill>
                    <a:srgbClr val="DDDDDD"/>
                  </a:solidFill>
                  <a:latin typeface="Palatino Linotype" panose="02040502050505030304" pitchFamily="18" charset="0"/>
                </a:rPr>
                <a:t>DRJ Independent Bank DRJ Independent Bank DRJ Independent bank DRJ BANK</a:t>
              </a:r>
            </a:p>
            <a:p>
              <a:r>
                <a:rPr lang="en-US" altLang="en-US" sz="200">
                  <a:solidFill>
                    <a:srgbClr val="DDDDDD"/>
                  </a:solidFill>
                  <a:latin typeface="Palatino Linotype" panose="02040502050505030304" pitchFamily="18" charset="0"/>
                </a:rPr>
                <a:t>DRJ Independent Bank DRJ Independent Bank DRJ Independent bank DRJ BANK</a:t>
              </a:r>
            </a:p>
            <a:p>
              <a:r>
                <a:rPr lang="en-US" altLang="en-US" sz="200">
                  <a:solidFill>
                    <a:srgbClr val="DDDDDD"/>
                  </a:solidFill>
                  <a:latin typeface="Palatino Linotype" panose="02040502050505030304" pitchFamily="18" charset="0"/>
                </a:rPr>
                <a:t>DRJ Independent Bank DRJ Independent Bank DRJ Independent bank DRJ BANK</a:t>
              </a:r>
            </a:p>
            <a:p>
              <a:r>
                <a:rPr lang="en-US" altLang="en-US" sz="200">
                  <a:solidFill>
                    <a:srgbClr val="DDDDDD"/>
                  </a:solidFill>
                  <a:latin typeface="Palatino Linotype" panose="02040502050505030304" pitchFamily="18" charset="0"/>
                </a:rPr>
                <a:t>DRJ Independent Bank DRJ Independent Bank DRJ Independent bank DRJ BANK</a:t>
              </a:r>
            </a:p>
            <a:p>
              <a:r>
                <a:rPr lang="en-US" altLang="en-US" sz="200">
                  <a:solidFill>
                    <a:srgbClr val="DDDDDD"/>
                  </a:solidFill>
                  <a:latin typeface="Palatino Linotype" panose="02040502050505030304" pitchFamily="18" charset="0"/>
                </a:rPr>
                <a:t>DRJ Independent Bank DRJ Independent Bank DRJ Independent bank DRJ BANK</a:t>
              </a:r>
            </a:p>
            <a:p>
              <a:r>
                <a:rPr lang="en-US" altLang="en-US" sz="200">
                  <a:solidFill>
                    <a:srgbClr val="DDDDDD"/>
                  </a:solidFill>
                  <a:latin typeface="Palatino Linotype" panose="02040502050505030304" pitchFamily="18" charset="0"/>
                </a:rPr>
                <a:t>DRJ Independent Bank DRJ Independent Bank DRJ Independent bank DRJ BANK</a:t>
              </a:r>
            </a:p>
            <a:p>
              <a:r>
                <a:rPr lang="en-US" altLang="en-US" sz="200">
                  <a:solidFill>
                    <a:srgbClr val="DDDDDD"/>
                  </a:solidFill>
                  <a:latin typeface="Palatino Linotype" panose="02040502050505030304" pitchFamily="18" charset="0"/>
                </a:rPr>
                <a:t>DRJ Independent Bank DRJ Independent Bank DRJ Independent bank DRJ BANK</a:t>
              </a:r>
            </a:p>
            <a:p>
              <a:r>
                <a:rPr lang="en-US" altLang="en-US" sz="200">
                  <a:solidFill>
                    <a:srgbClr val="DDDDDD"/>
                  </a:solidFill>
                  <a:latin typeface="Palatino Linotype" panose="02040502050505030304" pitchFamily="18" charset="0"/>
                </a:rPr>
                <a:t>DRJ Independent Bank DRJ Independent Bank DRJ Independent bank DRJ BANK</a:t>
              </a:r>
            </a:p>
            <a:p>
              <a:r>
                <a:rPr lang="en-US" altLang="en-US" sz="200">
                  <a:solidFill>
                    <a:srgbClr val="DDDDDD"/>
                  </a:solidFill>
                  <a:latin typeface="Palatino Linotype" panose="02040502050505030304" pitchFamily="18" charset="0"/>
                </a:rPr>
                <a:t>DRJ Independent Bank DRJ Independent Bank DRJ Independent bank DRJ BANK</a:t>
              </a:r>
            </a:p>
            <a:p>
              <a:r>
                <a:rPr lang="en-US" altLang="en-US" sz="200">
                  <a:solidFill>
                    <a:srgbClr val="DDDDDD"/>
                  </a:solidFill>
                  <a:latin typeface="Palatino Linotype" panose="02040502050505030304" pitchFamily="18" charset="0"/>
                </a:rPr>
                <a:t>DRJ Independent Bank DRJ Independent Bank DRJ Independent bank DRJ BANK</a:t>
              </a:r>
            </a:p>
            <a:p>
              <a:r>
                <a:rPr lang="en-US" altLang="en-US" sz="200">
                  <a:solidFill>
                    <a:srgbClr val="DDDDDD"/>
                  </a:solidFill>
                  <a:latin typeface="Palatino Linotype" panose="02040502050505030304" pitchFamily="18" charset="0"/>
                </a:rPr>
                <a:t>DRJ Independent Bank DRJ Independent Bank DRJ Independent bank DRJ BANK</a:t>
              </a:r>
            </a:p>
            <a:p>
              <a:endParaRPr lang="en-US" altLang="en-US" sz="200">
                <a:solidFill>
                  <a:srgbClr val="DDDDDD"/>
                </a:solidFill>
                <a:latin typeface="Palatino Linotype" panose="02040502050505030304" pitchFamily="18" charset="0"/>
              </a:endParaRPr>
            </a:p>
          </p:txBody>
        </p:sp>
        <p:sp>
          <p:nvSpPr>
            <p:cNvPr id="403510" name="Text Box 54">
              <a:extLst>
                <a:ext uri="{FF2B5EF4-FFF2-40B4-BE49-F238E27FC236}">
                  <a16:creationId xmlns:a16="http://schemas.microsoft.com/office/drawing/2014/main" id="{592DDD29-E8E2-44E0-BF3E-4FB56F741347}"/>
                </a:ext>
              </a:extLst>
            </p:cNvPr>
            <p:cNvSpPr txBox="1">
              <a:spLocks noChangeArrowheads="1"/>
            </p:cNvSpPr>
            <p:nvPr/>
          </p:nvSpPr>
          <p:spPr bwMode="auto">
            <a:xfrm>
              <a:off x="2789" y="1207"/>
              <a:ext cx="688" cy="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700">
                  <a:latin typeface="Palatino Linotype" panose="02040502050505030304" pitchFamily="18" charset="0"/>
                </a:rPr>
                <a:t>DRJ Independent Bank</a:t>
              </a:r>
            </a:p>
          </p:txBody>
        </p:sp>
        <p:sp>
          <p:nvSpPr>
            <p:cNvPr id="403511" name="Rectangle 55">
              <a:extLst>
                <a:ext uri="{FF2B5EF4-FFF2-40B4-BE49-F238E27FC236}">
                  <a16:creationId xmlns:a16="http://schemas.microsoft.com/office/drawing/2014/main" id="{20547375-1DC6-4ED7-9A5F-8B81EE1C2B02}"/>
                </a:ext>
              </a:extLst>
            </p:cNvPr>
            <p:cNvSpPr>
              <a:spLocks noChangeArrowheads="1"/>
            </p:cNvSpPr>
            <p:nvPr/>
          </p:nvSpPr>
          <p:spPr bwMode="auto">
            <a:xfrm>
              <a:off x="2789" y="1490"/>
              <a:ext cx="725" cy="63"/>
            </a:xfrm>
            <a:prstGeom prst="rect">
              <a:avLst/>
            </a:prstGeom>
            <a:solidFill>
              <a:srgbClr val="5F5F5F"/>
            </a:solidFill>
            <a:ln w="9525">
              <a:solidFill>
                <a:srgbClr val="5F5F5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500">
                  <a:solidFill>
                    <a:srgbClr val="DDDDDD"/>
                  </a:solidFill>
                </a:rPr>
                <a:t>459384502392</a:t>
              </a:r>
            </a:p>
          </p:txBody>
        </p:sp>
        <p:sp>
          <p:nvSpPr>
            <p:cNvPr id="403512" name="AutoShape 56">
              <a:extLst>
                <a:ext uri="{FF2B5EF4-FFF2-40B4-BE49-F238E27FC236}">
                  <a16:creationId xmlns:a16="http://schemas.microsoft.com/office/drawing/2014/main" id="{1BEC073A-BFA4-4D97-9BE5-10DDEC69446F}"/>
                </a:ext>
              </a:extLst>
            </p:cNvPr>
            <p:cNvSpPr>
              <a:spLocks noChangeArrowheads="1"/>
            </p:cNvSpPr>
            <p:nvPr/>
          </p:nvSpPr>
          <p:spPr bwMode="auto">
            <a:xfrm>
              <a:off x="2819" y="1364"/>
              <a:ext cx="90" cy="96"/>
            </a:xfrm>
            <a:prstGeom prst="roundRect">
              <a:avLst>
                <a:gd name="adj" fmla="val 16667"/>
              </a:avLst>
            </a:prstGeom>
            <a:solidFill>
              <a:srgbClr val="CC9700"/>
            </a:solidFill>
            <a:ln w="9525">
              <a:solidFill>
                <a:srgbClr val="CC97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grpSp>
      <p:sp>
        <p:nvSpPr>
          <p:cNvPr id="403513" name="Line 57">
            <a:extLst>
              <a:ext uri="{FF2B5EF4-FFF2-40B4-BE49-F238E27FC236}">
                <a16:creationId xmlns:a16="http://schemas.microsoft.com/office/drawing/2014/main" id="{E391FDB7-37F6-42DD-9C71-A3A9A3399706}"/>
              </a:ext>
            </a:extLst>
          </p:cNvPr>
          <p:cNvSpPr>
            <a:spLocks noChangeShapeType="1"/>
          </p:cNvSpPr>
          <p:nvPr/>
        </p:nvSpPr>
        <p:spPr bwMode="auto">
          <a:xfrm flipH="1">
            <a:off x="5795963" y="3430588"/>
            <a:ext cx="504825" cy="0"/>
          </a:xfrm>
          <a:prstGeom prst="line">
            <a:avLst/>
          </a:prstGeom>
          <a:noFill/>
          <a:ln w="38100">
            <a:solidFill>
              <a:srgbClr val="99CC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grpSp>
        <p:nvGrpSpPr>
          <p:cNvPr id="403515" name="Group 59">
            <a:extLst>
              <a:ext uri="{FF2B5EF4-FFF2-40B4-BE49-F238E27FC236}">
                <a16:creationId xmlns:a16="http://schemas.microsoft.com/office/drawing/2014/main" id="{8BEF3BF8-F652-40BC-A7C8-531778290AFF}"/>
              </a:ext>
            </a:extLst>
          </p:cNvPr>
          <p:cNvGrpSpPr>
            <a:grpSpLocks/>
          </p:cNvGrpSpPr>
          <p:nvPr/>
        </p:nvGrpSpPr>
        <p:grpSpPr bwMode="auto">
          <a:xfrm>
            <a:off x="1908175" y="1989138"/>
            <a:ext cx="1150938" cy="649287"/>
            <a:chOff x="2789" y="1207"/>
            <a:chExt cx="725" cy="409"/>
          </a:xfrm>
        </p:grpSpPr>
        <p:sp>
          <p:nvSpPr>
            <p:cNvPr id="403516" name="Rectangle 60">
              <a:extLst>
                <a:ext uri="{FF2B5EF4-FFF2-40B4-BE49-F238E27FC236}">
                  <a16:creationId xmlns:a16="http://schemas.microsoft.com/office/drawing/2014/main" id="{691CB0AA-769F-47A7-9CF1-94765C22F43B}"/>
                </a:ext>
              </a:extLst>
            </p:cNvPr>
            <p:cNvSpPr>
              <a:spLocks noChangeArrowheads="1"/>
            </p:cNvSpPr>
            <p:nvPr/>
          </p:nvSpPr>
          <p:spPr bwMode="auto">
            <a:xfrm>
              <a:off x="2789" y="1208"/>
              <a:ext cx="725" cy="408"/>
            </a:xfrm>
            <a:prstGeom prst="rect">
              <a:avLst/>
            </a:prstGeom>
            <a:gradFill rotWithShape="1">
              <a:gsLst>
                <a:gs pos="0">
                  <a:srgbClr val="FFCC00"/>
                </a:gs>
                <a:gs pos="100000">
                  <a:srgbClr val="99CC00"/>
                </a:gs>
              </a:gsLst>
              <a:lin ang="2700000" scaled="1"/>
            </a:gradFill>
            <a:ln w="9525">
              <a:solidFill>
                <a:srgbClr val="FFCC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sz="200">
                  <a:solidFill>
                    <a:srgbClr val="DDDDDD"/>
                  </a:solidFill>
                  <a:latin typeface="Palatino Linotype" panose="02040502050505030304" pitchFamily="18" charset="0"/>
                </a:rPr>
                <a:t>DRJ Independent Bank DRJ Independent Bank DRJ Independent bank DRJ BANK</a:t>
              </a:r>
            </a:p>
            <a:p>
              <a:r>
                <a:rPr lang="en-US" altLang="en-US" sz="200">
                  <a:solidFill>
                    <a:srgbClr val="DDDDDD"/>
                  </a:solidFill>
                  <a:latin typeface="Palatino Linotype" panose="02040502050505030304" pitchFamily="18" charset="0"/>
                </a:rPr>
                <a:t>DRJ Independent Bank DRJ Independent Bank DRJ Independent bank DRJ BANK</a:t>
              </a:r>
            </a:p>
            <a:p>
              <a:r>
                <a:rPr lang="en-US" altLang="en-US" sz="200">
                  <a:solidFill>
                    <a:srgbClr val="DDDDDD"/>
                  </a:solidFill>
                  <a:latin typeface="Palatino Linotype" panose="02040502050505030304" pitchFamily="18" charset="0"/>
                </a:rPr>
                <a:t>DRJ Independent Bank DRJ Independent Bank DRJ Independent bank DRJ BANK</a:t>
              </a:r>
            </a:p>
            <a:p>
              <a:r>
                <a:rPr lang="en-US" altLang="en-US" sz="200">
                  <a:solidFill>
                    <a:srgbClr val="DDDDDD"/>
                  </a:solidFill>
                  <a:latin typeface="Palatino Linotype" panose="02040502050505030304" pitchFamily="18" charset="0"/>
                </a:rPr>
                <a:t>DRJ Independent Bank DRJ Independent Bank DRJ Independent bank DRJ BANK</a:t>
              </a:r>
            </a:p>
            <a:p>
              <a:r>
                <a:rPr lang="en-US" altLang="en-US" sz="200">
                  <a:solidFill>
                    <a:srgbClr val="DDDDDD"/>
                  </a:solidFill>
                  <a:latin typeface="Palatino Linotype" panose="02040502050505030304" pitchFamily="18" charset="0"/>
                </a:rPr>
                <a:t>DRJ Independent Bank DRJ Independent Bank DRJ Independent bank DRJ BANK</a:t>
              </a:r>
            </a:p>
            <a:p>
              <a:r>
                <a:rPr lang="en-US" altLang="en-US" sz="200">
                  <a:solidFill>
                    <a:srgbClr val="DDDDDD"/>
                  </a:solidFill>
                  <a:latin typeface="Palatino Linotype" panose="02040502050505030304" pitchFamily="18" charset="0"/>
                </a:rPr>
                <a:t>DRJ Independent Bank DRJ Independent Bank DRJ Independent bank DRJ BANK</a:t>
              </a:r>
            </a:p>
            <a:p>
              <a:r>
                <a:rPr lang="en-US" altLang="en-US" sz="200">
                  <a:solidFill>
                    <a:srgbClr val="DDDDDD"/>
                  </a:solidFill>
                  <a:latin typeface="Palatino Linotype" panose="02040502050505030304" pitchFamily="18" charset="0"/>
                </a:rPr>
                <a:t>DRJ Independent Bank DRJ Independent Bank DRJ Independent bank DRJ BANK</a:t>
              </a:r>
            </a:p>
            <a:p>
              <a:r>
                <a:rPr lang="en-US" altLang="en-US" sz="200">
                  <a:solidFill>
                    <a:srgbClr val="DDDDDD"/>
                  </a:solidFill>
                  <a:latin typeface="Palatino Linotype" panose="02040502050505030304" pitchFamily="18" charset="0"/>
                </a:rPr>
                <a:t>DRJ Independent Bank DRJ Independent Bank DRJ Independent bank DRJ BANK</a:t>
              </a:r>
            </a:p>
            <a:p>
              <a:r>
                <a:rPr lang="en-US" altLang="en-US" sz="200">
                  <a:solidFill>
                    <a:srgbClr val="DDDDDD"/>
                  </a:solidFill>
                  <a:latin typeface="Palatino Linotype" panose="02040502050505030304" pitchFamily="18" charset="0"/>
                </a:rPr>
                <a:t>DRJ Independent Bank DRJ Independent Bank DRJ Independent bank DRJ BANK</a:t>
              </a:r>
            </a:p>
            <a:p>
              <a:r>
                <a:rPr lang="en-US" altLang="en-US" sz="200">
                  <a:solidFill>
                    <a:srgbClr val="DDDDDD"/>
                  </a:solidFill>
                  <a:latin typeface="Palatino Linotype" panose="02040502050505030304" pitchFamily="18" charset="0"/>
                </a:rPr>
                <a:t>DRJ Independent Bank DRJ Independent Bank DRJ Independent bank DRJ BANK</a:t>
              </a:r>
            </a:p>
            <a:p>
              <a:r>
                <a:rPr lang="en-US" altLang="en-US" sz="200">
                  <a:solidFill>
                    <a:srgbClr val="DDDDDD"/>
                  </a:solidFill>
                  <a:latin typeface="Palatino Linotype" panose="02040502050505030304" pitchFamily="18" charset="0"/>
                </a:rPr>
                <a:t>DRJ Independent Bank DRJ Independent Bank DRJ Independent bank DRJ BANK</a:t>
              </a:r>
            </a:p>
            <a:p>
              <a:r>
                <a:rPr lang="en-US" altLang="en-US" sz="200">
                  <a:solidFill>
                    <a:srgbClr val="DDDDDD"/>
                  </a:solidFill>
                  <a:latin typeface="Palatino Linotype" panose="02040502050505030304" pitchFamily="18" charset="0"/>
                </a:rPr>
                <a:t>DRJ Independent Bank DRJ Independent Bank DRJ Independent bank DRJ BANK</a:t>
              </a:r>
            </a:p>
            <a:p>
              <a:r>
                <a:rPr lang="en-US" altLang="en-US" sz="200">
                  <a:solidFill>
                    <a:srgbClr val="DDDDDD"/>
                  </a:solidFill>
                  <a:latin typeface="Palatino Linotype" panose="02040502050505030304" pitchFamily="18" charset="0"/>
                </a:rPr>
                <a:t>DRJ Independent Bank DRJ Independent Bank DRJ Independent bank DRJ BANK</a:t>
              </a:r>
            </a:p>
            <a:p>
              <a:r>
                <a:rPr lang="en-US" altLang="en-US" sz="200">
                  <a:solidFill>
                    <a:srgbClr val="DDDDDD"/>
                  </a:solidFill>
                  <a:latin typeface="Palatino Linotype" panose="02040502050505030304" pitchFamily="18" charset="0"/>
                </a:rPr>
                <a:t>DRJ Independent Bank DRJ Independent Bank DRJ Independent bank DRJ BANK</a:t>
              </a:r>
            </a:p>
            <a:p>
              <a:r>
                <a:rPr lang="en-US" altLang="en-US" sz="200">
                  <a:solidFill>
                    <a:srgbClr val="DDDDDD"/>
                  </a:solidFill>
                  <a:latin typeface="Palatino Linotype" panose="02040502050505030304" pitchFamily="18" charset="0"/>
                </a:rPr>
                <a:t>DRJ Independent Bank DRJ Independent Bank DRJ Independent bank DRJ BANK</a:t>
              </a:r>
            </a:p>
            <a:p>
              <a:r>
                <a:rPr lang="en-US" altLang="en-US" sz="200">
                  <a:solidFill>
                    <a:srgbClr val="DDDDDD"/>
                  </a:solidFill>
                  <a:latin typeface="Palatino Linotype" panose="02040502050505030304" pitchFamily="18" charset="0"/>
                </a:rPr>
                <a:t>DRJ Independent Bank DRJ Independent Bank DRJ Independent bank DRJ BANK</a:t>
              </a:r>
            </a:p>
            <a:p>
              <a:r>
                <a:rPr lang="en-US" altLang="en-US" sz="200">
                  <a:solidFill>
                    <a:srgbClr val="DDDDDD"/>
                  </a:solidFill>
                  <a:latin typeface="Palatino Linotype" panose="02040502050505030304" pitchFamily="18" charset="0"/>
                </a:rPr>
                <a:t>DRJ Independent Bank DRJ Independent Bank DRJ Independent bank DRJ BANK</a:t>
              </a:r>
            </a:p>
            <a:p>
              <a:r>
                <a:rPr lang="en-US" altLang="en-US" sz="200">
                  <a:solidFill>
                    <a:srgbClr val="DDDDDD"/>
                  </a:solidFill>
                  <a:latin typeface="Palatino Linotype" panose="02040502050505030304" pitchFamily="18" charset="0"/>
                </a:rPr>
                <a:t>DRJ Independent Bank DRJ Independent Bank DRJ Independent bank DRJ BANK</a:t>
              </a:r>
            </a:p>
            <a:p>
              <a:r>
                <a:rPr lang="en-US" altLang="en-US" sz="200">
                  <a:solidFill>
                    <a:srgbClr val="DDDDDD"/>
                  </a:solidFill>
                  <a:latin typeface="Palatino Linotype" panose="02040502050505030304" pitchFamily="18" charset="0"/>
                </a:rPr>
                <a:t>DRJ Independent Bank DRJ Independent Bank DRJ Independent bank DRJ BANK</a:t>
              </a:r>
            </a:p>
            <a:p>
              <a:endParaRPr lang="en-US" altLang="en-US" sz="200">
                <a:solidFill>
                  <a:srgbClr val="DDDDDD"/>
                </a:solidFill>
                <a:latin typeface="Palatino Linotype" panose="02040502050505030304" pitchFamily="18" charset="0"/>
              </a:endParaRPr>
            </a:p>
          </p:txBody>
        </p:sp>
        <p:sp>
          <p:nvSpPr>
            <p:cNvPr id="403517" name="Text Box 61">
              <a:extLst>
                <a:ext uri="{FF2B5EF4-FFF2-40B4-BE49-F238E27FC236}">
                  <a16:creationId xmlns:a16="http://schemas.microsoft.com/office/drawing/2014/main" id="{96EAEC32-EA11-4CD6-9CE9-7E3B2DC78156}"/>
                </a:ext>
              </a:extLst>
            </p:cNvPr>
            <p:cNvSpPr txBox="1">
              <a:spLocks noChangeArrowheads="1"/>
            </p:cNvSpPr>
            <p:nvPr/>
          </p:nvSpPr>
          <p:spPr bwMode="auto">
            <a:xfrm>
              <a:off x="2789" y="1207"/>
              <a:ext cx="688" cy="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700">
                  <a:latin typeface="Palatino Linotype" panose="02040502050505030304" pitchFamily="18" charset="0"/>
                </a:rPr>
                <a:t>DRJ Independent Bank</a:t>
              </a:r>
            </a:p>
          </p:txBody>
        </p:sp>
        <p:sp>
          <p:nvSpPr>
            <p:cNvPr id="403518" name="Rectangle 62">
              <a:extLst>
                <a:ext uri="{FF2B5EF4-FFF2-40B4-BE49-F238E27FC236}">
                  <a16:creationId xmlns:a16="http://schemas.microsoft.com/office/drawing/2014/main" id="{D8093ADA-BF04-4C5A-AE39-A7B4809EAB9D}"/>
                </a:ext>
              </a:extLst>
            </p:cNvPr>
            <p:cNvSpPr>
              <a:spLocks noChangeArrowheads="1"/>
            </p:cNvSpPr>
            <p:nvPr/>
          </p:nvSpPr>
          <p:spPr bwMode="auto">
            <a:xfrm>
              <a:off x="2789" y="1490"/>
              <a:ext cx="725" cy="63"/>
            </a:xfrm>
            <a:prstGeom prst="rect">
              <a:avLst/>
            </a:prstGeom>
            <a:solidFill>
              <a:srgbClr val="5F5F5F"/>
            </a:solidFill>
            <a:ln w="9525">
              <a:solidFill>
                <a:srgbClr val="5F5F5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500">
                  <a:solidFill>
                    <a:srgbClr val="DDDDDD"/>
                  </a:solidFill>
                </a:rPr>
                <a:t>459384502392</a:t>
              </a:r>
            </a:p>
          </p:txBody>
        </p:sp>
        <p:sp>
          <p:nvSpPr>
            <p:cNvPr id="403519" name="AutoShape 63">
              <a:extLst>
                <a:ext uri="{FF2B5EF4-FFF2-40B4-BE49-F238E27FC236}">
                  <a16:creationId xmlns:a16="http://schemas.microsoft.com/office/drawing/2014/main" id="{F0515A05-27C6-4C62-8476-789B2D157B08}"/>
                </a:ext>
              </a:extLst>
            </p:cNvPr>
            <p:cNvSpPr>
              <a:spLocks noChangeArrowheads="1"/>
            </p:cNvSpPr>
            <p:nvPr/>
          </p:nvSpPr>
          <p:spPr bwMode="auto">
            <a:xfrm>
              <a:off x="2819" y="1364"/>
              <a:ext cx="90" cy="96"/>
            </a:xfrm>
            <a:prstGeom prst="roundRect">
              <a:avLst>
                <a:gd name="adj" fmla="val 16667"/>
              </a:avLst>
            </a:prstGeom>
            <a:solidFill>
              <a:srgbClr val="CC9700"/>
            </a:solidFill>
            <a:ln w="9525">
              <a:solidFill>
                <a:srgbClr val="CC97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grpSp>
      <p:sp>
        <p:nvSpPr>
          <p:cNvPr id="403520" name="Line 64">
            <a:extLst>
              <a:ext uri="{FF2B5EF4-FFF2-40B4-BE49-F238E27FC236}">
                <a16:creationId xmlns:a16="http://schemas.microsoft.com/office/drawing/2014/main" id="{A3672FBA-9071-4B7A-A4F1-171EC89888DB}"/>
              </a:ext>
            </a:extLst>
          </p:cNvPr>
          <p:cNvSpPr>
            <a:spLocks noChangeShapeType="1"/>
          </p:cNvSpPr>
          <p:nvPr/>
        </p:nvSpPr>
        <p:spPr bwMode="auto">
          <a:xfrm>
            <a:off x="4356100" y="3789363"/>
            <a:ext cx="0" cy="360362"/>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403521" name="Text Box 65">
            <a:extLst>
              <a:ext uri="{FF2B5EF4-FFF2-40B4-BE49-F238E27FC236}">
                <a16:creationId xmlns:a16="http://schemas.microsoft.com/office/drawing/2014/main" id="{102A5BA7-9423-40C4-9F6C-531D82B8CD28}"/>
              </a:ext>
            </a:extLst>
          </p:cNvPr>
          <p:cNvSpPr txBox="1">
            <a:spLocks noChangeArrowheads="1"/>
          </p:cNvSpPr>
          <p:nvPr/>
        </p:nvSpPr>
        <p:spPr bwMode="auto">
          <a:xfrm>
            <a:off x="2339975" y="4149725"/>
            <a:ext cx="39814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dirty="0"/>
              <a:t>Use Hashing Algorithm</a:t>
            </a:r>
          </a:p>
          <a:p>
            <a:pPr algn="ctr"/>
            <a:r>
              <a:rPr lang="en-US" altLang="en-US" dirty="0"/>
              <a:t>The hash value is based on algorithm</a:t>
            </a:r>
          </a:p>
        </p:txBody>
      </p:sp>
      <p:sp>
        <p:nvSpPr>
          <p:cNvPr id="403522" name="Text Box 66">
            <a:extLst>
              <a:ext uri="{FF2B5EF4-FFF2-40B4-BE49-F238E27FC236}">
                <a16:creationId xmlns:a16="http://schemas.microsoft.com/office/drawing/2014/main" id="{125AEAD0-CFD7-4601-9CD0-C1D7A75B25F6}"/>
              </a:ext>
            </a:extLst>
          </p:cNvPr>
          <p:cNvSpPr txBox="1">
            <a:spLocks noChangeArrowheads="1"/>
          </p:cNvSpPr>
          <p:nvPr/>
        </p:nvSpPr>
        <p:spPr bwMode="auto">
          <a:xfrm>
            <a:off x="2339975" y="5300663"/>
            <a:ext cx="417671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dirty="0"/>
              <a:t>Haval	MD2 	MD4	MD5	</a:t>
            </a:r>
          </a:p>
          <a:p>
            <a:r>
              <a:rPr lang="en-US" altLang="en-US" dirty="0"/>
              <a:t>SHA Hash Functions (SHA-1, SHA-2)</a:t>
            </a:r>
          </a:p>
        </p:txBody>
      </p:sp>
      <p:sp>
        <p:nvSpPr>
          <p:cNvPr id="403523" name="Line 67">
            <a:extLst>
              <a:ext uri="{FF2B5EF4-FFF2-40B4-BE49-F238E27FC236}">
                <a16:creationId xmlns:a16="http://schemas.microsoft.com/office/drawing/2014/main" id="{909BA848-561F-40E0-BED8-E9F79E8D48F8}"/>
              </a:ext>
            </a:extLst>
          </p:cNvPr>
          <p:cNvSpPr>
            <a:spLocks noChangeShapeType="1"/>
          </p:cNvSpPr>
          <p:nvPr/>
        </p:nvSpPr>
        <p:spPr bwMode="auto">
          <a:xfrm>
            <a:off x="4356100" y="4797425"/>
            <a:ext cx="0" cy="503238"/>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pic>
        <p:nvPicPr>
          <p:cNvPr id="72" name="Picture 71">
            <a:extLst>
              <a:ext uri="{FF2B5EF4-FFF2-40B4-BE49-F238E27FC236}">
                <a16:creationId xmlns:a16="http://schemas.microsoft.com/office/drawing/2014/main" id="{D2B7AC95-58D5-4B05-8EDC-D93998073B6A}"/>
              </a:ext>
            </a:extLst>
          </p:cNvPr>
          <p:cNvPicPr>
            <a:picLocks noChangeAspect="1"/>
          </p:cNvPicPr>
          <p:nvPr/>
        </p:nvPicPr>
        <p:blipFill>
          <a:blip r:embed="rId3"/>
          <a:stretch>
            <a:fillRect/>
          </a:stretch>
        </p:blipFill>
        <p:spPr>
          <a:xfrm>
            <a:off x="371787" y="1817250"/>
            <a:ext cx="1068076" cy="1088421"/>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2">
            <a:extLst>
              <a:ext uri="{FF2B5EF4-FFF2-40B4-BE49-F238E27FC236}">
                <a16:creationId xmlns:a16="http://schemas.microsoft.com/office/drawing/2014/main" id="{7975805B-A28B-476E-AD9D-04534046B8D6}"/>
              </a:ext>
            </a:extLst>
          </p:cNvPr>
          <p:cNvSpPr>
            <a:spLocks noChangeArrowheads="1"/>
          </p:cNvSpPr>
          <p:nvPr/>
        </p:nvSpPr>
        <p:spPr bwMode="auto">
          <a:xfrm>
            <a:off x="457200" y="274638"/>
            <a:ext cx="8229600" cy="792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defRPr sz="4400">
                <a:solidFill>
                  <a:schemeClr val="tx2"/>
                </a:solidFill>
                <a:latin typeface="Arial" panose="020B0604020202020204" pitchFamily="34" charset="0"/>
              </a:defRPr>
            </a:lvl1pPr>
            <a:lvl2pPr algn="ctr">
              <a:defRPr sz="4400">
                <a:solidFill>
                  <a:schemeClr val="tx2"/>
                </a:solidFill>
                <a:latin typeface="Arial" panose="020B0604020202020204" pitchFamily="34" charset="0"/>
              </a:defRPr>
            </a:lvl2pPr>
            <a:lvl3pPr algn="ctr">
              <a:defRPr sz="4400">
                <a:solidFill>
                  <a:schemeClr val="tx2"/>
                </a:solidFill>
                <a:latin typeface="Arial" panose="020B0604020202020204" pitchFamily="34" charset="0"/>
              </a:defRPr>
            </a:lvl3pPr>
            <a:lvl4pPr algn="ctr">
              <a:defRPr sz="4400">
                <a:solidFill>
                  <a:schemeClr val="tx2"/>
                </a:solidFill>
                <a:latin typeface="Arial" panose="020B0604020202020204" pitchFamily="34" charset="0"/>
              </a:defRPr>
            </a:lvl4pPr>
            <a:lvl5pPr algn="ctr">
              <a:defRPr sz="4400">
                <a:solidFill>
                  <a:schemeClr val="tx2"/>
                </a:solidFill>
                <a:latin typeface="Arial" panose="020B0604020202020204" pitchFamily="34" charset="0"/>
              </a:defRPr>
            </a:lvl5pPr>
            <a:lvl6pPr marL="457200" algn="ctr" fontAlgn="base">
              <a:spcBef>
                <a:spcPct val="0"/>
              </a:spcBef>
              <a:spcAft>
                <a:spcPct val="0"/>
              </a:spcAft>
              <a:defRPr sz="4400">
                <a:solidFill>
                  <a:schemeClr val="tx2"/>
                </a:solidFill>
                <a:latin typeface="Arial" panose="020B0604020202020204" pitchFamily="34" charset="0"/>
              </a:defRPr>
            </a:lvl6pPr>
            <a:lvl7pPr marL="914400" algn="ctr" fontAlgn="base">
              <a:spcBef>
                <a:spcPct val="0"/>
              </a:spcBef>
              <a:spcAft>
                <a:spcPct val="0"/>
              </a:spcAft>
              <a:defRPr sz="4400">
                <a:solidFill>
                  <a:schemeClr val="tx2"/>
                </a:solidFill>
                <a:latin typeface="Arial" panose="020B0604020202020204" pitchFamily="34" charset="0"/>
              </a:defRPr>
            </a:lvl7pPr>
            <a:lvl8pPr marL="1371600" algn="ctr" fontAlgn="base">
              <a:spcBef>
                <a:spcPct val="0"/>
              </a:spcBef>
              <a:spcAft>
                <a:spcPct val="0"/>
              </a:spcAft>
              <a:defRPr sz="4400">
                <a:solidFill>
                  <a:schemeClr val="tx2"/>
                </a:solidFill>
                <a:latin typeface="Arial" panose="020B0604020202020204" pitchFamily="34" charset="0"/>
              </a:defRPr>
            </a:lvl8pPr>
            <a:lvl9pPr marL="1828800" algn="ctr" fontAlgn="base">
              <a:spcBef>
                <a:spcPct val="0"/>
              </a:spcBef>
              <a:spcAft>
                <a:spcPct val="0"/>
              </a:spcAft>
              <a:defRPr sz="4400">
                <a:solidFill>
                  <a:schemeClr val="tx2"/>
                </a:solidFill>
                <a:latin typeface="Arial" panose="020B0604020202020204" pitchFamily="34" charset="0"/>
              </a:defRPr>
            </a:lvl9pPr>
          </a:lstStyle>
          <a:p>
            <a:r>
              <a:rPr lang="en-US" altLang="en-US" sz="2400" b="1">
                <a:solidFill>
                  <a:schemeClr val="tx1"/>
                </a:solidFill>
              </a:rPr>
              <a:t>List of Cryptographic Hash Function</a:t>
            </a:r>
          </a:p>
        </p:txBody>
      </p:sp>
      <p:sp>
        <p:nvSpPr>
          <p:cNvPr id="2" name="Rectangle 1">
            <a:extLst>
              <a:ext uri="{FF2B5EF4-FFF2-40B4-BE49-F238E27FC236}">
                <a16:creationId xmlns:a16="http://schemas.microsoft.com/office/drawing/2014/main" id="{2C1ADA42-FD34-4690-BBAD-3D8CB58A3AF2}"/>
              </a:ext>
            </a:extLst>
          </p:cNvPr>
          <p:cNvSpPr/>
          <p:nvPr/>
        </p:nvSpPr>
        <p:spPr bwMode="auto">
          <a:xfrm>
            <a:off x="1556817" y="1255364"/>
            <a:ext cx="2664296" cy="786620"/>
          </a:xfrm>
          <a:prstGeom prst="rect">
            <a:avLst/>
          </a:prstGeom>
          <a:solidFill>
            <a:schemeClr val="tx2">
              <a:lumMod val="60000"/>
              <a:lumOff val="40000"/>
            </a:schemeClr>
          </a:solidFill>
          <a:ln w="12700" cap="flat" cmpd="sng" algn="ctr">
            <a:noFill/>
            <a:prstDash val="solid"/>
            <a:round/>
            <a:headEnd type="none" w="med" len="med"/>
            <a:tailEnd type="none" w="med" len="me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Haval</a:t>
            </a:r>
            <a:endParaRPr kumimoji="0" lang="en-MY" sz="1800" b="0" i="0" u="none" strike="noStrike" cap="none" normalizeH="0" baseline="0" dirty="0">
              <a:ln>
                <a:noFill/>
              </a:ln>
              <a:solidFill>
                <a:schemeClr val="bg1"/>
              </a:solidFill>
              <a:effectLst/>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3142040F-32DA-4F9A-BFD8-46339134ECFD}"/>
              </a:ext>
            </a:extLst>
          </p:cNvPr>
          <p:cNvSpPr/>
          <p:nvPr/>
        </p:nvSpPr>
        <p:spPr bwMode="auto">
          <a:xfrm>
            <a:off x="1547664" y="2175872"/>
            <a:ext cx="2664296" cy="794360"/>
          </a:xfrm>
          <a:prstGeom prst="rect">
            <a:avLst/>
          </a:prstGeom>
          <a:solidFill>
            <a:schemeClr val="tx2">
              <a:lumMod val="60000"/>
              <a:lumOff val="40000"/>
            </a:schemeClr>
          </a:solidFill>
          <a:ln w="12700" cap="flat" cmpd="sng" algn="ctr">
            <a:noFill/>
            <a:prstDash val="solid"/>
            <a:round/>
            <a:headEnd type="none" w="med" len="med"/>
            <a:tailEnd type="none" w="med" len="me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MD2</a:t>
            </a:r>
            <a:endParaRPr kumimoji="0" lang="en-MY" sz="1800" b="0" i="0" u="none" strike="noStrike" cap="none" normalizeH="0" baseline="0" dirty="0">
              <a:ln>
                <a:noFill/>
              </a:ln>
              <a:solidFill>
                <a:schemeClr val="bg1"/>
              </a:solidFill>
              <a:effectLst/>
              <a:latin typeface="Calibri" panose="020F0502020204030204" pitchFamily="34" charset="0"/>
              <a:cs typeface="Calibri" panose="020F0502020204030204" pitchFamily="34" charset="0"/>
            </a:endParaRPr>
          </a:p>
        </p:txBody>
      </p:sp>
      <p:sp>
        <p:nvSpPr>
          <p:cNvPr id="7" name="Rectangle 6">
            <a:extLst>
              <a:ext uri="{FF2B5EF4-FFF2-40B4-BE49-F238E27FC236}">
                <a16:creationId xmlns:a16="http://schemas.microsoft.com/office/drawing/2014/main" id="{D24C947E-9C3D-46C4-9395-704998F2BEFA}"/>
              </a:ext>
            </a:extLst>
          </p:cNvPr>
          <p:cNvSpPr/>
          <p:nvPr/>
        </p:nvSpPr>
        <p:spPr bwMode="auto">
          <a:xfrm>
            <a:off x="1556817" y="3158675"/>
            <a:ext cx="2664296" cy="793181"/>
          </a:xfrm>
          <a:prstGeom prst="rect">
            <a:avLst/>
          </a:prstGeom>
          <a:solidFill>
            <a:schemeClr val="tx2">
              <a:lumMod val="60000"/>
              <a:lumOff val="40000"/>
            </a:schemeClr>
          </a:solidFill>
          <a:ln w="12700" cap="flat" cmpd="sng" algn="ctr">
            <a:noFill/>
            <a:prstDash val="solid"/>
            <a:round/>
            <a:headEnd type="none" w="med" len="med"/>
            <a:tailEnd type="none" w="med" len="me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MD4</a:t>
            </a:r>
            <a:endParaRPr kumimoji="0" lang="en-MY" sz="1800" b="0" i="0" u="none" strike="noStrike" cap="none" normalizeH="0" baseline="0" dirty="0">
              <a:ln>
                <a:noFill/>
              </a:ln>
              <a:solidFill>
                <a:schemeClr val="bg1"/>
              </a:solidFill>
              <a:effectLst/>
              <a:latin typeface="Calibri" panose="020F0502020204030204" pitchFamily="34" charset="0"/>
              <a:cs typeface="Calibri" panose="020F0502020204030204" pitchFamily="34" charset="0"/>
            </a:endParaRPr>
          </a:p>
        </p:txBody>
      </p:sp>
      <p:sp>
        <p:nvSpPr>
          <p:cNvPr id="8" name="Rectangle 7">
            <a:extLst>
              <a:ext uri="{FF2B5EF4-FFF2-40B4-BE49-F238E27FC236}">
                <a16:creationId xmlns:a16="http://schemas.microsoft.com/office/drawing/2014/main" id="{254DA1D8-13F6-4A5A-B1E4-B29A51EEBFE6}"/>
              </a:ext>
            </a:extLst>
          </p:cNvPr>
          <p:cNvSpPr/>
          <p:nvPr/>
        </p:nvSpPr>
        <p:spPr bwMode="auto">
          <a:xfrm>
            <a:off x="1547664" y="4125475"/>
            <a:ext cx="2664296" cy="770373"/>
          </a:xfrm>
          <a:prstGeom prst="rect">
            <a:avLst/>
          </a:prstGeom>
          <a:solidFill>
            <a:schemeClr val="tx2">
              <a:lumMod val="60000"/>
              <a:lumOff val="40000"/>
            </a:schemeClr>
          </a:solidFill>
          <a:ln w="12700" cap="flat" cmpd="sng" algn="ctr">
            <a:noFill/>
            <a:prstDash val="solid"/>
            <a:round/>
            <a:headEnd type="none" w="med" len="med"/>
            <a:tailEnd type="none" w="med" len="me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MD5</a:t>
            </a:r>
            <a:endParaRPr kumimoji="0" lang="en-MY" sz="1800" b="0" i="0" u="none" strike="noStrike" cap="none" normalizeH="0" baseline="0" dirty="0">
              <a:ln>
                <a:noFill/>
              </a:ln>
              <a:solidFill>
                <a:schemeClr val="bg1"/>
              </a:solidFill>
              <a:effectLst/>
              <a:latin typeface="Calibri" panose="020F0502020204030204" pitchFamily="34" charset="0"/>
              <a:cs typeface="Calibri" panose="020F0502020204030204" pitchFamily="34" charset="0"/>
            </a:endParaRPr>
          </a:p>
        </p:txBody>
      </p:sp>
      <p:sp>
        <p:nvSpPr>
          <p:cNvPr id="9" name="Rectangle 8">
            <a:extLst>
              <a:ext uri="{FF2B5EF4-FFF2-40B4-BE49-F238E27FC236}">
                <a16:creationId xmlns:a16="http://schemas.microsoft.com/office/drawing/2014/main" id="{DE485724-47FA-4E26-A6A9-A93BFE77CA8A}"/>
              </a:ext>
            </a:extLst>
          </p:cNvPr>
          <p:cNvSpPr/>
          <p:nvPr/>
        </p:nvSpPr>
        <p:spPr bwMode="auto">
          <a:xfrm>
            <a:off x="1547664" y="5068547"/>
            <a:ext cx="2664296" cy="792162"/>
          </a:xfrm>
          <a:prstGeom prst="rect">
            <a:avLst/>
          </a:prstGeom>
          <a:solidFill>
            <a:schemeClr val="tx2">
              <a:lumMod val="60000"/>
              <a:lumOff val="40000"/>
            </a:schemeClr>
          </a:solidFill>
          <a:ln w="12700" cap="flat" cmpd="sng" algn="ctr">
            <a:noFill/>
            <a:prstDash val="solid"/>
            <a:round/>
            <a:headEnd type="none" w="med" len="med"/>
            <a:tailEnd type="none" w="med" len="me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N-Hash</a:t>
            </a:r>
            <a:endParaRPr kumimoji="0" lang="en-MY" sz="1800" b="0" i="0" u="none" strike="noStrike" cap="none" normalizeH="0" baseline="0" dirty="0">
              <a:ln>
                <a:noFill/>
              </a:ln>
              <a:solidFill>
                <a:schemeClr val="bg1"/>
              </a:solidFill>
              <a:effectLst/>
              <a:latin typeface="Calibri" panose="020F0502020204030204" pitchFamily="34" charset="0"/>
              <a:cs typeface="Calibri" panose="020F0502020204030204" pitchFamily="34" charset="0"/>
            </a:endParaRPr>
          </a:p>
        </p:txBody>
      </p:sp>
      <p:sp>
        <p:nvSpPr>
          <p:cNvPr id="10" name="Rectangle 9">
            <a:extLst>
              <a:ext uri="{FF2B5EF4-FFF2-40B4-BE49-F238E27FC236}">
                <a16:creationId xmlns:a16="http://schemas.microsoft.com/office/drawing/2014/main" id="{0FEAD28C-6A03-45E2-B644-8249A25AE51C}"/>
              </a:ext>
            </a:extLst>
          </p:cNvPr>
          <p:cNvSpPr/>
          <p:nvPr/>
        </p:nvSpPr>
        <p:spPr bwMode="auto">
          <a:xfrm>
            <a:off x="5027240" y="1255364"/>
            <a:ext cx="2664296" cy="792162"/>
          </a:xfrm>
          <a:prstGeom prst="rect">
            <a:avLst/>
          </a:prstGeom>
          <a:solidFill>
            <a:schemeClr val="tx2">
              <a:lumMod val="60000"/>
              <a:lumOff val="40000"/>
            </a:schemeClr>
          </a:solidFill>
          <a:ln w="12700" cap="flat" cmpd="sng" algn="ctr">
            <a:noFill/>
            <a:prstDash val="solid"/>
            <a:round/>
            <a:headEnd type="none" w="med" len="med"/>
            <a:tailEnd type="none" w="med" len="me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RIPEMD-160</a:t>
            </a:r>
            <a:endParaRPr kumimoji="0" lang="en-MY" sz="1800" b="0" i="0" u="none" strike="noStrike" cap="none" normalizeH="0" baseline="0" dirty="0">
              <a:ln>
                <a:noFill/>
              </a:ln>
              <a:solidFill>
                <a:schemeClr val="bg1"/>
              </a:solidFill>
              <a:effectLst/>
              <a:latin typeface="Calibri" panose="020F0502020204030204" pitchFamily="34" charset="0"/>
              <a:cs typeface="Calibri" panose="020F0502020204030204" pitchFamily="34" charset="0"/>
            </a:endParaRPr>
          </a:p>
        </p:txBody>
      </p:sp>
      <p:sp>
        <p:nvSpPr>
          <p:cNvPr id="11" name="Rectangle 10">
            <a:extLst>
              <a:ext uri="{FF2B5EF4-FFF2-40B4-BE49-F238E27FC236}">
                <a16:creationId xmlns:a16="http://schemas.microsoft.com/office/drawing/2014/main" id="{D669D904-DAC9-47CE-A56A-6FB6034DCD54}"/>
              </a:ext>
            </a:extLst>
          </p:cNvPr>
          <p:cNvSpPr/>
          <p:nvPr/>
        </p:nvSpPr>
        <p:spPr bwMode="auto">
          <a:xfrm>
            <a:off x="5027240" y="2205728"/>
            <a:ext cx="2664296" cy="792162"/>
          </a:xfrm>
          <a:prstGeom prst="rect">
            <a:avLst/>
          </a:prstGeom>
          <a:solidFill>
            <a:schemeClr val="tx2">
              <a:lumMod val="60000"/>
              <a:lumOff val="40000"/>
            </a:schemeClr>
          </a:solidFill>
          <a:ln w="12700" cap="flat" cmpd="sng" algn="ctr">
            <a:noFill/>
            <a:prstDash val="solid"/>
            <a:round/>
            <a:headEnd type="none" w="med" len="med"/>
            <a:tailEnd type="none" w="med" len="me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SHA Hash Functions </a:t>
            </a:r>
          </a:p>
          <a:p>
            <a:pPr marL="0" marR="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(SHA-0, SHA-1, SHA-2)</a:t>
            </a:r>
            <a:endParaRPr kumimoji="0" lang="en-MY" sz="1800" b="0" i="0" u="none" strike="noStrike" cap="none" normalizeH="0" baseline="0" dirty="0">
              <a:ln>
                <a:noFill/>
              </a:ln>
              <a:solidFill>
                <a:schemeClr val="bg1"/>
              </a:solidFill>
              <a:effectLst/>
              <a:latin typeface="Calibri" panose="020F0502020204030204" pitchFamily="34" charset="0"/>
              <a:cs typeface="Calibri" panose="020F0502020204030204" pitchFamily="34" charset="0"/>
            </a:endParaRPr>
          </a:p>
        </p:txBody>
      </p:sp>
      <p:sp>
        <p:nvSpPr>
          <p:cNvPr id="12" name="Rectangle 11">
            <a:extLst>
              <a:ext uri="{FF2B5EF4-FFF2-40B4-BE49-F238E27FC236}">
                <a16:creationId xmlns:a16="http://schemas.microsoft.com/office/drawing/2014/main" id="{CEE97B7A-42F0-49CC-A8FF-ABBF62E577EF}"/>
              </a:ext>
            </a:extLst>
          </p:cNvPr>
          <p:cNvSpPr/>
          <p:nvPr/>
        </p:nvSpPr>
        <p:spPr bwMode="auto">
          <a:xfrm>
            <a:off x="5027240" y="3159694"/>
            <a:ext cx="2664296" cy="792162"/>
          </a:xfrm>
          <a:prstGeom prst="rect">
            <a:avLst/>
          </a:prstGeom>
          <a:solidFill>
            <a:schemeClr val="tx2">
              <a:lumMod val="60000"/>
              <a:lumOff val="40000"/>
            </a:schemeClr>
          </a:solidFill>
          <a:ln w="12700" cap="flat" cmpd="sng" algn="ctr">
            <a:noFill/>
            <a:prstDash val="solid"/>
            <a:round/>
            <a:headEnd type="none" w="med" len="med"/>
            <a:tailEnd type="none" w="med" len="me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Snefru</a:t>
            </a:r>
            <a:endParaRPr kumimoji="0" lang="en-MY" sz="1800" b="0" i="0" u="none" strike="noStrike" cap="none" normalizeH="0" baseline="0" dirty="0">
              <a:ln>
                <a:noFill/>
              </a:ln>
              <a:solidFill>
                <a:schemeClr val="bg1"/>
              </a:solidFill>
              <a:effectLst/>
              <a:latin typeface="Calibri" panose="020F0502020204030204" pitchFamily="34" charset="0"/>
              <a:cs typeface="Calibri" panose="020F0502020204030204" pitchFamily="34" charset="0"/>
            </a:endParaRPr>
          </a:p>
        </p:txBody>
      </p:sp>
      <p:sp>
        <p:nvSpPr>
          <p:cNvPr id="13" name="Rectangle 12">
            <a:extLst>
              <a:ext uri="{FF2B5EF4-FFF2-40B4-BE49-F238E27FC236}">
                <a16:creationId xmlns:a16="http://schemas.microsoft.com/office/drawing/2014/main" id="{B270EEDC-02E3-4A26-9ED5-58DC72796CCB}"/>
              </a:ext>
            </a:extLst>
          </p:cNvPr>
          <p:cNvSpPr/>
          <p:nvPr/>
        </p:nvSpPr>
        <p:spPr bwMode="auto">
          <a:xfrm>
            <a:off x="5013201" y="4131205"/>
            <a:ext cx="2664296" cy="792162"/>
          </a:xfrm>
          <a:prstGeom prst="rect">
            <a:avLst/>
          </a:prstGeom>
          <a:solidFill>
            <a:schemeClr val="tx2">
              <a:lumMod val="60000"/>
              <a:lumOff val="40000"/>
            </a:schemeClr>
          </a:solidFill>
          <a:ln w="12700" cap="flat" cmpd="sng" algn="ctr">
            <a:noFill/>
            <a:prstDash val="solid"/>
            <a:round/>
            <a:headEnd type="none" w="med" len="med"/>
            <a:tailEnd type="none" w="med" len="me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Tiger</a:t>
            </a:r>
            <a:endParaRPr kumimoji="0" lang="en-MY" sz="1800" b="0" i="0" u="none" strike="noStrike" cap="none" normalizeH="0" baseline="0" dirty="0">
              <a:ln>
                <a:noFill/>
              </a:ln>
              <a:solidFill>
                <a:schemeClr val="bg1"/>
              </a:solidFill>
              <a:effectLst/>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FF0CEAA2-2E35-4180-B8C3-11742E82018B}"/>
              </a:ext>
            </a:extLst>
          </p:cNvPr>
          <p:cNvSpPr/>
          <p:nvPr/>
        </p:nvSpPr>
        <p:spPr bwMode="auto">
          <a:xfrm>
            <a:off x="5007818" y="5072718"/>
            <a:ext cx="2664296" cy="792162"/>
          </a:xfrm>
          <a:prstGeom prst="rect">
            <a:avLst/>
          </a:prstGeom>
          <a:solidFill>
            <a:schemeClr val="tx2">
              <a:lumMod val="60000"/>
              <a:lumOff val="40000"/>
            </a:schemeClr>
          </a:solidFill>
          <a:ln w="12700" cap="flat" cmpd="sng" algn="ctr">
            <a:noFill/>
            <a:prstDash val="solid"/>
            <a:round/>
            <a:headEnd type="none" w="med" len="med"/>
            <a:tailEnd type="none" w="med" len="me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Whirlpool</a:t>
            </a:r>
            <a:endParaRPr kumimoji="0" lang="en-MY" sz="1800" b="0" i="0" u="none" strike="noStrike" cap="none" normalizeH="0" baseline="0" dirty="0">
              <a:ln>
                <a:noFill/>
              </a:ln>
              <a:solidFill>
                <a:schemeClr val="bg1"/>
              </a:solidFill>
              <a:effectLst/>
              <a:latin typeface="Calibri" panose="020F0502020204030204" pitchFamily="34" charset="0"/>
              <a:cs typeface="Calibri" panose="020F0502020204030204" pitchFamily="34" charset="0"/>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3"/>
          <p:cNvSpPr>
            <a:spLocks noGrp="1"/>
          </p:cNvSpPr>
          <p:nvPr>
            <p:ph type="ctrTitle"/>
          </p:nvPr>
        </p:nvSpPr>
        <p:spPr>
          <a:xfrm>
            <a:off x="2172456" y="2200277"/>
            <a:ext cx="6754812" cy="1470025"/>
          </a:xfrm>
        </p:spPr>
        <p:txBody>
          <a:bodyPr/>
          <a:lstStyle/>
          <a:p>
            <a:r>
              <a:rPr lang="en-US" dirty="0"/>
              <a:t>Steganography</a:t>
            </a:r>
            <a:endParaRPr lang="en-GB" dirty="0"/>
          </a:p>
        </p:txBody>
      </p:sp>
      <p:sp>
        <p:nvSpPr>
          <p:cNvPr id="3" name="Subtitle 2">
            <a:extLst>
              <a:ext uri="{FF2B5EF4-FFF2-40B4-BE49-F238E27FC236}">
                <a16:creationId xmlns:a16="http://schemas.microsoft.com/office/drawing/2014/main" id="{74A6C768-CD6F-CE79-6942-BE562EAE26C0}"/>
              </a:ext>
            </a:extLst>
          </p:cNvPr>
          <p:cNvSpPr>
            <a:spLocks noGrp="1"/>
          </p:cNvSpPr>
          <p:nvPr>
            <p:ph type="subTitle" idx="1"/>
          </p:nvPr>
        </p:nvSpPr>
        <p:spPr/>
        <p:txBody>
          <a:bodyPr/>
          <a:lstStyle/>
          <a:p>
            <a:endParaRPr lang="en-MY"/>
          </a:p>
        </p:txBody>
      </p:sp>
    </p:spTree>
    <p:extLst>
      <p:ext uri="{BB962C8B-B14F-4D97-AF65-F5344CB8AC3E}">
        <p14:creationId xmlns:p14="http://schemas.microsoft.com/office/powerpoint/2010/main" val="274109959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1A2FE9D-B3EA-CDED-BD95-CFF065164B78}"/>
              </a:ext>
            </a:extLst>
          </p:cNvPr>
          <p:cNvSpPr>
            <a:spLocks noGrp="1"/>
          </p:cNvSpPr>
          <p:nvPr>
            <p:ph idx="1"/>
          </p:nvPr>
        </p:nvSpPr>
        <p:spPr>
          <a:xfrm>
            <a:off x="190500" y="1697038"/>
            <a:ext cx="8810625" cy="4525962"/>
          </a:xfrm>
        </p:spPr>
        <p:txBody>
          <a:bodyPr/>
          <a:lstStyle/>
          <a:p>
            <a:r>
              <a:rPr lang="en-US" dirty="0"/>
              <a:t>Steganography is the technique of hiding secret data within an ordinary, non-secret, file or message in order to avoid detection; the secret data is then extracted at its destination. </a:t>
            </a:r>
          </a:p>
          <a:p>
            <a:r>
              <a:rPr lang="en-US" dirty="0"/>
              <a:t>The use of steganography can be combined with encryption as an extra step for hiding or protecting the data.</a:t>
            </a:r>
          </a:p>
          <a:p>
            <a:endParaRPr lang="en-MY" dirty="0"/>
          </a:p>
        </p:txBody>
      </p:sp>
      <p:sp>
        <p:nvSpPr>
          <p:cNvPr id="2" name="Title 1">
            <a:extLst>
              <a:ext uri="{FF2B5EF4-FFF2-40B4-BE49-F238E27FC236}">
                <a16:creationId xmlns:a16="http://schemas.microsoft.com/office/drawing/2014/main" id="{1E6E8B33-EB4A-B89F-129F-7BF7C6ACA48E}"/>
              </a:ext>
            </a:extLst>
          </p:cNvPr>
          <p:cNvSpPr>
            <a:spLocks noGrp="1"/>
          </p:cNvSpPr>
          <p:nvPr>
            <p:ph type="title"/>
          </p:nvPr>
        </p:nvSpPr>
        <p:spPr>
          <a:xfrm>
            <a:off x="221514" y="274638"/>
            <a:ext cx="7843030" cy="1143000"/>
          </a:xfrm>
        </p:spPr>
        <p:txBody>
          <a:bodyPr/>
          <a:lstStyle/>
          <a:p>
            <a:r>
              <a:rPr lang="en-MY" dirty="0"/>
              <a:t>Steganography</a:t>
            </a:r>
          </a:p>
        </p:txBody>
      </p:sp>
      <p:pic>
        <p:nvPicPr>
          <p:cNvPr id="5" name="Picture 4" descr="Steganography: The Undetectable Cybersecurity Threat | Built In">
            <a:extLst>
              <a:ext uri="{FF2B5EF4-FFF2-40B4-BE49-F238E27FC236}">
                <a16:creationId xmlns:a16="http://schemas.microsoft.com/office/drawing/2014/main" id="{29583DF4-495F-2845-81A2-0C912DF01B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60434" y="4509770"/>
            <a:ext cx="3156857" cy="165735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6" descr="Steganography Useful for Espionage, Malware and More">
            <a:extLst>
              <a:ext uri="{FF2B5EF4-FFF2-40B4-BE49-F238E27FC236}">
                <a16:creationId xmlns:a16="http://schemas.microsoft.com/office/drawing/2014/main" id="{A06370E7-D3CD-C600-BAC5-B4303451C27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9877" r="11188"/>
          <a:stretch/>
        </p:blipFill>
        <p:spPr bwMode="auto">
          <a:xfrm>
            <a:off x="4427984" y="4509770"/>
            <a:ext cx="3423556" cy="1657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517141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0500" y="1697038"/>
            <a:ext cx="8810625" cy="4525962"/>
          </a:xfrm>
        </p:spPr>
        <p:txBody>
          <a:bodyPr/>
          <a:lstStyle/>
          <a:p>
            <a:r>
              <a:rPr lang="en-US" dirty="0"/>
              <a:t>Explain how cryptography is used as security mechanisms.</a:t>
            </a:r>
          </a:p>
          <a:p>
            <a:endParaRPr lang="en-GB" dirty="0"/>
          </a:p>
        </p:txBody>
      </p:sp>
      <p:sp>
        <p:nvSpPr>
          <p:cNvPr id="2" name="Title 1"/>
          <p:cNvSpPr>
            <a:spLocks noGrp="1"/>
          </p:cNvSpPr>
          <p:nvPr>
            <p:ph type="title"/>
          </p:nvPr>
        </p:nvSpPr>
        <p:spPr>
          <a:xfrm>
            <a:off x="221514" y="274638"/>
            <a:ext cx="7843030" cy="1143000"/>
          </a:xfrm>
        </p:spPr>
        <p:txBody>
          <a:bodyPr/>
          <a:lstStyle/>
          <a:p>
            <a:r>
              <a:rPr lang="en-US" altLang="en-US" dirty="0"/>
              <a:t>Quick Review Question</a:t>
            </a:r>
            <a:endParaRPr lang="en-GB" dirty="0"/>
          </a:p>
        </p:txBody>
      </p:sp>
    </p:spTree>
    <p:extLst>
      <p:ext uri="{BB962C8B-B14F-4D97-AF65-F5344CB8AC3E}">
        <p14:creationId xmlns:p14="http://schemas.microsoft.com/office/powerpoint/2010/main" val="319245212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0500" y="1697038"/>
            <a:ext cx="8810625" cy="4525962"/>
          </a:xfrm>
        </p:spPr>
        <p:txBody>
          <a:bodyPr/>
          <a:lstStyle/>
          <a:p>
            <a:r>
              <a:rPr lang="en-US" dirty="0"/>
              <a:t>Cryptographic Techniques</a:t>
            </a:r>
          </a:p>
          <a:p>
            <a:pPr lvl="1"/>
            <a:r>
              <a:rPr lang="en-US" dirty="0"/>
              <a:t>Symmetric</a:t>
            </a:r>
          </a:p>
          <a:p>
            <a:pPr lvl="1"/>
            <a:r>
              <a:rPr lang="en-US" dirty="0"/>
              <a:t>Asymmetric</a:t>
            </a:r>
          </a:p>
          <a:p>
            <a:pPr lvl="1"/>
            <a:r>
              <a:rPr lang="en-US" dirty="0"/>
              <a:t>Hash function</a:t>
            </a:r>
          </a:p>
          <a:p>
            <a:pPr lvl="1"/>
            <a:endParaRPr lang="en-GB" dirty="0"/>
          </a:p>
          <a:p>
            <a:endParaRPr lang="en-GB" dirty="0"/>
          </a:p>
        </p:txBody>
      </p:sp>
      <p:sp>
        <p:nvSpPr>
          <p:cNvPr id="2" name="Title 1"/>
          <p:cNvSpPr>
            <a:spLocks noGrp="1"/>
          </p:cNvSpPr>
          <p:nvPr>
            <p:ph type="title"/>
          </p:nvPr>
        </p:nvSpPr>
        <p:spPr>
          <a:xfrm>
            <a:off x="221514" y="274638"/>
            <a:ext cx="7843030" cy="1143000"/>
          </a:xfrm>
        </p:spPr>
        <p:txBody>
          <a:bodyPr/>
          <a:lstStyle/>
          <a:p>
            <a:r>
              <a:rPr lang="en-US" altLang="zh-TW" dirty="0"/>
              <a:t>Summary of Main Teaching Points</a:t>
            </a:r>
            <a:endParaRPr lang="en-GB" dirty="0"/>
          </a:p>
        </p:txBody>
      </p:sp>
    </p:spTree>
    <p:extLst>
      <p:ext uri="{BB962C8B-B14F-4D97-AF65-F5344CB8AC3E}">
        <p14:creationId xmlns:p14="http://schemas.microsoft.com/office/powerpoint/2010/main" val="147506985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8D137D1A-6BD9-0D2F-F984-5462D92669E4}"/>
              </a:ext>
            </a:extLst>
          </p:cNvPr>
          <p:cNvSpPr>
            <a:spLocks noGrp="1"/>
          </p:cNvSpPr>
          <p:nvPr>
            <p:ph idx="1"/>
          </p:nvPr>
        </p:nvSpPr>
        <p:spPr/>
        <p:txBody>
          <a:bodyPr/>
          <a:lstStyle/>
          <a:p>
            <a:endParaRPr lang="en-MY"/>
          </a:p>
        </p:txBody>
      </p:sp>
      <p:sp>
        <p:nvSpPr>
          <p:cNvPr id="46082" name="Title 1"/>
          <p:cNvSpPr>
            <a:spLocks noGrp="1"/>
          </p:cNvSpPr>
          <p:nvPr>
            <p:ph type="title"/>
          </p:nvPr>
        </p:nvSpPr>
        <p:spPr>
          <a:xfrm>
            <a:off x="221514" y="274638"/>
            <a:ext cx="7843030" cy="1143000"/>
          </a:xfrm>
        </p:spPr>
        <p:txBody>
          <a:bodyPr/>
          <a:lstStyle/>
          <a:p>
            <a:r>
              <a:rPr lang="en-US" altLang="en-US" dirty="0"/>
              <a:t>Q &amp; A</a:t>
            </a:r>
            <a:endParaRPr lang="en-GB" altLang="en-US" dirty="0"/>
          </a:p>
        </p:txBody>
      </p:sp>
      <p:pic>
        <p:nvPicPr>
          <p:cNvPr id="46083" name="Picture 7"/>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764978" y="1683086"/>
            <a:ext cx="3840163" cy="3840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4148277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LIDO_APP_VERSION" val="1.5.3.3511"/>
  <p:tag name="SLIDO_PRESENTATION_ID" val="00000000-0000-0000-0000-000000000000"/>
  <p:tag name="SLIDO_EVENT_UUID" val="f6024e1d-d428-4b3c-bb12-94b068f4f32b"/>
  <p:tag name="SLIDO_EVENT_SECTION_UUID" val="cce545f1-9f08-412e-9016-459ec3e784dd"/>
</p:tagLst>
</file>

<file path=ppt/tags/tag2.xml><?xml version="1.0" encoding="utf-8"?>
<p:tagLst xmlns:a="http://schemas.openxmlformats.org/drawingml/2006/main" xmlns:r="http://schemas.openxmlformats.org/officeDocument/2006/relationships" xmlns:p="http://schemas.openxmlformats.org/presentationml/2006/main">
  <p:tag name="SLIDO_METADATA" val="eyJUaW1lc3RhbXAiOjE2ODA3MDU1Njl9"/>
  <p:tag name="SLIDO_TYPE" val="SlidoPoll"/>
  <p:tag name="SLIDO_POLL_UUID" val="af54def0-ef13-4e7a-ba0a-c9303f25c505"/>
  <p:tag name="SLIDO_TIMELINE" val="W3sicG9sbFF1ZXN0aW9uVXVpZCI6ImEwZDM1ZTRlLWRmMTQtNGE1MS05NDFlLWFhZjlmNDFlMzUzZSIsInNob3dSZXN1bHRzIjpmYWxzZSwic2hvd0NvcnJlY3RBbnN3ZXJzIjpmYWxzZSwidm90aW5nTG9ja2VkIjpmYWxzZX0seyJwb2xsUXVlc3Rpb25VdWlkIjoiYTBkMzVlNGUtZGYxNC00YTUxLTk0MWUtYWFmOWY0MWUzNTNlIiwic2hvd1Jlc3VsdHMiOnRydWUsInNob3dDb3JyZWN0QW5zd2VycyI6dHJ1ZSwidm90aW5nTG9ja2VkIjpmYWxzZX1d"/>
</p:tagLst>
</file>

<file path=ppt/tags/tag3.xml><?xml version="1.0" encoding="utf-8"?>
<p:tagLst xmlns:a="http://schemas.openxmlformats.org/drawingml/2006/main" xmlns:r="http://schemas.openxmlformats.org/officeDocument/2006/relationships" xmlns:p="http://schemas.openxmlformats.org/presentationml/2006/main">
  <p:tag name="SLIDO_ELEMENT" val="logo"/>
</p:tagLst>
</file>

<file path=ppt/tags/tag4.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MultipleChoice"/>
</p:tagLst>
</file>

<file path=ppt/tags/tag5.xml><?xml version="1.0" encoding="utf-8"?>
<p:tagLst xmlns:a="http://schemas.openxmlformats.org/drawingml/2006/main" xmlns:r="http://schemas.openxmlformats.org/officeDocument/2006/relationships" xmlns:p="http://schemas.openxmlformats.org/presentationml/2006/main">
  <p:tag name="SLIDO_ELEMENT" val="title"/>
</p:tagLst>
</file>

<file path=ppt/tags/tag6.xml><?xml version="1.0" encoding="utf-8"?>
<p:tagLst xmlns:a="http://schemas.openxmlformats.org/drawingml/2006/main" xmlns:r="http://schemas.openxmlformats.org/officeDocument/2006/relationships" xmlns:p="http://schemas.openxmlformats.org/presentationml/2006/main">
  <p:tag name="SLIDO_ELEMENT" val="footer"/>
</p:tagLst>
</file>

<file path=ppt/tags/tag7.xml><?xml version="1.0" encoding="utf-8"?>
<p:tagLst xmlns:a="http://schemas.openxmlformats.org/drawingml/2006/main" xmlns:r="http://schemas.openxmlformats.org/officeDocument/2006/relationships" xmlns:p="http://schemas.openxmlformats.org/presentationml/2006/main">
  <p:tag name="SLIDO_METADATA" val="eyJUaW1lc3RhbXAiOjE2ODA3MDU2Mzh9"/>
  <p:tag name="SLIDO_TYPE" val="SlidoPoll"/>
  <p:tag name="SLIDO_POLL_UUID" val="5b1d90f7-aa0b-4ee1-8b6d-672c976ae0a6"/>
  <p:tag name="SLIDO_TIMELINE" val="W3sicG9sbFF1ZXN0aW9uVXVpZCI6ImFlZGQxODQ4LTdlNmMtNDg4NS04YjY3LTk3NWY1Nzc2ODI5NyIsInNob3dSZXN1bHRzIjpmYWxzZSwic2hvd0NvcnJlY3RBbnN3ZXJzIjpmYWxzZSwidm90aW5nTG9ja2VkIjpmYWxzZX0seyJwb2xsUXVlc3Rpb25VdWlkIjoiYWVkZDE4NDgtN2U2Yy00ODg1LThiNjctOTc1ZjU3NzY4Mjk3Iiwic2hvd1Jlc3VsdHMiOnRydWUsInNob3dDb3JyZWN0QW5zd2VycyI6dHJ1ZSwidm90aW5nTG9ja2VkIjpmYWxzZX1d"/>
</p:tagLst>
</file>

<file path=ppt/tags/tag8.xml><?xml version="1.0" encoding="utf-8"?>
<p:tagLst xmlns:a="http://schemas.openxmlformats.org/drawingml/2006/main" xmlns:r="http://schemas.openxmlformats.org/officeDocument/2006/relationships" xmlns:p="http://schemas.openxmlformats.org/presentationml/2006/main">
  <p:tag name="SLIDO_ELEMENT" val="logo"/>
</p:tagLst>
</file>

<file path=ppt/tags/tag9.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MultipleChoice"/>
</p:tagLst>
</file>

<file path=ppt/tags/tag10.xml><?xml version="1.0" encoding="utf-8"?>
<p:tagLst xmlns:a="http://schemas.openxmlformats.org/drawingml/2006/main" xmlns:r="http://schemas.openxmlformats.org/officeDocument/2006/relationships" xmlns:p="http://schemas.openxmlformats.org/presentationml/2006/main">
  <p:tag name="SLIDO_ELEMENT" val="title"/>
</p:tagLst>
</file>

<file path=ppt/tags/tag11.xml><?xml version="1.0" encoding="utf-8"?>
<p:tagLst xmlns:a="http://schemas.openxmlformats.org/drawingml/2006/main" xmlns:r="http://schemas.openxmlformats.org/officeDocument/2006/relationships" xmlns:p="http://schemas.openxmlformats.org/presentationml/2006/main">
  <p:tag name="SLIDO_ELEMENT" val="footer"/>
</p:tagLst>
</file>

<file path=ppt/theme/theme1.xml><?xml version="1.0" encoding="utf-8"?>
<a:theme xmlns:a="http://schemas.openxmlformats.org/drawingml/2006/main" name="Theme2_moduleSlides_Undergraduate">
  <a:themeElements>
    <a:clrScheme name="APU-2023">
      <a:dk1>
        <a:srgbClr val="082F50"/>
      </a:dk1>
      <a:lt1>
        <a:srgbClr val="FFFFFF"/>
      </a:lt1>
      <a:dk2>
        <a:srgbClr val="0070C0"/>
      </a:dk2>
      <a:lt2>
        <a:srgbClr val="C0F9FC"/>
      </a:lt2>
      <a:accent1>
        <a:srgbClr val="00B0F0"/>
      </a:accent1>
      <a:accent2>
        <a:srgbClr val="079244"/>
      </a:accent2>
      <a:accent3>
        <a:srgbClr val="E02C32"/>
      </a:accent3>
      <a:accent4>
        <a:srgbClr val="45D7EA"/>
      </a:accent4>
      <a:accent5>
        <a:srgbClr val="FAC41B"/>
      </a:accent5>
      <a:accent6>
        <a:srgbClr val="082F50"/>
      </a:accent6>
      <a:hlink>
        <a:srgbClr val="9AB1D0"/>
      </a:hlink>
      <a:folHlink>
        <a:srgbClr val="0D3358"/>
      </a:folHlink>
    </a:clrScheme>
    <a:fontScheme name="APU-2023">
      <a:majorFont>
        <a:latin typeface="PT Sans"/>
        <a:ea typeface=""/>
        <a:cs typeface=""/>
      </a:majorFont>
      <a:minorFont>
        <a:latin typeface="PT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GB"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GB" sz="1800" b="0" i="0" u="none" strike="noStrike" cap="none" normalizeH="0" baseline="0" smtClean="0">
            <a:ln>
              <a:noFill/>
            </a:ln>
            <a:solidFill>
              <a:schemeClr val="tx1"/>
            </a:solidFill>
            <a:effectLst/>
            <a:latin typeface="Arial" charset="0"/>
          </a:defRPr>
        </a:defPPr>
      </a:lstStyle>
    </a:lnDef>
  </a:objectDefaults>
  <a:extraClrSchemeLst>
    <a:extraClrScheme>
      <a:clrScheme name="UCTI-Template-foundation-level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UCTI-Template-foundation-level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UCTI-Template-foundation-level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UCTI-Template-foundation-level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UCTI-Template-foundation-level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UCTI-Template-foundation-level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UCTI-Template-foundation-level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UCTI-Template-foundation-level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UCTI-Template-foundation-level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UCTI-Template-foundation-level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UCTI-Template-foundation-level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UCTI-Template-foundation-level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Theme2_moduleSlides_Undergraduate" id="{03BE0553-D3EE-4A5C-AED5-6FDD765D67E4}" vid="{7C0A7237-03B7-4BAD-8D8E-7E3A633C2578}"/>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C3C846FA18524F42BC0C34B95DD87E03" ma:contentTypeVersion="0" ma:contentTypeDescription="Create a new document." ma:contentTypeScope="" ma:versionID="ff5b8a0d442ec40c0307b143b24ff94b">
  <xsd:schema xmlns:xsd="http://www.w3.org/2001/XMLSchema" xmlns:xs="http://www.w3.org/2001/XMLSchema" xmlns:p="http://schemas.microsoft.com/office/2006/metadata/properties" targetNamespace="http://schemas.microsoft.com/office/2006/metadata/properties" ma:root="true" ma:fieldsID="0967b7be50301903c78f9c39c6fd9af8">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1F712D72-96C5-478F-A7EE-60CEE79E07D5}">
  <ds:schemaRefs>
    <ds:schemaRef ds:uri="http://schemas.microsoft.com/sharepoint/v3/contenttype/forms"/>
  </ds:schemaRefs>
</ds:datastoreItem>
</file>

<file path=customXml/itemProps2.xml><?xml version="1.0" encoding="utf-8"?>
<ds:datastoreItem xmlns:ds="http://schemas.openxmlformats.org/officeDocument/2006/customXml" ds:itemID="{822E833B-B852-4AF0-93B6-4C54C838512F}">
  <ds:schemaRefs>
    <ds:schemaRef ds:uri="http://schemas.microsoft.com/office/2006/metadata/contentType"/>
    <ds:schemaRef ds:uri="http://schemas.microsoft.com/office/2006/metadata/properties/metaAttributes"/>
    <ds:schemaRef ds:uri="http://www.w3.org/2000/xmln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D9DA231D-D875-4CEE-BCFC-00B8784B3E50}">
  <ds:schemaRefs>
    <ds:schemaRef ds:uri="http://schemas.microsoft.com/office/2006/metadata/properties"/>
    <ds:schemaRef ds:uri="http://www.w3.org/2000/xmln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Theme2_moduleSlides_Undergraduate</Template>
  <TotalTime>32624</TotalTime>
  <Words>5124</Words>
  <Application>Microsoft Office PowerPoint</Application>
  <PresentationFormat>On-screen Show (4:3)</PresentationFormat>
  <Paragraphs>1014</Paragraphs>
  <Slides>67</Slides>
  <Notes>46</Notes>
  <HiddenSlides>6</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67</vt:i4>
      </vt:variant>
    </vt:vector>
  </HeadingPairs>
  <TitlesOfParts>
    <vt:vector size="80" baseType="lpstr">
      <vt:lpstr>Arial (Body)</vt:lpstr>
      <vt:lpstr>PT Sans (Headings)</vt:lpstr>
      <vt:lpstr>Arial</vt:lpstr>
      <vt:lpstr>Calibri</vt:lpstr>
      <vt:lpstr>Comic Sans MS</vt:lpstr>
      <vt:lpstr>Courier New</vt:lpstr>
      <vt:lpstr>Montserrat</vt:lpstr>
      <vt:lpstr>Palatino Linotype</vt:lpstr>
      <vt:lpstr>PT Sans</vt:lpstr>
      <vt:lpstr>Symbol</vt:lpstr>
      <vt:lpstr>Times New Roman</vt:lpstr>
      <vt:lpstr>Wingdings</vt:lpstr>
      <vt:lpstr>Theme2_moduleSlides_Undergraduate</vt:lpstr>
      <vt:lpstr>Cyber Security and Forensics AICT006-4-2-DSF  VE-3</vt:lpstr>
      <vt:lpstr>Topic &amp; Structure of The Lesson</vt:lpstr>
      <vt:lpstr>Learning Outcomes</vt:lpstr>
      <vt:lpstr>Key Terms You Must Be Able To Use</vt:lpstr>
      <vt:lpstr>Secure Systems</vt:lpstr>
      <vt:lpstr>Cryptography Concepts</vt:lpstr>
      <vt:lpstr>PowerPoint Presentation</vt:lpstr>
      <vt:lpstr>PowerPoint Presentation</vt:lpstr>
      <vt:lpstr>PowerPoint Presentation</vt:lpstr>
      <vt:lpstr>Basic Terminology</vt:lpstr>
      <vt:lpstr>PowerPoint Presentation</vt:lpstr>
      <vt:lpstr>PowerPoint Presentation</vt:lpstr>
      <vt:lpstr>Information Protection by Cryptography</vt:lpstr>
      <vt:lpstr>PowerPoint Presentation</vt:lpstr>
      <vt:lpstr>Symmetric Encryption</vt:lpstr>
      <vt:lpstr>PowerPoint Presentation</vt:lpstr>
      <vt:lpstr>PowerPoint Presentation</vt:lpstr>
      <vt:lpstr>Requirements</vt:lpstr>
      <vt:lpstr>PowerPoint Presentation</vt:lpstr>
      <vt:lpstr>PowerPoint Presentation</vt:lpstr>
      <vt:lpstr>Questions</vt:lpstr>
      <vt:lpstr>PowerPoint Presentation</vt:lpstr>
      <vt:lpstr>Stream Cipher</vt:lpstr>
      <vt:lpstr>PowerPoint Presentation</vt:lpstr>
      <vt:lpstr>PowerPoint Presentation</vt:lpstr>
      <vt:lpstr>Examples of Classical Technique</vt:lpstr>
      <vt:lpstr>1. Substitution (Caesar Cipher)</vt:lpstr>
      <vt:lpstr>Caesar Cipher</vt:lpstr>
      <vt:lpstr>PowerPoint Presentation</vt:lpstr>
      <vt:lpstr>Cryptanalysis of Caesar Cipher </vt:lpstr>
      <vt:lpstr>2. Transposition Ciphers</vt:lpstr>
      <vt:lpstr>Rail Fence cipher</vt:lpstr>
      <vt:lpstr>Row Transposition Ciphers</vt:lpstr>
      <vt:lpstr>Row Transposition Ciphers</vt:lpstr>
      <vt:lpstr>Product Ciphers</vt:lpstr>
      <vt:lpstr>Block Ciphers</vt:lpstr>
      <vt:lpstr>PowerPoint Presentation</vt:lpstr>
      <vt:lpstr>Block Cipher Design</vt:lpstr>
      <vt:lpstr>Public-key Cryptography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Why Public-Key Cryptography?</vt:lpstr>
      <vt:lpstr>Public-Key Applications</vt:lpstr>
      <vt:lpstr>PowerPoint Presentation</vt:lpstr>
      <vt:lpstr>Hash Function</vt:lpstr>
      <vt:lpstr>PowerPoint Presentation</vt:lpstr>
      <vt:lpstr>Activity</vt:lpstr>
      <vt:lpstr>PowerPoint Presentation</vt:lpstr>
      <vt:lpstr>Activity</vt:lpstr>
      <vt:lpstr>PowerPoint Presentation</vt:lpstr>
      <vt:lpstr>Activity</vt:lpstr>
      <vt:lpstr>PowerPoint Presentation</vt:lpstr>
      <vt:lpstr>PowerPoint Presentation</vt:lpstr>
      <vt:lpstr>PowerPoint Presentation</vt:lpstr>
      <vt:lpstr>Steganography</vt:lpstr>
      <vt:lpstr>Steganography</vt:lpstr>
      <vt:lpstr>Quick Review Question</vt:lpstr>
      <vt:lpstr>Summary of Main Teaching Points</vt:lpstr>
      <vt:lpstr>Q &amp; A</vt:lpstr>
    </vt:vector>
  </TitlesOfParts>
  <Company>Henry Linger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MANAGEMENT</dc:title>
  <dc:creator>Dr Thomas Patrick O’Daniel</dc:creator>
  <cp:lastModifiedBy>WONG KIT HOONG</cp:lastModifiedBy>
  <cp:revision>519</cp:revision>
  <cp:lastPrinted>2019-06-20T05:03:07Z</cp:lastPrinted>
  <dcterms:modified xsi:type="dcterms:W3CDTF">2025-03-06T02:15:42Z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0x010100C3C846FA18524F42BC0C34B95DD87E03</vt:lpwstr>
  </property>
  <property fmtid="{D5CDD505-2E9C-101B-9397-08002B2CF9AE}" pid="3" name="SlidoAppVersion">
    <vt:lpwstr>1.5.3.3511</vt:lpwstr>
  </property>
</Properties>
</file>