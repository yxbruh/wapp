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07" r:id="rId4"/>
  </p:sldMasterIdLst>
  <p:notesMasterIdLst>
    <p:notesMasterId r:id="rId47"/>
  </p:notesMasterIdLst>
  <p:handoutMasterIdLst>
    <p:handoutMasterId r:id="rId48"/>
  </p:handoutMasterIdLst>
  <p:sldIdLst>
    <p:sldId id="296" r:id="rId5"/>
    <p:sldId id="303" r:id="rId6"/>
    <p:sldId id="299" r:id="rId7"/>
    <p:sldId id="300" r:id="rId8"/>
    <p:sldId id="258" r:id="rId9"/>
    <p:sldId id="259" r:id="rId10"/>
    <p:sldId id="304" r:id="rId11"/>
    <p:sldId id="343" r:id="rId12"/>
    <p:sldId id="344" r:id="rId13"/>
    <p:sldId id="345" r:id="rId14"/>
    <p:sldId id="346" r:id="rId15"/>
    <p:sldId id="264" r:id="rId16"/>
    <p:sldId id="265" r:id="rId17"/>
    <p:sldId id="266" r:id="rId18"/>
    <p:sldId id="347" r:id="rId19"/>
    <p:sldId id="348" r:id="rId20"/>
    <p:sldId id="349" r:id="rId21"/>
    <p:sldId id="350" r:id="rId22"/>
    <p:sldId id="271" r:id="rId23"/>
    <p:sldId id="272" r:id="rId24"/>
    <p:sldId id="351" r:id="rId25"/>
    <p:sldId id="274" r:id="rId26"/>
    <p:sldId id="275" r:id="rId27"/>
    <p:sldId id="276" r:id="rId28"/>
    <p:sldId id="277" r:id="rId29"/>
    <p:sldId id="352" r:id="rId30"/>
    <p:sldId id="279" r:id="rId31"/>
    <p:sldId id="280" r:id="rId32"/>
    <p:sldId id="353" r:id="rId33"/>
    <p:sldId id="282" r:id="rId34"/>
    <p:sldId id="283" r:id="rId35"/>
    <p:sldId id="284" r:id="rId36"/>
    <p:sldId id="285" r:id="rId37"/>
    <p:sldId id="286" r:id="rId38"/>
    <p:sldId id="287" r:id="rId39"/>
    <p:sldId id="288" r:id="rId40"/>
    <p:sldId id="289" r:id="rId41"/>
    <p:sldId id="290" r:id="rId42"/>
    <p:sldId id="291" r:id="rId43"/>
    <p:sldId id="302" r:id="rId44"/>
    <p:sldId id="301" r:id="rId45"/>
    <p:sldId id="297" r:id="rId46"/>
  </p:sldIdLst>
  <p:sldSz cx="9144000" cy="6858000" type="screen4x3"/>
  <p:notesSz cx="6858000" cy="9777413"/>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2C1FE"/>
    <a:srgbClr val="A2FFA3"/>
    <a:srgbClr val="FFFF99"/>
    <a:srgbClr val="FFFF66"/>
    <a:srgbClr val="FCFEB9"/>
    <a:srgbClr val="CECECE"/>
    <a:srgbClr val="C1CEFF"/>
    <a:srgbClr val="D1D3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1C4AED-5B6D-469D-80EE-BD2AEE17D0DA}" v="1" dt="2025-04-09T12:50:13.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01" autoAdjust="0"/>
  </p:normalViewPr>
  <p:slideViewPr>
    <p:cSldViewPr snapToGrid="0">
      <p:cViewPr varScale="1">
        <p:scale>
          <a:sx n="60" d="100"/>
          <a:sy n="60" d="100"/>
        </p:scale>
        <p:origin x="1388" y="4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47" d="100"/>
          <a:sy n="47" d="100"/>
        </p:scale>
        <p:origin x="2663" y="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reeda Mohd Fauzee" userId="317b9630-3a1f-4d7a-ad9a-4df797433863" providerId="ADAL" clId="{3FC272DB-5EEE-4B81-A352-CE755800CBDF}"/>
    <pc:docChg chg="undo custSel delSld modSld modMainMaster">
      <pc:chgData name="Zaireeda Mohd Fauzee" userId="317b9630-3a1f-4d7a-ad9a-4df797433863" providerId="ADAL" clId="{3FC272DB-5EEE-4B81-A352-CE755800CBDF}" dt="2023-09-26T08:33:51.362" v="316" actId="47"/>
      <pc:docMkLst>
        <pc:docMk/>
      </pc:docMkLst>
      <pc:sldChg chg="addSp delSp modSp mod chgLayout">
        <pc:chgData name="Zaireeda Mohd Fauzee" userId="317b9630-3a1f-4d7a-ad9a-4df797433863" providerId="ADAL" clId="{3FC272DB-5EEE-4B81-A352-CE755800CBDF}" dt="2023-09-25T13:43:22.313" v="100" actId="9405"/>
        <pc:sldMkLst>
          <pc:docMk/>
          <pc:sldMk cId="3034781506" sldId="258"/>
        </pc:sldMkLst>
      </pc:sldChg>
      <pc:sldChg chg="addSp delSp modSp mod chgLayout">
        <pc:chgData name="Zaireeda Mohd Fauzee" userId="317b9630-3a1f-4d7a-ad9a-4df797433863" providerId="ADAL" clId="{3FC272DB-5EEE-4B81-A352-CE755800CBDF}" dt="2023-09-25T13:44:25.445" v="108" actId="20577"/>
        <pc:sldMkLst>
          <pc:docMk/>
          <pc:sldMk cId="3195817881" sldId="259"/>
        </pc:sldMkLst>
      </pc:sldChg>
      <pc:sldChg chg="addSp delSp modSp mod modClrScheme chgLayout">
        <pc:chgData name="Zaireeda Mohd Fauzee" userId="317b9630-3a1f-4d7a-ad9a-4df797433863" providerId="ADAL" clId="{3FC272DB-5EEE-4B81-A352-CE755800CBDF}" dt="2023-09-25T13:49:12.130" v="119" actId="14100"/>
        <pc:sldMkLst>
          <pc:docMk/>
          <pc:sldMk cId="874300489" sldId="260"/>
        </pc:sldMkLst>
      </pc:sldChg>
      <pc:sldChg chg="addSp delSp modSp mod chgLayout">
        <pc:chgData name="Zaireeda Mohd Fauzee" userId="317b9630-3a1f-4d7a-ad9a-4df797433863" providerId="ADAL" clId="{3FC272DB-5EEE-4B81-A352-CE755800CBDF}" dt="2023-09-25T13:52:36.774" v="124" actId="123"/>
        <pc:sldMkLst>
          <pc:docMk/>
          <pc:sldMk cId="1683360404" sldId="261"/>
        </pc:sldMkLst>
      </pc:sldChg>
      <pc:sldChg chg="addSp delSp modSp mod chgLayout">
        <pc:chgData name="Zaireeda Mohd Fauzee" userId="317b9630-3a1f-4d7a-ad9a-4df797433863" providerId="ADAL" clId="{3FC272DB-5EEE-4B81-A352-CE755800CBDF}" dt="2023-09-25T14:53:28.384" v="171" actId="1076"/>
        <pc:sldMkLst>
          <pc:docMk/>
          <pc:sldMk cId="836601965" sldId="262"/>
        </pc:sldMkLst>
      </pc:sldChg>
      <pc:sldChg chg="addSp delSp modSp mod chgLayout">
        <pc:chgData name="Zaireeda Mohd Fauzee" userId="317b9630-3a1f-4d7a-ad9a-4df797433863" providerId="ADAL" clId="{3FC272DB-5EEE-4B81-A352-CE755800CBDF}" dt="2023-09-25T14:51:29.358" v="151" actId="113"/>
        <pc:sldMkLst>
          <pc:docMk/>
          <pc:sldMk cId="2578470950" sldId="263"/>
        </pc:sldMkLst>
      </pc:sldChg>
      <pc:sldChg chg="addSp delSp modSp mod chgLayout">
        <pc:chgData name="Zaireeda Mohd Fauzee" userId="317b9630-3a1f-4d7a-ad9a-4df797433863" providerId="ADAL" clId="{3FC272DB-5EEE-4B81-A352-CE755800CBDF}" dt="2023-09-25T14:53:51.963" v="182" actId="1076"/>
        <pc:sldMkLst>
          <pc:docMk/>
          <pc:sldMk cId="4261558030" sldId="264"/>
        </pc:sldMkLst>
      </pc:sldChg>
      <pc:sldChg chg="addSp delSp modSp mod chgLayout">
        <pc:chgData name="Zaireeda Mohd Fauzee" userId="317b9630-3a1f-4d7a-ad9a-4df797433863" providerId="ADAL" clId="{3FC272DB-5EEE-4B81-A352-CE755800CBDF}" dt="2023-09-25T14:54:34.619" v="190" actId="1076"/>
        <pc:sldMkLst>
          <pc:docMk/>
          <pc:sldMk cId="2449483230" sldId="265"/>
        </pc:sldMkLst>
      </pc:sldChg>
      <pc:sldChg chg="addSp delSp modSp mod chgLayout">
        <pc:chgData name="Zaireeda Mohd Fauzee" userId="317b9630-3a1f-4d7a-ad9a-4df797433863" providerId="ADAL" clId="{3FC272DB-5EEE-4B81-A352-CE755800CBDF}" dt="2023-09-25T14:55:02.101" v="191" actId="1076"/>
        <pc:sldMkLst>
          <pc:docMk/>
          <pc:sldMk cId="2716797591" sldId="266"/>
        </pc:sldMkLst>
      </pc:sldChg>
      <pc:sldChg chg="addSp delSp modSp mod chgLayout">
        <pc:chgData name="Zaireeda Mohd Fauzee" userId="317b9630-3a1f-4d7a-ad9a-4df797433863" providerId="ADAL" clId="{3FC272DB-5EEE-4B81-A352-CE755800CBDF}" dt="2023-09-25T14:56:36.745" v="198" actId="113"/>
        <pc:sldMkLst>
          <pc:docMk/>
          <pc:sldMk cId="3167634149" sldId="267"/>
        </pc:sldMkLst>
      </pc:sldChg>
      <pc:sldChg chg="addSp delSp modSp mod chgLayout">
        <pc:chgData name="Zaireeda Mohd Fauzee" userId="317b9630-3a1f-4d7a-ad9a-4df797433863" providerId="ADAL" clId="{3FC272DB-5EEE-4B81-A352-CE755800CBDF}" dt="2023-09-25T14:57:10.695" v="202" actId="113"/>
        <pc:sldMkLst>
          <pc:docMk/>
          <pc:sldMk cId="3138626201" sldId="268"/>
        </pc:sldMkLst>
      </pc:sldChg>
      <pc:sldChg chg="addSp delSp modSp mod chgLayout">
        <pc:chgData name="Zaireeda Mohd Fauzee" userId="317b9630-3a1f-4d7a-ad9a-4df797433863" providerId="ADAL" clId="{3FC272DB-5EEE-4B81-A352-CE755800CBDF}" dt="2023-09-25T14:59:30.968" v="203" actId="113"/>
        <pc:sldMkLst>
          <pc:docMk/>
          <pc:sldMk cId="49595059" sldId="269"/>
        </pc:sldMkLst>
      </pc:sldChg>
      <pc:sldChg chg="addSp delSp modSp mod chgLayout">
        <pc:chgData name="Zaireeda Mohd Fauzee" userId="317b9630-3a1f-4d7a-ad9a-4df797433863" providerId="ADAL" clId="{3FC272DB-5EEE-4B81-A352-CE755800CBDF}" dt="2023-09-25T15:01:03.586" v="207" actId="113"/>
        <pc:sldMkLst>
          <pc:docMk/>
          <pc:sldMk cId="1266089016" sldId="270"/>
        </pc:sldMkLst>
      </pc:sldChg>
      <pc:sldChg chg="addSp delSp modSp mod chgLayout">
        <pc:chgData name="Zaireeda Mohd Fauzee" userId="317b9630-3a1f-4d7a-ad9a-4df797433863" providerId="ADAL" clId="{3FC272DB-5EEE-4B81-A352-CE755800CBDF}" dt="2023-09-25T13:24:15.764" v="32" actId="478"/>
        <pc:sldMkLst>
          <pc:docMk/>
          <pc:sldMk cId="4165520117" sldId="271"/>
        </pc:sldMkLst>
      </pc:sldChg>
      <pc:sldChg chg="addSp delSp modSp mod chgLayout">
        <pc:chgData name="Zaireeda Mohd Fauzee" userId="317b9630-3a1f-4d7a-ad9a-4df797433863" providerId="ADAL" clId="{3FC272DB-5EEE-4B81-A352-CE755800CBDF}" dt="2023-09-25T13:24:18.040" v="33" actId="478"/>
        <pc:sldMkLst>
          <pc:docMk/>
          <pc:sldMk cId="3276788758" sldId="272"/>
        </pc:sldMkLst>
      </pc:sldChg>
      <pc:sldChg chg="addSp delSp modSp mod chgLayout">
        <pc:chgData name="Zaireeda Mohd Fauzee" userId="317b9630-3a1f-4d7a-ad9a-4df797433863" providerId="ADAL" clId="{3FC272DB-5EEE-4B81-A352-CE755800CBDF}" dt="2023-09-25T15:02:41.540" v="212" actId="1076"/>
        <pc:sldMkLst>
          <pc:docMk/>
          <pc:sldMk cId="1939480688" sldId="273"/>
        </pc:sldMkLst>
      </pc:sldChg>
      <pc:sldChg chg="addSp delSp modSp mod chgLayout">
        <pc:chgData name="Zaireeda Mohd Fauzee" userId="317b9630-3a1f-4d7a-ad9a-4df797433863" providerId="ADAL" clId="{3FC272DB-5EEE-4B81-A352-CE755800CBDF}" dt="2023-09-25T15:05:07.538" v="231" actId="113"/>
        <pc:sldMkLst>
          <pc:docMk/>
          <pc:sldMk cId="2099741677" sldId="274"/>
        </pc:sldMkLst>
      </pc:sldChg>
      <pc:sldChg chg="addSp delSp modSp mod chgLayout">
        <pc:chgData name="Zaireeda Mohd Fauzee" userId="317b9630-3a1f-4d7a-ad9a-4df797433863" providerId="ADAL" clId="{3FC272DB-5EEE-4B81-A352-CE755800CBDF}" dt="2023-09-25T15:04:02.145" v="225" actId="1076"/>
        <pc:sldMkLst>
          <pc:docMk/>
          <pc:sldMk cId="1935283025" sldId="275"/>
        </pc:sldMkLst>
      </pc:sldChg>
      <pc:sldChg chg="addSp delSp modSp mod chgLayout">
        <pc:chgData name="Zaireeda Mohd Fauzee" userId="317b9630-3a1f-4d7a-ad9a-4df797433863" providerId="ADAL" clId="{3FC272DB-5EEE-4B81-A352-CE755800CBDF}" dt="2023-09-25T13:24:33.331" v="39" actId="1076"/>
        <pc:sldMkLst>
          <pc:docMk/>
          <pc:sldMk cId="1245676762" sldId="276"/>
        </pc:sldMkLst>
      </pc:sldChg>
      <pc:sldChg chg="addSp delSp modSp mod chgLayout">
        <pc:chgData name="Zaireeda Mohd Fauzee" userId="317b9630-3a1f-4d7a-ad9a-4df797433863" providerId="ADAL" clId="{3FC272DB-5EEE-4B81-A352-CE755800CBDF}" dt="2023-09-25T13:24:35.639" v="40" actId="478"/>
        <pc:sldMkLst>
          <pc:docMk/>
          <pc:sldMk cId="71780130" sldId="277"/>
        </pc:sldMkLst>
      </pc:sldChg>
      <pc:sldChg chg="addSp delSp modSp mod chgLayout">
        <pc:chgData name="Zaireeda Mohd Fauzee" userId="317b9630-3a1f-4d7a-ad9a-4df797433863" providerId="ADAL" clId="{3FC272DB-5EEE-4B81-A352-CE755800CBDF}" dt="2023-09-25T15:07:38.466" v="240" actId="14100"/>
        <pc:sldMkLst>
          <pc:docMk/>
          <pc:sldMk cId="1333928710" sldId="278"/>
        </pc:sldMkLst>
      </pc:sldChg>
      <pc:sldChg chg="addSp delSp modSp mod chgLayout">
        <pc:chgData name="Zaireeda Mohd Fauzee" userId="317b9630-3a1f-4d7a-ad9a-4df797433863" providerId="ADAL" clId="{3FC272DB-5EEE-4B81-A352-CE755800CBDF}" dt="2023-09-25T13:24:41.880" v="43" actId="1076"/>
        <pc:sldMkLst>
          <pc:docMk/>
          <pc:sldMk cId="1700144093" sldId="279"/>
        </pc:sldMkLst>
      </pc:sldChg>
      <pc:sldChg chg="addSp delSp modSp mod chgLayout">
        <pc:chgData name="Zaireeda Mohd Fauzee" userId="317b9630-3a1f-4d7a-ad9a-4df797433863" providerId="ADAL" clId="{3FC272DB-5EEE-4B81-A352-CE755800CBDF}" dt="2023-09-25T15:09:14.862" v="246" actId="1076"/>
        <pc:sldMkLst>
          <pc:docMk/>
          <pc:sldMk cId="926505351" sldId="280"/>
        </pc:sldMkLst>
      </pc:sldChg>
      <pc:sldChg chg="addSp delSp modSp mod chgLayout">
        <pc:chgData name="Zaireeda Mohd Fauzee" userId="317b9630-3a1f-4d7a-ad9a-4df797433863" providerId="ADAL" clId="{3FC272DB-5EEE-4B81-A352-CE755800CBDF}" dt="2023-09-25T15:10:41.100" v="254" actId="115"/>
        <pc:sldMkLst>
          <pc:docMk/>
          <pc:sldMk cId="3683746763" sldId="281"/>
        </pc:sldMkLst>
      </pc:sldChg>
      <pc:sldChg chg="addSp delSp modSp mod chgLayout">
        <pc:chgData name="Zaireeda Mohd Fauzee" userId="317b9630-3a1f-4d7a-ad9a-4df797433863" providerId="ADAL" clId="{3FC272DB-5EEE-4B81-A352-CE755800CBDF}" dt="2023-09-25T13:24:51.543" v="46" actId="478"/>
        <pc:sldMkLst>
          <pc:docMk/>
          <pc:sldMk cId="1323701494" sldId="282"/>
        </pc:sldMkLst>
      </pc:sldChg>
      <pc:sldChg chg="addSp delSp modSp mod chgLayout">
        <pc:chgData name="Zaireeda Mohd Fauzee" userId="317b9630-3a1f-4d7a-ad9a-4df797433863" providerId="ADAL" clId="{3FC272DB-5EEE-4B81-A352-CE755800CBDF}" dt="2023-09-25T15:12:49.674" v="264" actId="13926"/>
        <pc:sldMkLst>
          <pc:docMk/>
          <pc:sldMk cId="3560001951" sldId="283"/>
        </pc:sldMkLst>
      </pc:sldChg>
      <pc:sldChg chg="addSp delSp modSp mod chgLayout">
        <pc:chgData name="Zaireeda Mohd Fauzee" userId="317b9630-3a1f-4d7a-ad9a-4df797433863" providerId="ADAL" clId="{3FC272DB-5EEE-4B81-A352-CE755800CBDF}" dt="2023-09-25T15:13:10.471" v="266" actId="5793"/>
        <pc:sldMkLst>
          <pc:docMk/>
          <pc:sldMk cId="2502747453" sldId="284"/>
        </pc:sldMkLst>
      </pc:sldChg>
      <pc:sldChg chg="addSp delSp modSp mod chgLayout">
        <pc:chgData name="Zaireeda Mohd Fauzee" userId="317b9630-3a1f-4d7a-ad9a-4df797433863" providerId="ADAL" clId="{3FC272DB-5EEE-4B81-A352-CE755800CBDF}" dt="2023-09-25T13:24:57.547" v="50" actId="1076"/>
        <pc:sldMkLst>
          <pc:docMk/>
          <pc:sldMk cId="2867744019" sldId="285"/>
        </pc:sldMkLst>
      </pc:sldChg>
      <pc:sldChg chg="addSp delSp modSp mod chgLayout">
        <pc:chgData name="Zaireeda Mohd Fauzee" userId="317b9630-3a1f-4d7a-ad9a-4df797433863" providerId="ADAL" clId="{3FC272DB-5EEE-4B81-A352-CE755800CBDF}" dt="2023-09-25T15:14:44.693" v="274" actId="313"/>
        <pc:sldMkLst>
          <pc:docMk/>
          <pc:sldMk cId="2561819545" sldId="286"/>
        </pc:sldMkLst>
      </pc:sldChg>
      <pc:sldChg chg="addSp delSp modSp mod chgLayout">
        <pc:chgData name="Zaireeda Mohd Fauzee" userId="317b9630-3a1f-4d7a-ad9a-4df797433863" providerId="ADAL" clId="{3FC272DB-5EEE-4B81-A352-CE755800CBDF}" dt="2023-09-25T15:15:15.845" v="280" actId="27636"/>
        <pc:sldMkLst>
          <pc:docMk/>
          <pc:sldMk cId="3930897373" sldId="287"/>
        </pc:sldMkLst>
      </pc:sldChg>
      <pc:sldChg chg="addSp delSp modSp mod chgLayout">
        <pc:chgData name="Zaireeda Mohd Fauzee" userId="317b9630-3a1f-4d7a-ad9a-4df797433863" providerId="ADAL" clId="{3FC272DB-5EEE-4B81-A352-CE755800CBDF}" dt="2023-09-25T13:25:04.440" v="53" actId="478"/>
        <pc:sldMkLst>
          <pc:docMk/>
          <pc:sldMk cId="115958597" sldId="288"/>
        </pc:sldMkLst>
      </pc:sldChg>
      <pc:sldChg chg="addSp delSp modSp mod chgLayout">
        <pc:chgData name="Zaireeda Mohd Fauzee" userId="317b9630-3a1f-4d7a-ad9a-4df797433863" providerId="ADAL" clId="{3FC272DB-5EEE-4B81-A352-CE755800CBDF}" dt="2023-09-25T13:25:07.090" v="54" actId="478"/>
        <pc:sldMkLst>
          <pc:docMk/>
          <pc:sldMk cId="622021105" sldId="289"/>
        </pc:sldMkLst>
      </pc:sldChg>
      <pc:sldChg chg="addSp delSp modSp mod chgLayout">
        <pc:chgData name="Zaireeda Mohd Fauzee" userId="317b9630-3a1f-4d7a-ad9a-4df797433863" providerId="ADAL" clId="{3FC272DB-5EEE-4B81-A352-CE755800CBDF}" dt="2023-09-25T13:25:09.311" v="55" actId="478"/>
        <pc:sldMkLst>
          <pc:docMk/>
          <pc:sldMk cId="3177618764" sldId="290"/>
        </pc:sldMkLst>
      </pc:sldChg>
      <pc:sldChg chg="addSp delSp modSp mod chgLayout">
        <pc:chgData name="Zaireeda Mohd Fauzee" userId="317b9630-3a1f-4d7a-ad9a-4df797433863" providerId="ADAL" clId="{3FC272DB-5EEE-4B81-A352-CE755800CBDF}" dt="2023-09-25T13:25:11.579" v="56" actId="478"/>
        <pc:sldMkLst>
          <pc:docMk/>
          <pc:sldMk cId="3414739511" sldId="291"/>
        </pc:sldMkLst>
      </pc:sldChg>
      <pc:sldChg chg="addSp delSp modSp mod chgLayout">
        <pc:chgData name="Zaireeda Mohd Fauzee" userId="317b9630-3a1f-4d7a-ad9a-4df797433863" providerId="ADAL" clId="{3FC272DB-5EEE-4B81-A352-CE755800CBDF}" dt="2023-09-25T13:14:58.449" v="14" actId="6264"/>
        <pc:sldMkLst>
          <pc:docMk/>
          <pc:sldMk cId="3658713135" sldId="296"/>
        </pc:sldMkLst>
      </pc:sldChg>
      <pc:sldChg chg="addSp delSp modSp mod chgLayout">
        <pc:chgData name="Zaireeda Mohd Fauzee" userId="317b9630-3a1f-4d7a-ad9a-4df797433863" providerId="ADAL" clId="{3FC272DB-5EEE-4B81-A352-CE755800CBDF}" dt="2023-09-25T15:57:11.505" v="315" actId="478"/>
        <pc:sldMkLst>
          <pc:docMk/>
          <pc:sldMk cId="1387614755" sldId="297"/>
        </pc:sldMkLst>
      </pc:sldChg>
      <pc:sldChg chg="addSp delSp modSp mod chgLayout">
        <pc:chgData name="Zaireeda Mohd Fauzee" userId="317b9630-3a1f-4d7a-ad9a-4df797433863" providerId="ADAL" clId="{3FC272DB-5EEE-4B81-A352-CE755800CBDF}" dt="2023-09-25T13:16:21.541" v="15" actId="478"/>
        <pc:sldMkLst>
          <pc:docMk/>
          <pc:sldMk cId="3744401611" sldId="298"/>
        </pc:sldMkLst>
      </pc:sldChg>
      <pc:sldChg chg="addSp delSp modSp mod chgLayout">
        <pc:chgData name="Zaireeda Mohd Fauzee" userId="317b9630-3a1f-4d7a-ad9a-4df797433863" providerId="ADAL" clId="{3FC272DB-5EEE-4B81-A352-CE755800CBDF}" dt="2023-09-25T13:16:26.650" v="16" actId="478"/>
        <pc:sldMkLst>
          <pc:docMk/>
          <pc:sldMk cId="4022922999" sldId="299"/>
        </pc:sldMkLst>
      </pc:sldChg>
      <pc:sldChg chg="addSp delSp modSp del mod modShow chgLayout">
        <pc:chgData name="Zaireeda Mohd Fauzee" userId="317b9630-3a1f-4d7a-ad9a-4df797433863" providerId="ADAL" clId="{3FC272DB-5EEE-4B81-A352-CE755800CBDF}" dt="2023-09-26T08:33:51.362" v="316" actId="47"/>
        <pc:sldMkLst>
          <pc:docMk/>
          <pc:sldMk cId="2539379193" sldId="300"/>
        </pc:sldMkLst>
      </pc:sldChg>
      <pc:sldChg chg="addSp delSp modSp mod chgLayout">
        <pc:chgData name="Zaireeda Mohd Fauzee" userId="317b9630-3a1f-4d7a-ad9a-4df797433863" providerId="ADAL" clId="{3FC272DB-5EEE-4B81-A352-CE755800CBDF}" dt="2023-09-25T13:25:14.937" v="58" actId="478"/>
        <pc:sldMkLst>
          <pc:docMk/>
          <pc:sldMk cId="2876490814" sldId="301"/>
        </pc:sldMkLst>
      </pc:sldChg>
      <pc:sldChg chg="addSp delSp modSp mod chgLayout">
        <pc:chgData name="Zaireeda Mohd Fauzee" userId="317b9630-3a1f-4d7a-ad9a-4df797433863" providerId="ADAL" clId="{3FC272DB-5EEE-4B81-A352-CE755800CBDF}" dt="2023-09-25T15:43:28.610" v="304" actId="404"/>
        <pc:sldMkLst>
          <pc:docMk/>
          <pc:sldMk cId="2277135540" sldId="302"/>
        </pc:sldMkLst>
      </pc:sldChg>
      <pc:sldMasterChg chg="delSp modSp mod">
        <pc:chgData name="Zaireeda Mohd Fauzee" userId="317b9630-3a1f-4d7a-ad9a-4df797433863" providerId="ADAL" clId="{3FC272DB-5EEE-4B81-A352-CE755800CBDF}" dt="2023-09-25T13:14:40.659" v="13" actId="403"/>
        <pc:sldMasterMkLst>
          <pc:docMk/>
          <pc:sldMasterMk cId="926668471" sldId="2147483707"/>
        </pc:sldMasterMkLst>
      </pc:sldMasterChg>
    </pc:docChg>
  </pc:docChgLst>
  <pc:docChgLst>
    <pc:chgData name="Zaireeda Mohd Fauzee" userId="317b9630-3a1f-4d7a-ad9a-4df797433863" providerId="ADAL" clId="{081C4AED-5B6D-469D-80EE-BD2AEE17D0DA}"/>
    <pc:docChg chg="undo custSel modSld">
      <pc:chgData name="Zaireeda Mohd Fauzee" userId="317b9630-3a1f-4d7a-ad9a-4df797433863" providerId="ADAL" clId="{081C4AED-5B6D-469D-80EE-BD2AEE17D0DA}" dt="2025-04-09T12:55:54.670" v="33" actId="20577"/>
      <pc:docMkLst>
        <pc:docMk/>
      </pc:docMkLst>
      <pc:sldChg chg="addSp delSp modSp mod">
        <pc:chgData name="Zaireeda Mohd Fauzee" userId="317b9630-3a1f-4d7a-ad9a-4df797433863" providerId="ADAL" clId="{081C4AED-5B6D-469D-80EE-BD2AEE17D0DA}" dt="2025-04-09T12:43:46.545" v="12" actId="1035"/>
        <pc:sldMkLst>
          <pc:docMk/>
          <pc:sldMk cId="3034781506" sldId="258"/>
        </pc:sldMkLst>
        <pc:picChg chg="mod">
          <ac:chgData name="Zaireeda Mohd Fauzee" userId="317b9630-3a1f-4d7a-ad9a-4df797433863" providerId="ADAL" clId="{081C4AED-5B6D-469D-80EE-BD2AEE17D0DA}" dt="2025-04-09T12:43:46.545" v="12" actId="1035"/>
          <ac:picMkLst>
            <pc:docMk/>
            <pc:sldMk cId="3034781506" sldId="258"/>
            <ac:picMk id="8" creationId="{0CB6FE52-DDCC-DA98-E49E-334394958FB7}"/>
          </ac:picMkLst>
        </pc:picChg>
        <pc:inkChg chg="add del">
          <ac:chgData name="Zaireeda Mohd Fauzee" userId="317b9630-3a1f-4d7a-ad9a-4df797433863" providerId="ADAL" clId="{081C4AED-5B6D-469D-80EE-BD2AEE17D0DA}" dt="2025-04-09T12:43:41.318" v="1" actId="478"/>
          <ac:inkMkLst>
            <pc:docMk/>
            <pc:sldMk cId="3034781506" sldId="258"/>
            <ac:inkMk id="10" creationId="{812A23D8-BDDE-0778-2E84-CFED6A17F441}"/>
          </ac:inkMkLst>
        </pc:inkChg>
      </pc:sldChg>
      <pc:sldChg chg="modSp mod">
        <pc:chgData name="Zaireeda Mohd Fauzee" userId="317b9630-3a1f-4d7a-ad9a-4df797433863" providerId="ADAL" clId="{081C4AED-5B6D-469D-80EE-BD2AEE17D0DA}" dt="2025-04-09T12:46:48.647" v="14" actId="113"/>
        <pc:sldMkLst>
          <pc:docMk/>
          <pc:sldMk cId="3195817881" sldId="259"/>
        </pc:sldMkLst>
        <pc:spChg chg="mod">
          <ac:chgData name="Zaireeda Mohd Fauzee" userId="317b9630-3a1f-4d7a-ad9a-4df797433863" providerId="ADAL" clId="{081C4AED-5B6D-469D-80EE-BD2AEE17D0DA}" dt="2025-04-09T12:46:48.647" v="14" actId="113"/>
          <ac:spMkLst>
            <pc:docMk/>
            <pc:sldMk cId="3195817881" sldId="259"/>
            <ac:spMk id="9218" creationId="{00000000-0000-0000-0000-000000000000}"/>
          </ac:spMkLst>
        </pc:spChg>
      </pc:sldChg>
      <pc:sldChg chg="modSp mod">
        <pc:chgData name="Zaireeda Mohd Fauzee" userId="317b9630-3a1f-4d7a-ad9a-4df797433863" providerId="ADAL" clId="{081C4AED-5B6D-469D-80EE-BD2AEE17D0DA}" dt="2025-04-09T12:51:06.897" v="32" actId="20577"/>
        <pc:sldMkLst>
          <pc:docMk/>
          <pc:sldMk cId="2449483230" sldId="265"/>
        </pc:sldMkLst>
        <pc:spChg chg="mod">
          <ac:chgData name="Zaireeda Mohd Fauzee" userId="317b9630-3a1f-4d7a-ad9a-4df797433863" providerId="ADAL" clId="{081C4AED-5B6D-469D-80EE-BD2AEE17D0DA}" dt="2025-04-09T12:51:06.897" v="32" actId="20577"/>
          <ac:spMkLst>
            <pc:docMk/>
            <pc:sldMk cId="2449483230" sldId="265"/>
            <ac:spMk id="6" creationId="{8169144D-08B0-371F-2BA0-FE0ADACF4DA3}"/>
          </ac:spMkLst>
        </pc:spChg>
        <pc:spChg chg="mod">
          <ac:chgData name="Zaireeda Mohd Fauzee" userId="317b9630-3a1f-4d7a-ad9a-4df797433863" providerId="ADAL" clId="{081C4AED-5B6D-469D-80EE-BD2AEE17D0DA}" dt="2025-04-09T12:50:46.625" v="17" actId="113"/>
          <ac:spMkLst>
            <pc:docMk/>
            <pc:sldMk cId="2449483230" sldId="265"/>
            <ac:spMk id="15362" creationId="{00000000-0000-0000-0000-000000000000}"/>
          </ac:spMkLst>
        </pc:spChg>
      </pc:sldChg>
      <pc:sldChg chg="modSp mod">
        <pc:chgData name="Zaireeda Mohd Fauzee" userId="317b9630-3a1f-4d7a-ad9a-4df797433863" providerId="ADAL" clId="{081C4AED-5B6D-469D-80EE-BD2AEE17D0DA}" dt="2025-04-09T12:55:54.670" v="33" actId="20577"/>
        <pc:sldMkLst>
          <pc:docMk/>
          <pc:sldMk cId="2277135540" sldId="302"/>
        </pc:sldMkLst>
        <pc:spChg chg="mod">
          <ac:chgData name="Zaireeda Mohd Fauzee" userId="317b9630-3a1f-4d7a-ad9a-4df797433863" providerId="ADAL" clId="{081C4AED-5B6D-469D-80EE-BD2AEE17D0DA}" dt="2025-04-09T12:55:54.670" v="33" actId="20577"/>
          <ac:spMkLst>
            <pc:docMk/>
            <pc:sldMk cId="2277135540" sldId="302"/>
            <ac:spMk id="3" creationId="{00000000-0000-0000-0000-000000000000}"/>
          </ac:spMkLst>
        </pc:spChg>
      </pc:sldChg>
      <pc:sldChg chg="modSp mod">
        <pc:chgData name="Zaireeda Mohd Fauzee" userId="317b9630-3a1f-4d7a-ad9a-4df797433863" providerId="ADAL" clId="{081C4AED-5B6D-469D-80EE-BD2AEE17D0DA}" dt="2025-04-09T12:48:57.320" v="15" actId="113"/>
        <pc:sldMkLst>
          <pc:docMk/>
          <pc:sldMk cId="401479438" sldId="344"/>
        </pc:sldMkLst>
        <pc:spChg chg="mod">
          <ac:chgData name="Zaireeda Mohd Fauzee" userId="317b9630-3a1f-4d7a-ad9a-4df797433863" providerId="ADAL" clId="{081C4AED-5B6D-469D-80EE-BD2AEE17D0DA}" dt="2025-04-09T12:48:57.320" v="15" actId="113"/>
          <ac:spMkLst>
            <pc:docMk/>
            <pc:sldMk cId="401479438" sldId="344"/>
            <ac:spMk id="11267" creationId="{00000000-0000-0000-0000-000000000000}"/>
          </ac:spMkLst>
        </pc:spChg>
      </pc:sldChg>
      <pc:sldChg chg="modSp">
        <pc:chgData name="Zaireeda Mohd Fauzee" userId="317b9630-3a1f-4d7a-ad9a-4df797433863" providerId="ADAL" clId="{081C4AED-5B6D-469D-80EE-BD2AEE17D0DA}" dt="2025-04-09T12:50:13.049" v="16" actId="255"/>
        <pc:sldMkLst>
          <pc:docMk/>
          <pc:sldMk cId="2139755111" sldId="346"/>
        </pc:sldMkLst>
        <pc:spChg chg="mod">
          <ac:chgData name="Zaireeda Mohd Fauzee" userId="317b9630-3a1f-4d7a-ad9a-4df797433863" providerId="ADAL" clId="{081C4AED-5B6D-469D-80EE-BD2AEE17D0DA}" dt="2025-04-09T12:50:13.049" v="16" actId="255"/>
          <ac:spMkLst>
            <pc:docMk/>
            <pc:sldMk cId="2139755111" sldId="346"/>
            <ac:spMk id="5" creationId="{00000000-0000-0000-0000-000000000000}"/>
          </ac:spMkLst>
        </pc:spChg>
      </pc:sldChg>
    </pc:docChg>
  </pc:docChgLst>
  <pc:docChgLst>
    <pc:chgData name="Zaireeda Mohd Fauzee" userId="317b9630-3a1f-4d7a-ad9a-4df797433863" providerId="ADAL" clId="{39113197-0408-4AD8-B625-9DBC9083A40C}"/>
    <pc:docChg chg="modSld modMainMaster">
      <pc:chgData name="Zaireeda Mohd Fauzee" userId="317b9630-3a1f-4d7a-ad9a-4df797433863" providerId="ADAL" clId="{39113197-0408-4AD8-B625-9DBC9083A40C}" dt="2021-11-23T06:04:52.476" v="1"/>
      <pc:docMkLst>
        <pc:docMk/>
      </pc:docMkLst>
      <pc:sldChg chg="modSp mod">
        <pc:chgData name="Zaireeda Mohd Fauzee" userId="317b9630-3a1f-4d7a-ad9a-4df797433863" providerId="ADAL" clId="{39113197-0408-4AD8-B625-9DBC9083A40C}" dt="2021-11-23T06:04:34.102" v="0" actId="20577"/>
        <pc:sldMkLst>
          <pc:docMk/>
          <pc:sldMk cId="3658713135" sldId="296"/>
        </pc:sldMkLst>
      </pc:sldChg>
      <pc:sldMasterChg chg="modSp mod">
        <pc:chgData name="Zaireeda Mohd Fauzee" userId="317b9630-3a1f-4d7a-ad9a-4df797433863" providerId="ADAL" clId="{39113197-0408-4AD8-B625-9DBC9083A40C}" dt="2021-11-23T06:04:52.476" v="1"/>
        <pc:sldMasterMkLst>
          <pc:docMk/>
          <pc:sldMasterMk cId="0" sldId="2147483651"/>
        </pc:sldMasterMkLst>
      </pc:sldMasterChg>
    </pc:docChg>
  </pc:docChgLst>
  <pc:docChgLst>
    <pc:chgData name="Zaireeda Mohd Fauzee" userId="317b9630-3a1f-4d7a-ad9a-4df797433863" providerId="ADAL" clId="{20F786F0-1398-47FE-90D5-4569CC759086}"/>
    <pc:docChg chg="modSld">
      <pc:chgData name="Zaireeda Mohd Fauzee" userId="317b9630-3a1f-4d7a-ad9a-4df797433863" providerId="ADAL" clId="{20F786F0-1398-47FE-90D5-4569CC759086}" dt="2025-04-09T12:57:29.347" v="20" actId="20577"/>
      <pc:docMkLst>
        <pc:docMk/>
      </pc:docMkLst>
      <pc:sldChg chg="modSp mod">
        <pc:chgData name="Zaireeda Mohd Fauzee" userId="317b9630-3a1f-4d7a-ad9a-4df797433863" providerId="ADAL" clId="{20F786F0-1398-47FE-90D5-4569CC759086}" dt="2025-04-09T12:57:29.347" v="20" actId="20577"/>
        <pc:sldMkLst>
          <pc:docMk/>
          <pc:sldMk cId="3658713135" sldId="296"/>
        </pc:sldMkLst>
        <pc:spChg chg="mod">
          <ac:chgData name="Zaireeda Mohd Fauzee" userId="317b9630-3a1f-4d7a-ad9a-4df797433863" providerId="ADAL" clId="{20F786F0-1398-47FE-90D5-4569CC759086}" dt="2025-04-09T12:57:29.347" v="20" actId="20577"/>
          <ac:spMkLst>
            <pc:docMk/>
            <pc:sldMk cId="3658713135" sldId="296"/>
            <ac:spMk id="5" creationId="{00000000-0000-0000-0000-000000000000}"/>
          </ac:spMkLst>
        </pc:spChg>
      </pc:sldChg>
    </pc:docChg>
  </pc:docChgLst>
  <pc:docChgLst>
    <pc:chgData name="Zaireeda Mohd Fauzee" userId="317b9630-3a1f-4d7a-ad9a-4df797433863" providerId="ADAL" clId="{E60E8DBA-2818-400E-B053-D6702704520F}"/>
    <pc:docChg chg="undo custSel addSld delSld modSld sldOrd">
      <pc:chgData name="Zaireeda Mohd Fauzee" userId="317b9630-3a1f-4d7a-ad9a-4df797433863" providerId="ADAL" clId="{E60E8DBA-2818-400E-B053-D6702704520F}" dt="2024-09-02T14:53:51.024" v="75" actId="113"/>
      <pc:docMkLst>
        <pc:docMk/>
      </pc:docMkLst>
      <pc:sldChg chg="modSp mod">
        <pc:chgData name="Zaireeda Mohd Fauzee" userId="317b9630-3a1f-4d7a-ad9a-4df797433863" providerId="ADAL" clId="{E60E8DBA-2818-400E-B053-D6702704520F}" dt="2024-09-02T14:42:42.984" v="16" actId="207"/>
        <pc:sldMkLst>
          <pc:docMk/>
          <pc:sldMk cId="3034781506" sldId="258"/>
        </pc:sldMkLst>
      </pc:sldChg>
      <pc:sldChg chg="modSp mod">
        <pc:chgData name="Zaireeda Mohd Fauzee" userId="317b9630-3a1f-4d7a-ad9a-4df797433863" providerId="ADAL" clId="{E60E8DBA-2818-400E-B053-D6702704520F}" dt="2024-09-02T14:43:16.479" v="19" actId="403"/>
        <pc:sldMkLst>
          <pc:docMk/>
          <pc:sldMk cId="3195817881" sldId="259"/>
        </pc:sldMkLst>
      </pc:sldChg>
      <pc:sldChg chg="del">
        <pc:chgData name="Zaireeda Mohd Fauzee" userId="317b9630-3a1f-4d7a-ad9a-4df797433863" providerId="ADAL" clId="{E60E8DBA-2818-400E-B053-D6702704520F}" dt="2024-09-02T14:45:16.779" v="25" actId="47"/>
        <pc:sldMkLst>
          <pc:docMk/>
          <pc:sldMk cId="874300489" sldId="260"/>
        </pc:sldMkLst>
      </pc:sldChg>
      <pc:sldChg chg="del">
        <pc:chgData name="Zaireeda Mohd Fauzee" userId="317b9630-3a1f-4d7a-ad9a-4df797433863" providerId="ADAL" clId="{E60E8DBA-2818-400E-B053-D6702704520F}" dt="2024-09-02T14:45:18.381" v="26" actId="47"/>
        <pc:sldMkLst>
          <pc:docMk/>
          <pc:sldMk cId="1683360404" sldId="261"/>
        </pc:sldMkLst>
      </pc:sldChg>
      <pc:sldChg chg="del">
        <pc:chgData name="Zaireeda Mohd Fauzee" userId="317b9630-3a1f-4d7a-ad9a-4df797433863" providerId="ADAL" clId="{E60E8DBA-2818-400E-B053-D6702704520F}" dt="2024-09-02T14:45:42.239" v="27" actId="47"/>
        <pc:sldMkLst>
          <pc:docMk/>
          <pc:sldMk cId="836601965" sldId="262"/>
        </pc:sldMkLst>
      </pc:sldChg>
      <pc:sldChg chg="del">
        <pc:chgData name="Zaireeda Mohd Fauzee" userId="317b9630-3a1f-4d7a-ad9a-4df797433863" providerId="ADAL" clId="{E60E8DBA-2818-400E-B053-D6702704520F}" dt="2024-09-02T14:45:43.189" v="28" actId="47"/>
        <pc:sldMkLst>
          <pc:docMk/>
          <pc:sldMk cId="2578470950" sldId="263"/>
        </pc:sldMkLst>
      </pc:sldChg>
      <pc:sldChg chg="modSp mod">
        <pc:chgData name="Zaireeda Mohd Fauzee" userId="317b9630-3a1f-4d7a-ad9a-4df797433863" providerId="ADAL" clId="{E60E8DBA-2818-400E-B053-D6702704520F}" dt="2024-09-02T14:45:50.979" v="29" actId="207"/>
        <pc:sldMkLst>
          <pc:docMk/>
          <pc:sldMk cId="4261558030" sldId="264"/>
        </pc:sldMkLst>
      </pc:sldChg>
      <pc:sldChg chg="addSp modSp mod">
        <pc:chgData name="Zaireeda Mohd Fauzee" userId="317b9630-3a1f-4d7a-ad9a-4df797433863" providerId="ADAL" clId="{E60E8DBA-2818-400E-B053-D6702704520F}" dt="2024-09-02T14:46:30.468" v="31"/>
        <pc:sldMkLst>
          <pc:docMk/>
          <pc:sldMk cId="2716797591" sldId="266"/>
        </pc:sldMkLst>
      </pc:sldChg>
      <pc:sldChg chg="del">
        <pc:chgData name="Zaireeda Mohd Fauzee" userId="317b9630-3a1f-4d7a-ad9a-4df797433863" providerId="ADAL" clId="{E60E8DBA-2818-400E-B053-D6702704520F}" dt="2024-09-02T14:46:55.749" v="33" actId="47"/>
        <pc:sldMkLst>
          <pc:docMk/>
          <pc:sldMk cId="3167634149" sldId="267"/>
        </pc:sldMkLst>
      </pc:sldChg>
      <pc:sldChg chg="del">
        <pc:chgData name="Zaireeda Mohd Fauzee" userId="317b9630-3a1f-4d7a-ad9a-4df797433863" providerId="ADAL" clId="{E60E8DBA-2818-400E-B053-D6702704520F}" dt="2024-09-02T14:47:14.322" v="35" actId="47"/>
        <pc:sldMkLst>
          <pc:docMk/>
          <pc:sldMk cId="3138626201" sldId="268"/>
        </pc:sldMkLst>
      </pc:sldChg>
      <pc:sldChg chg="add del">
        <pc:chgData name="Zaireeda Mohd Fauzee" userId="317b9630-3a1f-4d7a-ad9a-4df797433863" providerId="ADAL" clId="{E60E8DBA-2818-400E-B053-D6702704520F}" dt="2024-09-02T14:49:05.796" v="40"/>
        <pc:sldMkLst>
          <pc:docMk/>
          <pc:sldMk cId="49595059" sldId="269"/>
        </pc:sldMkLst>
      </pc:sldChg>
      <pc:sldChg chg="add del">
        <pc:chgData name="Zaireeda Mohd Fauzee" userId="317b9630-3a1f-4d7a-ad9a-4df797433863" providerId="ADAL" clId="{E60E8DBA-2818-400E-B053-D6702704520F}" dt="2024-09-02T14:49:05.796" v="40"/>
        <pc:sldMkLst>
          <pc:docMk/>
          <pc:sldMk cId="1266089016" sldId="270"/>
        </pc:sldMkLst>
      </pc:sldChg>
      <pc:sldChg chg="del">
        <pc:chgData name="Zaireeda Mohd Fauzee" userId="317b9630-3a1f-4d7a-ad9a-4df797433863" providerId="ADAL" clId="{E60E8DBA-2818-400E-B053-D6702704520F}" dt="2024-09-02T14:49:18.343" v="42" actId="47"/>
        <pc:sldMkLst>
          <pc:docMk/>
          <pc:sldMk cId="1939480688" sldId="273"/>
        </pc:sldMkLst>
      </pc:sldChg>
      <pc:sldChg chg="modSp mod">
        <pc:chgData name="Zaireeda Mohd Fauzee" userId="317b9630-3a1f-4d7a-ad9a-4df797433863" providerId="ADAL" clId="{E60E8DBA-2818-400E-B053-D6702704520F}" dt="2024-09-02T14:49:46.605" v="45" actId="5793"/>
        <pc:sldMkLst>
          <pc:docMk/>
          <pc:sldMk cId="1935283025" sldId="275"/>
        </pc:sldMkLst>
      </pc:sldChg>
      <pc:sldChg chg="del ord">
        <pc:chgData name="Zaireeda Mohd Fauzee" userId="317b9630-3a1f-4d7a-ad9a-4df797433863" providerId="ADAL" clId="{E60E8DBA-2818-400E-B053-D6702704520F}" dt="2024-09-02T14:50:30.244" v="49" actId="47"/>
        <pc:sldMkLst>
          <pc:docMk/>
          <pc:sldMk cId="1333928710" sldId="278"/>
        </pc:sldMkLst>
      </pc:sldChg>
      <pc:sldChg chg="modSp mod">
        <pc:chgData name="Zaireeda Mohd Fauzee" userId="317b9630-3a1f-4d7a-ad9a-4df797433863" providerId="ADAL" clId="{E60E8DBA-2818-400E-B053-D6702704520F}" dt="2024-09-02T14:50:54.024" v="52" actId="113"/>
        <pc:sldMkLst>
          <pc:docMk/>
          <pc:sldMk cId="1700144093" sldId="279"/>
        </pc:sldMkLst>
      </pc:sldChg>
      <pc:sldChg chg="del">
        <pc:chgData name="Zaireeda Mohd Fauzee" userId="317b9630-3a1f-4d7a-ad9a-4df797433863" providerId="ADAL" clId="{E60E8DBA-2818-400E-B053-D6702704520F}" dt="2024-09-02T14:51:39.528" v="54" actId="47"/>
        <pc:sldMkLst>
          <pc:docMk/>
          <pc:sldMk cId="3683746763" sldId="281"/>
        </pc:sldMkLst>
      </pc:sldChg>
      <pc:sldChg chg="modSp mod">
        <pc:chgData name="Zaireeda Mohd Fauzee" userId="317b9630-3a1f-4d7a-ad9a-4df797433863" providerId="ADAL" clId="{E60E8DBA-2818-400E-B053-D6702704520F}" dt="2024-09-02T14:52:18.409" v="61" actId="113"/>
        <pc:sldMkLst>
          <pc:docMk/>
          <pc:sldMk cId="1323701494" sldId="282"/>
        </pc:sldMkLst>
      </pc:sldChg>
      <pc:sldChg chg="modSp mod">
        <pc:chgData name="Zaireeda Mohd Fauzee" userId="317b9630-3a1f-4d7a-ad9a-4df797433863" providerId="ADAL" clId="{E60E8DBA-2818-400E-B053-D6702704520F}" dt="2024-09-02T14:53:02.352" v="69" actId="207"/>
        <pc:sldMkLst>
          <pc:docMk/>
          <pc:sldMk cId="2502747453" sldId="284"/>
        </pc:sldMkLst>
      </pc:sldChg>
      <pc:sldChg chg="modSp mod">
        <pc:chgData name="Zaireeda Mohd Fauzee" userId="317b9630-3a1f-4d7a-ad9a-4df797433863" providerId="ADAL" clId="{E60E8DBA-2818-400E-B053-D6702704520F}" dt="2024-09-02T14:53:51.024" v="75" actId="113"/>
        <pc:sldMkLst>
          <pc:docMk/>
          <pc:sldMk cId="2867744019" sldId="285"/>
        </pc:sldMkLst>
      </pc:sldChg>
      <pc:sldChg chg="del">
        <pc:chgData name="Zaireeda Mohd Fauzee" userId="317b9630-3a1f-4d7a-ad9a-4df797433863" providerId="ADAL" clId="{E60E8DBA-2818-400E-B053-D6702704520F}" dt="2024-09-02T14:40:09.065" v="1" actId="47"/>
        <pc:sldMkLst>
          <pc:docMk/>
          <pc:sldMk cId="3744401611" sldId="298"/>
        </pc:sldMkLst>
      </pc:sldChg>
      <pc:sldChg chg="modSp ord">
        <pc:chgData name="Zaireeda Mohd Fauzee" userId="317b9630-3a1f-4d7a-ad9a-4df797433863" providerId="ADAL" clId="{E60E8DBA-2818-400E-B053-D6702704520F}" dt="2024-09-02T14:41:03.545" v="5"/>
        <pc:sldMkLst>
          <pc:docMk/>
          <pc:sldMk cId="4022922999" sldId="299"/>
        </pc:sldMkLst>
      </pc:sldChg>
      <pc:sldChg chg="add">
        <pc:chgData name="Zaireeda Mohd Fauzee" userId="317b9630-3a1f-4d7a-ad9a-4df797433863" providerId="ADAL" clId="{E60E8DBA-2818-400E-B053-D6702704520F}" dt="2024-09-02T14:40:50.145" v="3"/>
        <pc:sldMkLst>
          <pc:docMk/>
          <pc:sldMk cId="2539379193" sldId="300"/>
        </pc:sldMkLst>
      </pc:sldChg>
      <pc:sldChg chg="add">
        <pc:chgData name="Zaireeda Mohd Fauzee" userId="317b9630-3a1f-4d7a-ad9a-4df797433863" providerId="ADAL" clId="{E60E8DBA-2818-400E-B053-D6702704520F}" dt="2024-09-02T14:39:58.720" v="0"/>
        <pc:sldMkLst>
          <pc:docMk/>
          <pc:sldMk cId="3199404496" sldId="303"/>
        </pc:sldMkLst>
      </pc:sldChg>
      <pc:sldChg chg="add">
        <pc:chgData name="Zaireeda Mohd Fauzee" userId="317b9630-3a1f-4d7a-ad9a-4df797433863" providerId="ADAL" clId="{E60E8DBA-2818-400E-B053-D6702704520F}" dt="2024-09-02T14:43:35.798" v="20"/>
        <pc:sldMkLst>
          <pc:docMk/>
          <pc:sldMk cId="968276219" sldId="304"/>
        </pc:sldMkLst>
      </pc:sldChg>
      <pc:sldChg chg="add">
        <pc:chgData name="Zaireeda Mohd Fauzee" userId="317b9630-3a1f-4d7a-ad9a-4df797433863" providerId="ADAL" clId="{E60E8DBA-2818-400E-B053-D6702704520F}" dt="2024-09-02T14:43:46.566" v="21"/>
        <pc:sldMkLst>
          <pc:docMk/>
          <pc:sldMk cId="3703969919" sldId="343"/>
        </pc:sldMkLst>
      </pc:sldChg>
      <pc:sldChg chg="addSp modSp add">
        <pc:chgData name="Zaireeda Mohd Fauzee" userId="317b9630-3a1f-4d7a-ad9a-4df797433863" providerId="ADAL" clId="{E60E8DBA-2818-400E-B053-D6702704520F}" dt="2024-09-02T14:45:08.426" v="24"/>
        <pc:sldMkLst>
          <pc:docMk/>
          <pc:sldMk cId="401479438" sldId="344"/>
        </pc:sldMkLst>
      </pc:sldChg>
      <pc:sldChg chg="add">
        <pc:chgData name="Zaireeda Mohd Fauzee" userId="317b9630-3a1f-4d7a-ad9a-4df797433863" providerId="ADAL" clId="{E60E8DBA-2818-400E-B053-D6702704520F}" dt="2024-09-02T14:44:52.390" v="23"/>
        <pc:sldMkLst>
          <pc:docMk/>
          <pc:sldMk cId="1953678092" sldId="345"/>
        </pc:sldMkLst>
      </pc:sldChg>
      <pc:sldChg chg="add">
        <pc:chgData name="Zaireeda Mohd Fauzee" userId="317b9630-3a1f-4d7a-ad9a-4df797433863" providerId="ADAL" clId="{E60E8DBA-2818-400E-B053-D6702704520F}" dt="2024-09-02T14:44:52.390" v="23"/>
        <pc:sldMkLst>
          <pc:docMk/>
          <pc:sldMk cId="2139755111" sldId="346"/>
        </pc:sldMkLst>
      </pc:sldChg>
      <pc:sldChg chg="add">
        <pc:chgData name="Zaireeda Mohd Fauzee" userId="317b9630-3a1f-4d7a-ad9a-4df797433863" providerId="ADAL" clId="{E60E8DBA-2818-400E-B053-D6702704520F}" dt="2024-09-02T14:46:43.440" v="32"/>
        <pc:sldMkLst>
          <pc:docMk/>
          <pc:sldMk cId="3609535188" sldId="347"/>
        </pc:sldMkLst>
      </pc:sldChg>
      <pc:sldChg chg="add">
        <pc:chgData name="Zaireeda Mohd Fauzee" userId="317b9630-3a1f-4d7a-ad9a-4df797433863" providerId="ADAL" clId="{E60E8DBA-2818-400E-B053-D6702704520F}" dt="2024-09-02T14:47:08.976" v="34"/>
        <pc:sldMkLst>
          <pc:docMk/>
          <pc:sldMk cId="3233383962" sldId="348"/>
        </pc:sldMkLst>
      </pc:sldChg>
      <pc:sldChg chg="add">
        <pc:chgData name="Zaireeda Mohd Fauzee" userId="317b9630-3a1f-4d7a-ad9a-4df797433863" providerId="ADAL" clId="{E60E8DBA-2818-400E-B053-D6702704520F}" dt="2024-09-02T14:47:56.700" v="36"/>
        <pc:sldMkLst>
          <pc:docMk/>
          <pc:sldMk cId="2423673691" sldId="349"/>
        </pc:sldMkLst>
      </pc:sldChg>
      <pc:sldChg chg="add">
        <pc:chgData name="Zaireeda Mohd Fauzee" userId="317b9630-3a1f-4d7a-ad9a-4df797433863" providerId="ADAL" clId="{E60E8DBA-2818-400E-B053-D6702704520F}" dt="2024-09-02T14:47:56.700" v="36"/>
        <pc:sldMkLst>
          <pc:docMk/>
          <pc:sldMk cId="2181724377" sldId="350"/>
        </pc:sldMkLst>
      </pc:sldChg>
      <pc:sldChg chg="add">
        <pc:chgData name="Zaireeda Mohd Fauzee" userId="317b9630-3a1f-4d7a-ad9a-4df797433863" providerId="ADAL" clId="{E60E8DBA-2818-400E-B053-D6702704520F}" dt="2024-09-02T14:49:14.959" v="41"/>
        <pc:sldMkLst>
          <pc:docMk/>
          <pc:sldMk cId="2841242744" sldId="351"/>
        </pc:sldMkLst>
      </pc:sldChg>
      <pc:sldChg chg="add">
        <pc:chgData name="Zaireeda Mohd Fauzee" userId="317b9630-3a1f-4d7a-ad9a-4df797433863" providerId="ADAL" clId="{E60E8DBA-2818-400E-B053-D6702704520F}" dt="2024-09-02T14:50:11.018" v="46"/>
        <pc:sldMkLst>
          <pc:docMk/>
          <pc:sldMk cId="4076240481" sldId="352"/>
        </pc:sldMkLst>
      </pc:sldChg>
      <pc:sldChg chg="modSp add mod">
        <pc:chgData name="Zaireeda Mohd Fauzee" userId="317b9630-3a1f-4d7a-ad9a-4df797433863" providerId="ADAL" clId="{E60E8DBA-2818-400E-B053-D6702704520F}" dt="2024-09-02T14:52:00.545" v="60" actId="113"/>
        <pc:sldMkLst>
          <pc:docMk/>
          <pc:sldMk cId="3403169162" sldId="353"/>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265D8D-DFDB-4119-9A37-D1C80BBA5A0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171B802-F9A0-455F-AE56-22C8A41FAFFA}">
      <dgm:prSet/>
      <dgm:spPr/>
      <dgm:t>
        <a:bodyPr/>
        <a:lstStyle/>
        <a:p>
          <a:r>
            <a:rPr lang="en-US"/>
            <a:t>Digital forensic investigation categories:</a:t>
          </a:r>
        </a:p>
      </dgm:t>
    </dgm:pt>
    <dgm:pt modelId="{40F81D2A-2BEE-445D-A3F7-EA2F8844407A}" type="parTrans" cxnId="{AD3C3308-D888-416E-B2C7-7B4624FF8A40}">
      <dgm:prSet/>
      <dgm:spPr/>
      <dgm:t>
        <a:bodyPr/>
        <a:lstStyle/>
        <a:p>
          <a:endParaRPr lang="en-US"/>
        </a:p>
      </dgm:t>
    </dgm:pt>
    <dgm:pt modelId="{3F7C608C-0A6B-49FB-B6D8-2074C3E664C5}" type="sibTrans" cxnId="{AD3C3308-D888-416E-B2C7-7B4624FF8A40}">
      <dgm:prSet/>
      <dgm:spPr/>
      <dgm:t>
        <a:bodyPr/>
        <a:lstStyle/>
        <a:p>
          <a:endParaRPr lang="en-US"/>
        </a:p>
      </dgm:t>
    </dgm:pt>
    <dgm:pt modelId="{CD25BC53-BAA1-4420-9142-C56F45B46F9E}">
      <dgm:prSet/>
      <dgm:spPr/>
      <dgm:t>
        <a:bodyPr/>
        <a:lstStyle/>
        <a:p>
          <a:r>
            <a:rPr lang="en-US"/>
            <a:t>Acquisition</a:t>
          </a:r>
        </a:p>
      </dgm:t>
    </dgm:pt>
    <dgm:pt modelId="{8E754B32-7404-4813-A96B-7CA52F35D1E0}" type="parTrans" cxnId="{BB475843-9EAC-4FF0-BF4A-9C4902897C9D}">
      <dgm:prSet/>
      <dgm:spPr/>
      <dgm:t>
        <a:bodyPr/>
        <a:lstStyle/>
        <a:p>
          <a:endParaRPr lang="en-US"/>
        </a:p>
      </dgm:t>
    </dgm:pt>
    <dgm:pt modelId="{ECD2F810-D289-4B5A-8974-197978E0611E}" type="sibTrans" cxnId="{BB475843-9EAC-4FF0-BF4A-9C4902897C9D}">
      <dgm:prSet/>
      <dgm:spPr/>
      <dgm:t>
        <a:bodyPr/>
        <a:lstStyle/>
        <a:p>
          <a:endParaRPr lang="en-US"/>
        </a:p>
      </dgm:t>
    </dgm:pt>
    <dgm:pt modelId="{721BA194-9B5D-4806-88E1-74C3B43E3AF1}">
      <dgm:prSet/>
      <dgm:spPr/>
      <dgm:t>
        <a:bodyPr/>
        <a:lstStyle/>
        <a:p>
          <a:r>
            <a:rPr lang="en-US"/>
            <a:t>Examination</a:t>
          </a:r>
        </a:p>
      </dgm:t>
    </dgm:pt>
    <dgm:pt modelId="{D2173F90-9B6F-42B3-AFB6-B4388DEBE385}" type="parTrans" cxnId="{747544B8-9489-4C39-AB9E-BAD3AE446121}">
      <dgm:prSet/>
      <dgm:spPr/>
      <dgm:t>
        <a:bodyPr/>
        <a:lstStyle/>
        <a:p>
          <a:endParaRPr lang="en-US"/>
        </a:p>
      </dgm:t>
    </dgm:pt>
    <dgm:pt modelId="{D082BDEE-9C39-42A4-B285-44C1DA9FFDDD}" type="sibTrans" cxnId="{747544B8-9489-4C39-AB9E-BAD3AE446121}">
      <dgm:prSet/>
      <dgm:spPr/>
      <dgm:t>
        <a:bodyPr/>
        <a:lstStyle/>
        <a:p>
          <a:endParaRPr lang="en-US"/>
        </a:p>
      </dgm:t>
    </dgm:pt>
    <dgm:pt modelId="{D92CD747-91F2-4E3F-B2A3-74ADCDAB8EF7}">
      <dgm:prSet/>
      <dgm:spPr/>
      <dgm:t>
        <a:bodyPr/>
        <a:lstStyle/>
        <a:p>
          <a:r>
            <a:rPr lang="en-US"/>
            <a:t>Presentation </a:t>
          </a:r>
        </a:p>
      </dgm:t>
    </dgm:pt>
    <dgm:pt modelId="{474F2006-2519-498F-952F-F1EC12518C2D}" type="parTrans" cxnId="{A763F8E6-4F88-4B62-8234-81C5EFBD4720}">
      <dgm:prSet/>
      <dgm:spPr/>
      <dgm:t>
        <a:bodyPr/>
        <a:lstStyle/>
        <a:p>
          <a:endParaRPr lang="en-US"/>
        </a:p>
      </dgm:t>
    </dgm:pt>
    <dgm:pt modelId="{162AFEEC-A0C0-4823-99B9-F9A253929CC6}" type="sibTrans" cxnId="{A763F8E6-4F88-4B62-8234-81C5EFBD4720}">
      <dgm:prSet/>
      <dgm:spPr/>
      <dgm:t>
        <a:bodyPr/>
        <a:lstStyle/>
        <a:p>
          <a:endParaRPr lang="en-US"/>
        </a:p>
      </dgm:t>
    </dgm:pt>
    <dgm:pt modelId="{3DC89FD9-AFCE-4BC7-BCBE-67A8C8EEF405}">
      <dgm:prSet/>
      <dgm:spPr/>
      <dgm:t>
        <a:bodyPr/>
        <a:lstStyle/>
        <a:p>
          <a:r>
            <a:rPr lang="en-US"/>
            <a:t>Evidence extraction</a:t>
          </a:r>
        </a:p>
      </dgm:t>
    </dgm:pt>
    <dgm:pt modelId="{6D81DDDD-5214-4099-A8A3-CD083AE5D4FA}" type="parTrans" cxnId="{DE2388F8-AEED-41F6-86B8-D6507B3C39E8}">
      <dgm:prSet/>
      <dgm:spPr/>
      <dgm:t>
        <a:bodyPr/>
        <a:lstStyle/>
        <a:p>
          <a:endParaRPr lang="en-US"/>
        </a:p>
      </dgm:t>
    </dgm:pt>
    <dgm:pt modelId="{D358CAB9-6489-4F0F-AC6B-19DD1BE2AA46}" type="sibTrans" cxnId="{DE2388F8-AEED-41F6-86B8-D6507B3C39E8}">
      <dgm:prSet/>
      <dgm:spPr/>
      <dgm:t>
        <a:bodyPr/>
        <a:lstStyle/>
        <a:p>
          <a:endParaRPr lang="en-US"/>
        </a:p>
      </dgm:t>
    </dgm:pt>
    <dgm:pt modelId="{D4582B29-D47B-411A-BEF9-6EF5F9EC5553}">
      <dgm:prSet/>
      <dgm:spPr/>
      <dgm:t>
        <a:bodyPr/>
        <a:lstStyle/>
        <a:p>
          <a:r>
            <a:rPr lang="en-US"/>
            <a:t>Physical vs logical</a:t>
          </a:r>
        </a:p>
      </dgm:t>
    </dgm:pt>
    <dgm:pt modelId="{0F41AFA2-04F6-49C1-936E-6040A546469C}" type="parTrans" cxnId="{D7C38159-7125-4832-A808-C20DB40669B9}">
      <dgm:prSet/>
      <dgm:spPr/>
      <dgm:t>
        <a:bodyPr/>
        <a:lstStyle/>
        <a:p>
          <a:endParaRPr lang="en-US"/>
        </a:p>
      </dgm:t>
    </dgm:pt>
    <dgm:pt modelId="{5AC44F83-23C7-4B6C-9790-20DA91DAEA05}" type="sibTrans" cxnId="{D7C38159-7125-4832-A808-C20DB40669B9}">
      <dgm:prSet/>
      <dgm:spPr/>
      <dgm:t>
        <a:bodyPr/>
        <a:lstStyle/>
        <a:p>
          <a:endParaRPr lang="en-US"/>
        </a:p>
      </dgm:t>
    </dgm:pt>
    <dgm:pt modelId="{C631BA41-7E4B-45D8-8F01-C938D68C8D4A}">
      <dgm:prSet/>
      <dgm:spPr/>
      <dgm:t>
        <a:bodyPr/>
        <a:lstStyle/>
        <a:p>
          <a:r>
            <a:rPr lang="en-US"/>
            <a:t>Capturing contents of RAM</a:t>
          </a:r>
        </a:p>
      </dgm:t>
    </dgm:pt>
    <dgm:pt modelId="{04C82F79-A1E0-456C-A9C3-BD5CD12FFD35}" type="parTrans" cxnId="{F08D9D97-645D-41E0-A495-6D43A043CC4A}">
      <dgm:prSet/>
      <dgm:spPr/>
      <dgm:t>
        <a:bodyPr/>
        <a:lstStyle/>
        <a:p>
          <a:endParaRPr lang="en-US"/>
        </a:p>
      </dgm:t>
    </dgm:pt>
    <dgm:pt modelId="{B62003A9-61D9-48BB-897C-63708692571B}" type="sibTrans" cxnId="{F08D9D97-645D-41E0-A495-6D43A043CC4A}">
      <dgm:prSet/>
      <dgm:spPr/>
      <dgm:t>
        <a:bodyPr/>
        <a:lstStyle/>
        <a:p>
          <a:endParaRPr lang="en-US"/>
        </a:p>
      </dgm:t>
    </dgm:pt>
    <dgm:pt modelId="{DFB30FDD-8267-4593-B727-53B02D80F36E}" type="pres">
      <dgm:prSet presAssocID="{47265D8D-DFDB-4119-9A37-D1C80BBA5A0B}" presName="root" presStyleCnt="0">
        <dgm:presLayoutVars>
          <dgm:dir/>
          <dgm:resizeHandles val="exact"/>
        </dgm:presLayoutVars>
      </dgm:prSet>
      <dgm:spPr/>
    </dgm:pt>
    <dgm:pt modelId="{D9B04730-584D-4522-8587-F4BCE8151BD0}" type="pres">
      <dgm:prSet presAssocID="{8171B802-F9A0-455F-AE56-22C8A41FAFFA}" presName="compNode" presStyleCnt="0"/>
      <dgm:spPr/>
    </dgm:pt>
    <dgm:pt modelId="{C6308E59-0F4B-4766-84D8-5A940A42F3B8}" type="pres">
      <dgm:prSet presAssocID="{8171B802-F9A0-455F-AE56-22C8A41FAFFA}" presName="bgRect" presStyleLbl="bgShp" presStyleIdx="0" presStyleCnt="3"/>
      <dgm:spPr/>
    </dgm:pt>
    <dgm:pt modelId="{2A8EC636-5F3A-4FA2-ACBA-C001F6A8DB8B}" type="pres">
      <dgm:prSet presAssocID="{8171B802-F9A0-455F-AE56-22C8A41FAFF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64A8A7DC-9B2A-42B8-BFB0-CAFE8B98BF61}" type="pres">
      <dgm:prSet presAssocID="{8171B802-F9A0-455F-AE56-22C8A41FAFFA}" presName="spaceRect" presStyleCnt="0"/>
      <dgm:spPr/>
    </dgm:pt>
    <dgm:pt modelId="{874B27D3-B08B-4E2E-8DB0-854CD1C34F40}" type="pres">
      <dgm:prSet presAssocID="{8171B802-F9A0-455F-AE56-22C8A41FAFFA}" presName="parTx" presStyleLbl="revTx" presStyleIdx="0" presStyleCnt="5">
        <dgm:presLayoutVars>
          <dgm:chMax val="0"/>
          <dgm:chPref val="0"/>
        </dgm:presLayoutVars>
      </dgm:prSet>
      <dgm:spPr/>
    </dgm:pt>
    <dgm:pt modelId="{A1C7463D-BD1E-4474-B16A-FA3110E2ED7A}" type="pres">
      <dgm:prSet presAssocID="{8171B802-F9A0-455F-AE56-22C8A41FAFFA}" presName="desTx" presStyleLbl="revTx" presStyleIdx="1" presStyleCnt="5">
        <dgm:presLayoutVars/>
      </dgm:prSet>
      <dgm:spPr/>
    </dgm:pt>
    <dgm:pt modelId="{C862FE7C-C7FF-4F8F-A540-F792392C2908}" type="pres">
      <dgm:prSet presAssocID="{3F7C608C-0A6B-49FB-B6D8-2074C3E664C5}" presName="sibTrans" presStyleCnt="0"/>
      <dgm:spPr/>
    </dgm:pt>
    <dgm:pt modelId="{F6698B84-E337-4DB8-AEE7-F5D072333C49}" type="pres">
      <dgm:prSet presAssocID="{3DC89FD9-AFCE-4BC7-BCBE-67A8C8EEF405}" presName="compNode" presStyleCnt="0"/>
      <dgm:spPr/>
    </dgm:pt>
    <dgm:pt modelId="{74D088EF-F695-4883-A137-03E1F3E2AA9C}" type="pres">
      <dgm:prSet presAssocID="{3DC89FD9-AFCE-4BC7-BCBE-67A8C8EEF405}" presName="bgRect" presStyleLbl="bgShp" presStyleIdx="1" presStyleCnt="3"/>
      <dgm:spPr/>
    </dgm:pt>
    <dgm:pt modelId="{837DD036-8E6A-4B75-9A64-4DE088F902AF}" type="pres">
      <dgm:prSet presAssocID="{3DC89FD9-AFCE-4BC7-BCBE-67A8C8EEF40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973EFC25-4B70-493B-BCCC-385AB71F4916}" type="pres">
      <dgm:prSet presAssocID="{3DC89FD9-AFCE-4BC7-BCBE-67A8C8EEF405}" presName="spaceRect" presStyleCnt="0"/>
      <dgm:spPr/>
    </dgm:pt>
    <dgm:pt modelId="{837AB820-246F-456F-865C-2DB4F11F6C4A}" type="pres">
      <dgm:prSet presAssocID="{3DC89FD9-AFCE-4BC7-BCBE-67A8C8EEF405}" presName="parTx" presStyleLbl="revTx" presStyleIdx="2" presStyleCnt="5">
        <dgm:presLayoutVars>
          <dgm:chMax val="0"/>
          <dgm:chPref val="0"/>
        </dgm:presLayoutVars>
      </dgm:prSet>
      <dgm:spPr/>
    </dgm:pt>
    <dgm:pt modelId="{C4C389E1-618F-4441-B03B-3377DBAD5555}" type="pres">
      <dgm:prSet presAssocID="{3DC89FD9-AFCE-4BC7-BCBE-67A8C8EEF405}" presName="desTx" presStyleLbl="revTx" presStyleIdx="3" presStyleCnt="5">
        <dgm:presLayoutVars/>
      </dgm:prSet>
      <dgm:spPr/>
    </dgm:pt>
    <dgm:pt modelId="{821A66A2-F7A3-4635-8160-1481F9961EED}" type="pres">
      <dgm:prSet presAssocID="{D358CAB9-6489-4F0F-AC6B-19DD1BE2AA46}" presName="sibTrans" presStyleCnt="0"/>
      <dgm:spPr/>
    </dgm:pt>
    <dgm:pt modelId="{D2ED739D-5328-45D7-AD6C-C85D3D28D907}" type="pres">
      <dgm:prSet presAssocID="{C631BA41-7E4B-45D8-8F01-C938D68C8D4A}" presName="compNode" presStyleCnt="0"/>
      <dgm:spPr/>
    </dgm:pt>
    <dgm:pt modelId="{A3BBC5BE-3C29-4F41-ADF2-07CF8DDA4B01}" type="pres">
      <dgm:prSet presAssocID="{C631BA41-7E4B-45D8-8F01-C938D68C8D4A}" presName="bgRect" presStyleLbl="bgShp" presStyleIdx="2" presStyleCnt="3"/>
      <dgm:spPr/>
    </dgm:pt>
    <dgm:pt modelId="{E642AA8F-B0A3-4F34-83A3-4FB7CE23696E}" type="pres">
      <dgm:prSet presAssocID="{C631BA41-7E4B-45D8-8F01-C938D68C8D4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95E9CF84-4ED4-4B28-9A4C-7AB44DECEA47}" type="pres">
      <dgm:prSet presAssocID="{C631BA41-7E4B-45D8-8F01-C938D68C8D4A}" presName="spaceRect" presStyleCnt="0"/>
      <dgm:spPr/>
    </dgm:pt>
    <dgm:pt modelId="{D7F9D5B8-6C98-4CBD-BEFB-D1E130A87BF5}" type="pres">
      <dgm:prSet presAssocID="{C631BA41-7E4B-45D8-8F01-C938D68C8D4A}" presName="parTx" presStyleLbl="revTx" presStyleIdx="4" presStyleCnt="5">
        <dgm:presLayoutVars>
          <dgm:chMax val="0"/>
          <dgm:chPref val="0"/>
        </dgm:presLayoutVars>
      </dgm:prSet>
      <dgm:spPr/>
    </dgm:pt>
  </dgm:ptLst>
  <dgm:cxnLst>
    <dgm:cxn modelId="{AD3C3308-D888-416E-B2C7-7B4624FF8A40}" srcId="{47265D8D-DFDB-4119-9A37-D1C80BBA5A0B}" destId="{8171B802-F9A0-455F-AE56-22C8A41FAFFA}" srcOrd="0" destOrd="0" parTransId="{40F81D2A-2BEE-445D-A3F7-EA2F8844407A}" sibTransId="{3F7C608C-0A6B-49FB-B6D8-2074C3E664C5}"/>
    <dgm:cxn modelId="{B52B4608-B5FC-4E19-AA13-B53AA83925F8}" type="presOf" srcId="{3DC89FD9-AFCE-4BC7-BCBE-67A8C8EEF405}" destId="{837AB820-246F-456F-865C-2DB4F11F6C4A}" srcOrd="0" destOrd="0" presId="urn:microsoft.com/office/officeart/2018/2/layout/IconVerticalSolidList"/>
    <dgm:cxn modelId="{6FD10712-4F8B-4E8B-B964-7C74179BD7D2}" type="presOf" srcId="{C631BA41-7E4B-45D8-8F01-C938D68C8D4A}" destId="{D7F9D5B8-6C98-4CBD-BEFB-D1E130A87BF5}" srcOrd="0" destOrd="0" presId="urn:microsoft.com/office/officeart/2018/2/layout/IconVerticalSolidList"/>
    <dgm:cxn modelId="{17CA6336-FDB7-4299-86A8-A3089E26DED8}" type="presOf" srcId="{CD25BC53-BAA1-4420-9142-C56F45B46F9E}" destId="{A1C7463D-BD1E-4474-B16A-FA3110E2ED7A}" srcOrd="0" destOrd="0" presId="urn:microsoft.com/office/officeart/2018/2/layout/IconVerticalSolidList"/>
    <dgm:cxn modelId="{BB475843-9EAC-4FF0-BF4A-9C4902897C9D}" srcId="{8171B802-F9A0-455F-AE56-22C8A41FAFFA}" destId="{CD25BC53-BAA1-4420-9142-C56F45B46F9E}" srcOrd="0" destOrd="0" parTransId="{8E754B32-7404-4813-A96B-7CA52F35D1E0}" sibTransId="{ECD2F810-D289-4B5A-8974-197978E0611E}"/>
    <dgm:cxn modelId="{D7C38159-7125-4832-A808-C20DB40669B9}" srcId="{3DC89FD9-AFCE-4BC7-BCBE-67A8C8EEF405}" destId="{D4582B29-D47B-411A-BEF9-6EF5F9EC5553}" srcOrd="0" destOrd="0" parTransId="{0F41AFA2-04F6-49C1-936E-6040A546469C}" sibTransId="{5AC44F83-23C7-4B6C-9790-20DA91DAEA05}"/>
    <dgm:cxn modelId="{B08B2A5A-1F0A-43C0-A0BE-E2DB333BDE16}" type="presOf" srcId="{D92CD747-91F2-4E3F-B2A3-74ADCDAB8EF7}" destId="{A1C7463D-BD1E-4474-B16A-FA3110E2ED7A}" srcOrd="0" destOrd="2" presId="urn:microsoft.com/office/officeart/2018/2/layout/IconVerticalSolidList"/>
    <dgm:cxn modelId="{51141B80-1866-47BD-856C-75D4FA439182}" type="presOf" srcId="{D4582B29-D47B-411A-BEF9-6EF5F9EC5553}" destId="{C4C389E1-618F-4441-B03B-3377DBAD5555}" srcOrd="0" destOrd="0" presId="urn:microsoft.com/office/officeart/2018/2/layout/IconVerticalSolidList"/>
    <dgm:cxn modelId="{F08D9D97-645D-41E0-A495-6D43A043CC4A}" srcId="{47265D8D-DFDB-4119-9A37-D1C80BBA5A0B}" destId="{C631BA41-7E4B-45D8-8F01-C938D68C8D4A}" srcOrd="2" destOrd="0" parTransId="{04C82F79-A1E0-456C-A9C3-BD5CD12FFD35}" sibTransId="{B62003A9-61D9-48BB-897C-63708692571B}"/>
    <dgm:cxn modelId="{2691E3A1-CDED-45C0-BD31-C7D4D2B25DB6}" type="presOf" srcId="{8171B802-F9A0-455F-AE56-22C8A41FAFFA}" destId="{874B27D3-B08B-4E2E-8DB0-854CD1C34F40}" srcOrd="0" destOrd="0" presId="urn:microsoft.com/office/officeart/2018/2/layout/IconVerticalSolidList"/>
    <dgm:cxn modelId="{747544B8-9489-4C39-AB9E-BAD3AE446121}" srcId="{8171B802-F9A0-455F-AE56-22C8A41FAFFA}" destId="{721BA194-9B5D-4806-88E1-74C3B43E3AF1}" srcOrd="1" destOrd="0" parTransId="{D2173F90-9B6F-42B3-AFB6-B4388DEBE385}" sibTransId="{D082BDEE-9C39-42A4-B285-44C1DA9FFDDD}"/>
    <dgm:cxn modelId="{FA2A87CB-9C83-4964-997A-E7EFE806328E}" type="presOf" srcId="{721BA194-9B5D-4806-88E1-74C3B43E3AF1}" destId="{A1C7463D-BD1E-4474-B16A-FA3110E2ED7A}" srcOrd="0" destOrd="1" presId="urn:microsoft.com/office/officeart/2018/2/layout/IconVerticalSolidList"/>
    <dgm:cxn modelId="{A763F8E6-4F88-4B62-8234-81C5EFBD4720}" srcId="{8171B802-F9A0-455F-AE56-22C8A41FAFFA}" destId="{D92CD747-91F2-4E3F-B2A3-74ADCDAB8EF7}" srcOrd="2" destOrd="0" parTransId="{474F2006-2519-498F-952F-F1EC12518C2D}" sibTransId="{162AFEEC-A0C0-4823-99B9-F9A253929CC6}"/>
    <dgm:cxn modelId="{85008CF7-47F2-4236-B81E-164B069A4FB2}" type="presOf" srcId="{47265D8D-DFDB-4119-9A37-D1C80BBA5A0B}" destId="{DFB30FDD-8267-4593-B727-53B02D80F36E}" srcOrd="0" destOrd="0" presId="urn:microsoft.com/office/officeart/2018/2/layout/IconVerticalSolidList"/>
    <dgm:cxn modelId="{DE2388F8-AEED-41F6-86B8-D6507B3C39E8}" srcId="{47265D8D-DFDB-4119-9A37-D1C80BBA5A0B}" destId="{3DC89FD9-AFCE-4BC7-BCBE-67A8C8EEF405}" srcOrd="1" destOrd="0" parTransId="{6D81DDDD-5214-4099-A8A3-CD083AE5D4FA}" sibTransId="{D358CAB9-6489-4F0F-AC6B-19DD1BE2AA46}"/>
    <dgm:cxn modelId="{2B9C494C-967A-4FEB-8327-D6B06FBA0205}" type="presParOf" srcId="{DFB30FDD-8267-4593-B727-53B02D80F36E}" destId="{D9B04730-584D-4522-8587-F4BCE8151BD0}" srcOrd="0" destOrd="0" presId="urn:microsoft.com/office/officeart/2018/2/layout/IconVerticalSolidList"/>
    <dgm:cxn modelId="{1EAC5F75-7290-4B63-B89F-ED459286A3E4}" type="presParOf" srcId="{D9B04730-584D-4522-8587-F4BCE8151BD0}" destId="{C6308E59-0F4B-4766-84D8-5A940A42F3B8}" srcOrd="0" destOrd="0" presId="urn:microsoft.com/office/officeart/2018/2/layout/IconVerticalSolidList"/>
    <dgm:cxn modelId="{23EFC149-0E3F-49FE-97DA-6E40F2CD8ED4}" type="presParOf" srcId="{D9B04730-584D-4522-8587-F4BCE8151BD0}" destId="{2A8EC636-5F3A-4FA2-ACBA-C001F6A8DB8B}" srcOrd="1" destOrd="0" presId="urn:microsoft.com/office/officeart/2018/2/layout/IconVerticalSolidList"/>
    <dgm:cxn modelId="{24AE53AF-EABD-4F88-851B-C8C2FE099C38}" type="presParOf" srcId="{D9B04730-584D-4522-8587-F4BCE8151BD0}" destId="{64A8A7DC-9B2A-42B8-BFB0-CAFE8B98BF61}" srcOrd="2" destOrd="0" presId="urn:microsoft.com/office/officeart/2018/2/layout/IconVerticalSolidList"/>
    <dgm:cxn modelId="{63EAB79D-182D-4931-AFC0-A6A0FAE1990E}" type="presParOf" srcId="{D9B04730-584D-4522-8587-F4BCE8151BD0}" destId="{874B27D3-B08B-4E2E-8DB0-854CD1C34F40}" srcOrd="3" destOrd="0" presId="urn:microsoft.com/office/officeart/2018/2/layout/IconVerticalSolidList"/>
    <dgm:cxn modelId="{89867977-7931-4F68-9F8C-3BA1DD0F17C9}" type="presParOf" srcId="{D9B04730-584D-4522-8587-F4BCE8151BD0}" destId="{A1C7463D-BD1E-4474-B16A-FA3110E2ED7A}" srcOrd="4" destOrd="0" presId="urn:microsoft.com/office/officeart/2018/2/layout/IconVerticalSolidList"/>
    <dgm:cxn modelId="{81012FE0-4577-4EEB-8511-BDCC77FFE16F}" type="presParOf" srcId="{DFB30FDD-8267-4593-B727-53B02D80F36E}" destId="{C862FE7C-C7FF-4F8F-A540-F792392C2908}" srcOrd="1" destOrd="0" presId="urn:microsoft.com/office/officeart/2018/2/layout/IconVerticalSolidList"/>
    <dgm:cxn modelId="{3696F986-A4E5-4E9F-9876-C594E1837CDF}" type="presParOf" srcId="{DFB30FDD-8267-4593-B727-53B02D80F36E}" destId="{F6698B84-E337-4DB8-AEE7-F5D072333C49}" srcOrd="2" destOrd="0" presId="urn:microsoft.com/office/officeart/2018/2/layout/IconVerticalSolidList"/>
    <dgm:cxn modelId="{E3E3F4B8-CD98-4F9C-8CCC-B76BDDBB7D39}" type="presParOf" srcId="{F6698B84-E337-4DB8-AEE7-F5D072333C49}" destId="{74D088EF-F695-4883-A137-03E1F3E2AA9C}" srcOrd="0" destOrd="0" presId="urn:microsoft.com/office/officeart/2018/2/layout/IconVerticalSolidList"/>
    <dgm:cxn modelId="{CFD2472A-4C00-4EBA-BD6C-AFCFE5368C41}" type="presParOf" srcId="{F6698B84-E337-4DB8-AEE7-F5D072333C49}" destId="{837DD036-8E6A-4B75-9A64-4DE088F902AF}" srcOrd="1" destOrd="0" presId="urn:microsoft.com/office/officeart/2018/2/layout/IconVerticalSolidList"/>
    <dgm:cxn modelId="{0E93AF8D-40F3-43E1-B9A9-CEA38F0534EC}" type="presParOf" srcId="{F6698B84-E337-4DB8-AEE7-F5D072333C49}" destId="{973EFC25-4B70-493B-BCCC-385AB71F4916}" srcOrd="2" destOrd="0" presId="urn:microsoft.com/office/officeart/2018/2/layout/IconVerticalSolidList"/>
    <dgm:cxn modelId="{F6873E4D-4AE9-470F-919C-8F45BE4FDA2D}" type="presParOf" srcId="{F6698B84-E337-4DB8-AEE7-F5D072333C49}" destId="{837AB820-246F-456F-865C-2DB4F11F6C4A}" srcOrd="3" destOrd="0" presId="urn:microsoft.com/office/officeart/2018/2/layout/IconVerticalSolidList"/>
    <dgm:cxn modelId="{D6B2FF06-C651-4962-AE9D-9D78C7A2A6B3}" type="presParOf" srcId="{F6698B84-E337-4DB8-AEE7-F5D072333C49}" destId="{C4C389E1-618F-4441-B03B-3377DBAD5555}" srcOrd="4" destOrd="0" presId="urn:microsoft.com/office/officeart/2018/2/layout/IconVerticalSolidList"/>
    <dgm:cxn modelId="{4609C29E-9033-403B-80AB-55B715CCE372}" type="presParOf" srcId="{DFB30FDD-8267-4593-B727-53B02D80F36E}" destId="{821A66A2-F7A3-4635-8160-1481F9961EED}" srcOrd="3" destOrd="0" presId="urn:microsoft.com/office/officeart/2018/2/layout/IconVerticalSolidList"/>
    <dgm:cxn modelId="{F3BB72FA-1B20-41A8-B73F-FD6D83BDED29}" type="presParOf" srcId="{DFB30FDD-8267-4593-B727-53B02D80F36E}" destId="{D2ED739D-5328-45D7-AD6C-C85D3D28D907}" srcOrd="4" destOrd="0" presId="urn:microsoft.com/office/officeart/2018/2/layout/IconVerticalSolidList"/>
    <dgm:cxn modelId="{07C7D6B7-CF33-42B4-904A-37B898227D03}" type="presParOf" srcId="{D2ED739D-5328-45D7-AD6C-C85D3D28D907}" destId="{A3BBC5BE-3C29-4F41-ADF2-07CF8DDA4B01}" srcOrd="0" destOrd="0" presId="urn:microsoft.com/office/officeart/2018/2/layout/IconVerticalSolidList"/>
    <dgm:cxn modelId="{02E9DA34-CDCD-4009-AED9-0ABB65D18816}" type="presParOf" srcId="{D2ED739D-5328-45D7-AD6C-C85D3D28D907}" destId="{E642AA8F-B0A3-4F34-83A3-4FB7CE23696E}" srcOrd="1" destOrd="0" presId="urn:microsoft.com/office/officeart/2018/2/layout/IconVerticalSolidList"/>
    <dgm:cxn modelId="{46D69174-BE7F-4C7D-A439-6D8A2CDA37DA}" type="presParOf" srcId="{D2ED739D-5328-45D7-AD6C-C85D3D28D907}" destId="{95E9CF84-4ED4-4B28-9A4C-7AB44DECEA47}" srcOrd="2" destOrd="0" presId="urn:microsoft.com/office/officeart/2018/2/layout/IconVerticalSolidList"/>
    <dgm:cxn modelId="{EA21027E-FD01-4F9E-963A-7D3DC3DADA71}" type="presParOf" srcId="{D2ED739D-5328-45D7-AD6C-C85D3D28D907}" destId="{D7F9D5B8-6C98-4CBD-BEFB-D1E130A87BF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265D8D-DFDB-4119-9A37-D1C80BBA5A0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171B802-F9A0-455F-AE56-22C8A41FAFFA}">
      <dgm:prSet/>
      <dgm:spPr/>
      <dgm:t>
        <a:bodyPr/>
        <a:lstStyle/>
        <a:p>
          <a:pPr>
            <a:lnSpc>
              <a:spcPct val="100000"/>
            </a:lnSpc>
          </a:pPr>
          <a:r>
            <a:rPr lang="en-US" altLang="en-US" b="1" dirty="0"/>
            <a:t>Acquisition</a:t>
          </a:r>
          <a:endParaRPr lang="en-US" dirty="0"/>
        </a:p>
      </dgm:t>
    </dgm:pt>
    <dgm:pt modelId="{40F81D2A-2BEE-445D-A3F7-EA2F8844407A}" type="parTrans" cxnId="{AD3C3308-D888-416E-B2C7-7B4624FF8A40}">
      <dgm:prSet/>
      <dgm:spPr/>
      <dgm:t>
        <a:bodyPr/>
        <a:lstStyle/>
        <a:p>
          <a:endParaRPr lang="en-US"/>
        </a:p>
      </dgm:t>
    </dgm:pt>
    <dgm:pt modelId="{3F7C608C-0A6B-49FB-B6D8-2074C3E664C5}" type="sibTrans" cxnId="{AD3C3308-D888-416E-B2C7-7B4624FF8A40}">
      <dgm:prSet/>
      <dgm:spPr/>
      <dgm:t>
        <a:bodyPr/>
        <a:lstStyle/>
        <a:p>
          <a:endParaRPr lang="en-US"/>
        </a:p>
      </dgm:t>
    </dgm:pt>
    <dgm:pt modelId="{CD25BC53-BAA1-4420-9142-C56F45B46F9E}">
      <dgm:prSet/>
      <dgm:spPr/>
      <dgm:t>
        <a:bodyPr/>
        <a:lstStyle/>
        <a:p>
          <a:pPr>
            <a:lnSpc>
              <a:spcPct val="100000"/>
            </a:lnSpc>
          </a:pPr>
          <a:endParaRPr lang="en-US" dirty="0"/>
        </a:p>
      </dgm:t>
    </dgm:pt>
    <dgm:pt modelId="{8E754B32-7404-4813-A96B-7CA52F35D1E0}" type="parTrans" cxnId="{BB475843-9EAC-4FF0-BF4A-9C4902897C9D}">
      <dgm:prSet/>
      <dgm:spPr/>
      <dgm:t>
        <a:bodyPr/>
        <a:lstStyle/>
        <a:p>
          <a:endParaRPr lang="en-US"/>
        </a:p>
      </dgm:t>
    </dgm:pt>
    <dgm:pt modelId="{ECD2F810-D289-4B5A-8974-197978E0611E}" type="sibTrans" cxnId="{BB475843-9EAC-4FF0-BF4A-9C4902897C9D}">
      <dgm:prSet/>
      <dgm:spPr/>
      <dgm:t>
        <a:bodyPr/>
        <a:lstStyle/>
        <a:p>
          <a:endParaRPr lang="en-US"/>
        </a:p>
      </dgm:t>
    </dgm:pt>
    <dgm:pt modelId="{3DC89FD9-AFCE-4BC7-BCBE-67A8C8EEF405}">
      <dgm:prSet/>
      <dgm:spPr/>
      <dgm:t>
        <a:bodyPr/>
        <a:lstStyle/>
        <a:p>
          <a:pPr>
            <a:lnSpc>
              <a:spcPct val="100000"/>
            </a:lnSpc>
          </a:pPr>
          <a:r>
            <a:rPr lang="en-US" altLang="en-US" b="1" dirty="0"/>
            <a:t>Examination</a:t>
          </a:r>
          <a:endParaRPr lang="en-US" dirty="0"/>
        </a:p>
      </dgm:t>
    </dgm:pt>
    <dgm:pt modelId="{6D81DDDD-5214-4099-A8A3-CD083AE5D4FA}" type="parTrans" cxnId="{DE2388F8-AEED-41F6-86B8-D6507B3C39E8}">
      <dgm:prSet/>
      <dgm:spPr/>
      <dgm:t>
        <a:bodyPr/>
        <a:lstStyle/>
        <a:p>
          <a:endParaRPr lang="en-US"/>
        </a:p>
      </dgm:t>
    </dgm:pt>
    <dgm:pt modelId="{D358CAB9-6489-4F0F-AC6B-19DD1BE2AA46}" type="sibTrans" cxnId="{DE2388F8-AEED-41F6-86B8-D6507B3C39E8}">
      <dgm:prSet/>
      <dgm:spPr/>
      <dgm:t>
        <a:bodyPr/>
        <a:lstStyle/>
        <a:p>
          <a:endParaRPr lang="en-US"/>
        </a:p>
      </dgm:t>
    </dgm:pt>
    <dgm:pt modelId="{D4582B29-D47B-411A-BEF9-6EF5F9EC5553}">
      <dgm:prSet/>
      <dgm:spPr/>
      <dgm:t>
        <a:bodyPr/>
        <a:lstStyle/>
        <a:p>
          <a:pPr>
            <a:lnSpc>
              <a:spcPct val="100000"/>
            </a:lnSpc>
          </a:pPr>
          <a:endParaRPr lang="en-US" dirty="0"/>
        </a:p>
      </dgm:t>
    </dgm:pt>
    <dgm:pt modelId="{0F41AFA2-04F6-49C1-936E-6040A546469C}" type="parTrans" cxnId="{D7C38159-7125-4832-A808-C20DB40669B9}">
      <dgm:prSet/>
      <dgm:spPr/>
      <dgm:t>
        <a:bodyPr/>
        <a:lstStyle/>
        <a:p>
          <a:endParaRPr lang="en-US"/>
        </a:p>
      </dgm:t>
    </dgm:pt>
    <dgm:pt modelId="{5AC44F83-23C7-4B6C-9790-20DA91DAEA05}" type="sibTrans" cxnId="{D7C38159-7125-4832-A808-C20DB40669B9}">
      <dgm:prSet/>
      <dgm:spPr/>
      <dgm:t>
        <a:bodyPr/>
        <a:lstStyle/>
        <a:p>
          <a:endParaRPr lang="en-US"/>
        </a:p>
      </dgm:t>
    </dgm:pt>
    <dgm:pt modelId="{C631BA41-7E4B-45D8-8F01-C938D68C8D4A}">
      <dgm:prSet/>
      <dgm:spPr/>
      <dgm:t>
        <a:bodyPr/>
        <a:lstStyle/>
        <a:p>
          <a:pPr>
            <a:lnSpc>
              <a:spcPct val="100000"/>
            </a:lnSpc>
          </a:pPr>
          <a:r>
            <a:rPr lang="en-US" altLang="en-US" b="1" dirty="0"/>
            <a:t>Presentation </a:t>
          </a:r>
          <a:endParaRPr lang="en-US" dirty="0"/>
        </a:p>
      </dgm:t>
    </dgm:pt>
    <dgm:pt modelId="{04C82F79-A1E0-456C-A9C3-BD5CD12FFD35}" type="parTrans" cxnId="{F08D9D97-645D-41E0-A495-6D43A043CC4A}">
      <dgm:prSet/>
      <dgm:spPr/>
      <dgm:t>
        <a:bodyPr/>
        <a:lstStyle/>
        <a:p>
          <a:endParaRPr lang="en-US"/>
        </a:p>
      </dgm:t>
    </dgm:pt>
    <dgm:pt modelId="{B62003A9-61D9-48BB-897C-63708692571B}" type="sibTrans" cxnId="{F08D9D97-645D-41E0-A495-6D43A043CC4A}">
      <dgm:prSet/>
      <dgm:spPr/>
      <dgm:t>
        <a:bodyPr/>
        <a:lstStyle/>
        <a:p>
          <a:endParaRPr lang="en-US"/>
        </a:p>
      </dgm:t>
    </dgm:pt>
    <dgm:pt modelId="{DFB30FDD-8267-4593-B727-53B02D80F36E}" type="pres">
      <dgm:prSet presAssocID="{47265D8D-DFDB-4119-9A37-D1C80BBA5A0B}" presName="root" presStyleCnt="0">
        <dgm:presLayoutVars>
          <dgm:dir/>
          <dgm:resizeHandles val="exact"/>
        </dgm:presLayoutVars>
      </dgm:prSet>
      <dgm:spPr/>
    </dgm:pt>
    <dgm:pt modelId="{D9B04730-584D-4522-8587-F4BCE8151BD0}" type="pres">
      <dgm:prSet presAssocID="{8171B802-F9A0-455F-AE56-22C8A41FAFFA}" presName="compNode" presStyleCnt="0"/>
      <dgm:spPr/>
    </dgm:pt>
    <dgm:pt modelId="{C6308E59-0F4B-4766-84D8-5A940A42F3B8}" type="pres">
      <dgm:prSet presAssocID="{8171B802-F9A0-455F-AE56-22C8A41FAFFA}" presName="bgRect" presStyleLbl="bgShp" presStyleIdx="0" presStyleCnt="3" custLinFactNeighborX="30442" custLinFactNeighborY="1013"/>
      <dgm:spPr/>
    </dgm:pt>
    <dgm:pt modelId="{2A8EC636-5F3A-4FA2-ACBA-C001F6A8DB8B}" type="pres">
      <dgm:prSet presAssocID="{8171B802-F9A0-455F-AE56-22C8A41FAFF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64A8A7DC-9B2A-42B8-BFB0-CAFE8B98BF61}" type="pres">
      <dgm:prSet presAssocID="{8171B802-F9A0-455F-AE56-22C8A41FAFFA}" presName="spaceRect" presStyleCnt="0"/>
      <dgm:spPr/>
    </dgm:pt>
    <dgm:pt modelId="{874B27D3-B08B-4E2E-8DB0-854CD1C34F40}" type="pres">
      <dgm:prSet presAssocID="{8171B802-F9A0-455F-AE56-22C8A41FAFFA}" presName="parTx" presStyleLbl="revTx" presStyleIdx="0" presStyleCnt="5">
        <dgm:presLayoutVars>
          <dgm:chMax val="0"/>
          <dgm:chPref val="0"/>
        </dgm:presLayoutVars>
      </dgm:prSet>
      <dgm:spPr/>
    </dgm:pt>
    <dgm:pt modelId="{A1C7463D-BD1E-4474-B16A-FA3110E2ED7A}" type="pres">
      <dgm:prSet presAssocID="{8171B802-F9A0-455F-AE56-22C8A41FAFFA}" presName="desTx" presStyleLbl="revTx" presStyleIdx="1" presStyleCnt="5">
        <dgm:presLayoutVars/>
      </dgm:prSet>
      <dgm:spPr/>
    </dgm:pt>
    <dgm:pt modelId="{C862FE7C-C7FF-4F8F-A540-F792392C2908}" type="pres">
      <dgm:prSet presAssocID="{3F7C608C-0A6B-49FB-B6D8-2074C3E664C5}" presName="sibTrans" presStyleCnt="0"/>
      <dgm:spPr/>
    </dgm:pt>
    <dgm:pt modelId="{F6698B84-E337-4DB8-AEE7-F5D072333C49}" type="pres">
      <dgm:prSet presAssocID="{3DC89FD9-AFCE-4BC7-BCBE-67A8C8EEF405}" presName="compNode" presStyleCnt="0"/>
      <dgm:spPr/>
    </dgm:pt>
    <dgm:pt modelId="{74D088EF-F695-4883-A137-03E1F3E2AA9C}" type="pres">
      <dgm:prSet presAssocID="{3DC89FD9-AFCE-4BC7-BCBE-67A8C8EEF405}" presName="bgRect" presStyleLbl="bgShp" presStyleIdx="1" presStyleCnt="3"/>
      <dgm:spPr/>
    </dgm:pt>
    <dgm:pt modelId="{837DD036-8E6A-4B75-9A64-4DE088F902AF}" type="pres">
      <dgm:prSet presAssocID="{3DC89FD9-AFCE-4BC7-BCBE-67A8C8EEF40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973EFC25-4B70-493B-BCCC-385AB71F4916}" type="pres">
      <dgm:prSet presAssocID="{3DC89FD9-AFCE-4BC7-BCBE-67A8C8EEF405}" presName="spaceRect" presStyleCnt="0"/>
      <dgm:spPr/>
    </dgm:pt>
    <dgm:pt modelId="{837AB820-246F-456F-865C-2DB4F11F6C4A}" type="pres">
      <dgm:prSet presAssocID="{3DC89FD9-AFCE-4BC7-BCBE-67A8C8EEF405}" presName="parTx" presStyleLbl="revTx" presStyleIdx="2" presStyleCnt="5">
        <dgm:presLayoutVars>
          <dgm:chMax val="0"/>
          <dgm:chPref val="0"/>
        </dgm:presLayoutVars>
      </dgm:prSet>
      <dgm:spPr/>
    </dgm:pt>
    <dgm:pt modelId="{C4C389E1-618F-4441-B03B-3377DBAD5555}" type="pres">
      <dgm:prSet presAssocID="{3DC89FD9-AFCE-4BC7-BCBE-67A8C8EEF405}" presName="desTx" presStyleLbl="revTx" presStyleIdx="3" presStyleCnt="5">
        <dgm:presLayoutVars/>
      </dgm:prSet>
      <dgm:spPr/>
    </dgm:pt>
    <dgm:pt modelId="{821A66A2-F7A3-4635-8160-1481F9961EED}" type="pres">
      <dgm:prSet presAssocID="{D358CAB9-6489-4F0F-AC6B-19DD1BE2AA46}" presName="sibTrans" presStyleCnt="0"/>
      <dgm:spPr/>
    </dgm:pt>
    <dgm:pt modelId="{D2ED739D-5328-45D7-AD6C-C85D3D28D907}" type="pres">
      <dgm:prSet presAssocID="{C631BA41-7E4B-45D8-8F01-C938D68C8D4A}" presName="compNode" presStyleCnt="0"/>
      <dgm:spPr/>
    </dgm:pt>
    <dgm:pt modelId="{A3BBC5BE-3C29-4F41-ADF2-07CF8DDA4B01}" type="pres">
      <dgm:prSet presAssocID="{C631BA41-7E4B-45D8-8F01-C938D68C8D4A}" presName="bgRect" presStyleLbl="bgShp" presStyleIdx="2" presStyleCnt="3"/>
      <dgm:spPr/>
    </dgm:pt>
    <dgm:pt modelId="{E642AA8F-B0A3-4F34-83A3-4FB7CE23696E}" type="pres">
      <dgm:prSet presAssocID="{C631BA41-7E4B-45D8-8F01-C938D68C8D4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95E9CF84-4ED4-4B28-9A4C-7AB44DECEA47}" type="pres">
      <dgm:prSet presAssocID="{C631BA41-7E4B-45D8-8F01-C938D68C8D4A}" presName="spaceRect" presStyleCnt="0"/>
      <dgm:spPr/>
    </dgm:pt>
    <dgm:pt modelId="{D7F9D5B8-6C98-4CBD-BEFB-D1E130A87BF5}" type="pres">
      <dgm:prSet presAssocID="{C631BA41-7E4B-45D8-8F01-C938D68C8D4A}" presName="parTx" presStyleLbl="revTx" presStyleIdx="4" presStyleCnt="5">
        <dgm:presLayoutVars>
          <dgm:chMax val="0"/>
          <dgm:chPref val="0"/>
        </dgm:presLayoutVars>
      </dgm:prSet>
      <dgm:spPr/>
    </dgm:pt>
  </dgm:ptLst>
  <dgm:cxnLst>
    <dgm:cxn modelId="{AD3C3308-D888-416E-B2C7-7B4624FF8A40}" srcId="{47265D8D-DFDB-4119-9A37-D1C80BBA5A0B}" destId="{8171B802-F9A0-455F-AE56-22C8A41FAFFA}" srcOrd="0" destOrd="0" parTransId="{40F81D2A-2BEE-445D-A3F7-EA2F8844407A}" sibTransId="{3F7C608C-0A6B-49FB-B6D8-2074C3E664C5}"/>
    <dgm:cxn modelId="{B52B4608-B5FC-4E19-AA13-B53AA83925F8}" type="presOf" srcId="{3DC89FD9-AFCE-4BC7-BCBE-67A8C8EEF405}" destId="{837AB820-246F-456F-865C-2DB4F11F6C4A}" srcOrd="0" destOrd="0" presId="urn:microsoft.com/office/officeart/2018/2/layout/IconVerticalSolidList"/>
    <dgm:cxn modelId="{6FD10712-4F8B-4E8B-B964-7C74179BD7D2}" type="presOf" srcId="{C631BA41-7E4B-45D8-8F01-C938D68C8D4A}" destId="{D7F9D5B8-6C98-4CBD-BEFB-D1E130A87BF5}" srcOrd="0" destOrd="0" presId="urn:microsoft.com/office/officeart/2018/2/layout/IconVerticalSolidList"/>
    <dgm:cxn modelId="{17CA6336-FDB7-4299-86A8-A3089E26DED8}" type="presOf" srcId="{CD25BC53-BAA1-4420-9142-C56F45B46F9E}" destId="{A1C7463D-BD1E-4474-B16A-FA3110E2ED7A}" srcOrd="0" destOrd="0" presId="urn:microsoft.com/office/officeart/2018/2/layout/IconVerticalSolidList"/>
    <dgm:cxn modelId="{BB475843-9EAC-4FF0-BF4A-9C4902897C9D}" srcId="{8171B802-F9A0-455F-AE56-22C8A41FAFFA}" destId="{CD25BC53-BAA1-4420-9142-C56F45B46F9E}" srcOrd="0" destOrd="0" parTransId="{8E754B32-7404-4813-A96B-7CA52F35D1E0}" sibTransId="{ECD2F810-D289-4B5A-8974-197978E0611E}"/>
    <dgm:cxn modelId="{D7C38159-7125-4832-A808-C20DB40669B9}" srcId="{3DC89FD9-AFCE-4BC7-BCBE-67A8C8EEF405}" destId="{D4582B29-D47B-411A-BEF9-6EF5F9EC5553}" srcOrd="0" destOrd="0" parTransId="{0F41AFA2-04F6-49C1-936E-6040A546469C}" sibTransId="{5AC44F83-23C7-4B6C-9790-20DA91DAEA05}"/>
    <dgm:cxn modelId="{51141B80-1866-47BD-856C-75D4FA439182}" type="presOf" srcId="{D4582B29-D47B-411A-BEF9-6EF5F9EC5553}" destId="{C4C389E1-618F-4441-B03B-3377DBAD5555}" srcOrd="0" destOrd="0" presId="urn:microsoft.com/office/officeart/2018/2/layout/IconVerticalSolidList"/>
    <dgm:cxn modelId="{F08D9D97-645D-41E0-A495-6D43A043CC4A}" srcId="{47265D8D-DFDB-4119-9A37-D1C80BBA5A0B}" destId="{C631BA41-7E4B-45D8-8F01-C938D68C8D4A}" srcOrd="2" destOrd="0" parTransId="{04C82F79-A1E0-456C-A9C3-BD5CD12FFD35}" sibTransId="{B62003A9-61D9-48BB-897C-63708692571B}"/>
    <dgm:cxn modelId="{2691E3A1-CDED-45C0-BD31-C7D4D2B25DB6}" type="presOf" srcId="{8171B802-F9A0-455F-AE56-22C8A41FAFFA}" destId="{874B27D3-B08B-4E2E-8DB0-854CD1C34F40}" srcOrd="0" destOrd="0" presId="urn:microsoft.com/office/officeart/2018/2/layout/IconVerticalSolidList"/>
    <dgm:cxn modelId="{85008CF7-47F2-4236-B81E-164B069A4FB2}" type="presOf" srcId="{47265D8D-DFDB-4119-9A37-D1C80BBA5A0B}" destId="{DFB30FDD-8267-4593-B727-53B02D80F36E}" srcOrd="0" destOrd="0" presId="urn:microsoft.com/office/officeart/2018/2/layout/IconVerticalSolidList"/>
    <dgm:cxn modelId="{DE2388F8-AEED-41F6-86B8-D6507B3C39E8}" srcId="{47265D8D-DFDB-4119-9A37-D1C80BBA5A0B}" destId="{3DC89FD9-AFCE-4BC7-BCBE-67A8C8EEF405}" srcOrd="1" destOrd="0" parTransId="{6D81DDDD-5214-4099-A8A3-CD083AE5D4FA}" sibTransId="{D358CAB9-6489-4F0F-AC6B-19DD1BE2AA46}"/>
    <dgm:cxn modelId="{2B9C494C-967A-4FEB-8327-D6B06FBA0205}" type="presParOf" srcId="{DFB30FDD-8267-4593-B727-53B02D80F36E}" destId="{D9B04730-584D-4522-8587-F4BCE8151BD0}" srcOrd="0" destOrd="0" presId="urn:microsoft.com/office/officeart/2018/2/layout/IconVerticalSolidList"/>
    <dgm:cxn modelId="{1EAC5F75-7290-4B63-B89F-ED459286A3E4}" type="presParOf" srcId="{D9B04730-584D-4522-8587-F4BCE8151BD0}" destId="{C6308E59-0F4B-4766-84D8-5A940A42F3B8}" srcOrd="0" destOrd="0" presId="urn:microsoft.com/office/officeart/2018/2/layout/IconVerticalSolidList"/>
    <dgm:cxn modelId="{23EFC149-0E3F-49FE-97DA-6E40F2CD8ED4}" type="presParOf" srcId="{D9B04730-584D-4522-8587-F4BCE8151BD0}" destId="{2A8EC636-5F3A-4FA2-ACBA-C001F6A8DB8B}" srcOrd="1" destOrd="0" presId="urn:microsoft.com/office/officeart/2018/2/layout/IconVerticalSolidList"/>
    <dgm:cxn modelId="{24AE53AF-EABD-4F88-851B-C8C2FE099C38}" type="presParOf" srcId="{D9B04730-584D-4522-8587-F4BCE8151BD0}" destId="{64A8A7DC-9B2A-42B8-BFB0-CAFE8B98BF61}" srcOrd="2" destOrd="0" presId="urn:microsoft.com/office/officeart/2018/2/layout/IconVerticalSolidList"/>
    <dgm:cxn modelId="{63EAB79D-182D-4931-AFC0-A6A0FAE1990E}" type="presParOf" srcId="{D9B04730-584D-4522-8587-F4BCE8151BD0}" destId="{874B27D3-B08B-4E2E-8DB0-854CD1C34F40}" srcOrd="3" destOrd="0" presId="urn:microsoft.com/office/officeart/2018/2/layout/IconVerticalSolidList"/>
    <dgm:cxn modelId="{89867977-7931-4F68-9F8C-3BA1DD0F17C9}" type="presParOf" srcId="{D9B04730-584D-4522-8587-F4BCE8151BD0}" destId="{A1C7463D-BD1E-4474-B16A-FA3110E2ED7A}" srcOrd="4" destOrd="0" presId="urn:microsoft.com/office/officeart/2018/2/layout/IconVerticalSolidList"/>
    <dgm:cxn modelId="{81012FE0-4577-4EEB-8511-BDCC77FFE16F}" type="presParOf" srcId="{DFB30FDD-8267-4593-B727-53B02D80F36E}" destId="{C862FE7C-C7FF-4F8F-A540-F792392C2908}" srcOrd="1" destOrd="0" presId="urn:microsoft.com/office/officeart/2018/2/layout/IconVerticalSolidList"/>
    <dgm:cxn modelId="{3696F986-A4E5-4E9F-9876-C594E1837CDF}" type="presParOf" srcId="{DFB30FDD-8267-4593-B727-53B02D80F36E}" destId="{F6698B84-E337-4DB8-AEE7-F5D072333C49}" srcOrd="2" destOrd="0" presId="urn:microsoft.com/office/officeart/2018/2/layout/IconVerticalSolidList"/>
    <dgm:cxn modelId="{E3E3F4B8-CD98-4F9C-8CCC-B76BDDBB7D39}" type="presParOf" srcId="{F6698B84-E337-4DB8-AEE7-F5D072333C49}" destId="{74D088EF-F695-4883-A137-03E1F3E2AA9C}" srcOrd="0" destOrd="0" presId="urn:microsoft.com/office/officeart/2018/2/layout/IconVerticalSolidList"/>
    <dgm:cxn modelId="{CFD2472A-4C00-4EBA-BD6C-AFCFE5368C41}" type="presParOf" srcId="{F6698B84-E337-4DB8-AEE7-F5D072333C49}" destId="{837DD036-8E6A-4B75-9A64-4DE088F902AF}" srcOrd="1" destOrd="0" presId="urn:microsoft.com/office/officeart/2018/2/layout/IconVerticalSolidList"/>
    <dgm:cxn modelId="{0E93AF8D-40F3-43E1-B9A9-CEA38F0534EC}" type="presParOf" srcId="{F6698B84-E337-4DB8-AEE7-F5D072333C49}" destId="{973EFC25-4B70-493B-BCCC-385AB71F4916}" srcOrd="2" destOrd="0" presId="urn:microsoft.com/office/officeart/2018/2/layout/IconVerticalSolidList"/>
    <dgm:cxn modelId="{F6873E4D-4AE9-470F-919C-8F45BE4FDA2D}" type="presParOf" srcId="{F6698B84-E337-4DB8-AEE7-F5D072333C49}" destId="{837AB820-246F-456F-865C-2DB4F11F6C4A}" srcOrd="3" destOrd="0" presId="urn:microsoft.com/office/officeart/2018/2/layout/IconVerticalSolidList"/>
    <dgm:cxn modelId="{D6B2FF06-C651-4962-AE9D-9D78C7A2A6B3}" type="presParOf" srcId="{F6698B84-E337-4DB8-AEE7-F5D072333C49}" destId="{C4C389E1-618F-4441-B03B-3377DBAD5555}" srcOrd="4" destOrd="0" presId="urn:microsoft.com/office/officeart/2018/2/layout/IconVerticalSolidList"/>
    <dgm:cxn modelId="{4609C29E-9033-403B-80AB-55B715CCE372}" type="presParOf" srcId="{DFB30FDD-8267-4593-B727-53B02D80F36E}" destId="{821A66A2-F7A3-4635-8160-1481F9961EED}" srcOrd="3" destOrd="0" presId="urn:microsoft.com/office/officeart/2018/2/layout/IconVerticalSolidList"/>
    <dgm:cxn modelId="{F3BB72FA-1B20-41A8-B73F-FD6D83BDED29}" type="presParOf" srcId="{DFB30FDD-8267-4593-B727-53B02D80F36E}" destId="{D2ED739D-5328-45D7-AD6C-C85D3D28D907}" srcOrd="4" destOrd="0" presId="urn:microsoft.com/office/officeart/2018/2/layout/IconVerticalSolidList"/>
    <dgm:cxn modelId="{07C7D6B7-CF33-42B4-904A-37B898227D03}" type="presParOf" srcId="{D2ED739D-5328-45D7-AD6C-C85D3D28D907}" destId="{A3BBC5BE-3C29-4F41-ADF2-07CF8DDA4B01}" srcOrd="0" destOrd="0" presId="urn:microsoft.com/office/officeart/2018/2/layout/IconVerticalSolidList"/>
    <dgm:cxn modelId="{02E9DA34-CDCD-4009-AED9-0ABB65D18816}" type="presParOf" srcId="{D2ED739D-5328-45D7-AD6C-C85D3D28D907}" destId="{E642AA8F-B0A3-4F34-83A3-4FB7CE23696E}" srcOrd="1" destOrd="0" presId="urn:microsoft.com/office/officeart/2018/2/layout/IconVerticalSolidList"/>
    <dgm:cxn modelId="{46D69174-BE7F-4C7D-A439-6D8A2CDA37DA}" type="presParOf" srcId="{D2ED739D-5328-45D7-AD6C-C85D3D28D907}" destId="{95E9CF84-4ED4-4B28-9A4C-7AB44DECEA47}" srcOrd="2" destOrd="0" presId="urn:microsoft.com/office/officeart/2018/2/layout/IconVerticalSolidList"/>
    <dgm:cxn modelId="{EA21027E-FD01-4F9E-963A-7D3DC3DADA71}" type="presParOf" srcId="{D2ED739D-5328-45D7-AD6C-C85D3D28D907}" destId="{D7F9D5B8-6C98-4CBD-BEFB-D1E130A87BF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8E7C66-B21B-4D76-8BAF-FE0990BC6153}" type="doc">
      <dgm:prSet loTypeId="urn:microsoft.com/office/officeart/2016/7/layout/VerticalDownArrowProcess" loCatId="process" qsTypeId="urn:microsoft.com/office/officeart/2005/8/quickstyle/simple2" qsCatId="simple" csTypeId="urn:microsoft.com/office/officeart/2005/8/colors/accent6_4" csCatId="accent6"/>
      <dgm:spPr/>
      <dgm:t>
        <a:bodyPr/>
        <a:lstStyle/>
        <a:p>
          <a:endParaRPr lang="en-US"/>
        </a:p>
      </dgm:t>
    </dgm:pt>
    <dgm:pt modelId="{0467B132-998C-4541-8ED9-C6132C392AAB}">
      <dgm:prSet/>
      <dgm:spPr/>
      <dgm:t>
        <a:bodyPr/>
        <a:lstStyle/>
        <a:p>
          <a:r>
            <a:rPr lang="en-US"/>
            <a:t>Identify</a:t>
          </a:r>
        </a:p>
      </dgm:t>
    </dgm:pt>
    <dgm:pt modelId="{9E9627E0-F01B-4F7B-8EFD-CBD189DB9DA9}" type="parTrans" cxnId="{EF2E2CE2-D646-4C56-AF5F-204775BF5D6D}">
      <dgm:prSet/>
      <dgm:spPr/>
      <dgm:t>
        <a:bodyPr/>
        <a:lstStyle/>
        <a:p>
          <a:endParaRPr lang="en-US"/>
        </a:p>
      </dgm:t>
    </dgm:pt>
    <dgm:pt modelId="{7EF9D2A6-5C86-4EAB-969C-1195CCF4617C}" type="sibTrans" cxnId="{EF2E2CE2-D646-4C56-AF5F-204775BF5D6D}">
      <dgm:prSet/>
      <dgm:spPr/>
      <dgm:t>
        <a:bodyPr/>
        <a:lstStyle/>
        <a:p>
          <a:endParaRPr lang="en-US"/>
        </a:p>
      </dgm:t>
    </dgm:pt>
    <dgm:pt modelId="{B03AB9AE-FE6D-4AC2-97D9-A81A41BEB454}">
      <dgm:prSet custT="1"/>
      <dgm:spPr/>
      <dgm:t>
        <a:bodyPr/>
        <a:lstStyle/>
        <a:p>
          <a:r>
            <a:rPr lang="en-US" sz="1800"/>
            <a:t>Identify the type of data you are seeking, the information you are looking for, and the urgency level of the examination </a:t>
          </a:r>
        </a:p>
      </dgm:t>
    </dgm:pt>
    <dgm:pt modelId="{9455F169-1B9A-4324-B294-64A073A20789}" type="parTrans" cxnId="{A2873A58-28D6-4ED8-BCCF-BFB46ABF193C}">
      <dgm:prSet/>
      <dgm:spPr/>
      <dgm:t>
        <a:bodyPr/>
        <a:lstStyle/>
        <a:p>
          <a:endParaRPr lang="en-US"/>
        </a:p>
      </dgm:t>
    </dgm:pt>
    <dgm:pt modelId="{D20B91A4-390D-46EC-B242-A2A5BEA5BC43}" type="sibTrans" cxnId="{A2873A58-28D6-4ED8-BCCF-BFB46ABF193C}">
      <dgm:prSet/>
      <dgm:spPr/>
      <dgm:t>
        <a:bodyPr/>
        <a:lstStyle/>
        <a:p>
          <a:endParaRPr lang="en-US"/>
        </a:p>
      </dgm:t>
    </dgm:pt>
    <dgm:pt modelId="{436F95B2-BCA0-47E0-902D-D455AE98479E}">
      <dgm:prSet/>
      <dgm:spPr/>
      <dgm:t>
        <a:bodyPr/>
        <a:lstStyle/>
        <a:p>
          <a:r>
            <a:rPr lang="en-US"/>
            <a:t>Secure</a:t>
          </a:r>
        </a:p>
      </dgm:t>
    </dgm:pt>
    <dgm:pt modelId="{6C9102A4-04F7-47C2-9339-2A4B82CCD458}" type="parTrans" cxnId="{C07BD19F-F487-4A66-82DB-A0CF2016B867}">
      <dgm:prSet/>
      <dgm:spPr/>
      <dgm:t>
        <a:bodyPr/>
        <a:lstStyle/>
        <a:p>
          <a:endParaRPr lang="en-US"/>
        </a:p>
      </dgm:t>
    </dgm:pt>
    <dgm:pt modelId="{45D220B9-0E3C-47E8-9F2B-52B533046829}" type="sibTrans" cxnId="{C07BD19F-F487-4A66-82DB-A0CF2016B867}">
      <dgm:prSet/>
      <dgm:spPr/>
      <dgm:t>
        <a:bodyPr/>
        <a:lstStyle/>
        <a:p>
          <a:endParaRPr lang="en-US"/>
        </a:p>
      </dgm:t>
    </dgm:pt>
    <dgm:pt modelId="{7A19287E-B735-4827-B77A-0C7809D16B4A}">
      <dgm:prSet custT="1"/>
      <dgm:spPr/>
      <dgm:t>
        <a:bodyPr/>
        <a:lstStyle/>
        <a:p>
          <a:r>
            <a:rPr lang="en-US" sz="1800" dirty="0"/>
            <a:t>Secure any relevant media –including hard drives, laptops, cell phones, CD-ROMs, DVDs, USB drives, and MP3 players –the subject may have used</a:t>
          </a:r>
        </a:p>
      </dgm:t>
    </dgm:pt>
    <dgm:pt modelId="{E05927FB-9D79-42E0-A0DB-060302AA43D1}" type="parTrans" cxnId="{C813E408-E7FC-48FA-ABE4-287A5C372DF3}">
      <dgm:prSet/>
      <dgm:spPr/>
      <dgm:t>
        <a:bodyPr/>
        <a:lstStyle/>
        <a:p>
          <a:endParaRPr lang="en-US"/>
        </a:p>
      </dgm:t>
    </dgm:pt>
    <dgm:pt modelId="{EAE606F5-AE67-4093-8DE3-B304178FEB48}" type="sibTrans" cxnId="{C813E408-E7FC-48FA-ABE4-287A5C372DF3}">
      <dgm:prSet/>
      <dgm:spPr/>
      <dgm:t>
        <a:bodyPr/>
        <a:lstStyle/>
        <a:p>
          <a:endParaRPr lang="en-US"/>
        </a:p>
      </dgm:t>
    </dgm:pt>
    <dgm:pt modelId="{9A985291-45B4-448A-868A-4E51048FB099}">
      <dgm:prSet/>
      <dgm:spPr/>
      <dgm:t>
        <a:bodyPr/>
        <a:lstStyle/>
        <a:p>
          <a:r>
            <a:rPr lang="en-US"/>
            <a:t>Initialize</a:t>
          </a:r>
        </a:p>
      </dgm:t>
    </dgm:pt>
    <dgm:pt modelId="{0CEB2795-31C5-4D5D-80AF-57F08A0641EA}" type="parTrans" cxnId="{609BD2AA-3D70-404B-BB86-6E7AE8C12A06}">
      <dgm:prSet/>
      <dgm:spPr/>
      <dgm:t>
        <a:bodyPr/>
        <a:lstStyle/>
        <a:p>
          <a:endParaRPr lang="en-US"/>
        </a:p>
      </dgm:t>
    </dgm:pt>
    <dgm:pt modelId="{F46D6D67-4BD9-469D-8485-D4A3683FEEBC}" type="sibTrans" cxnId="{609BD2AA-3D70-404B-BB86-6E7AE8C12A06}">
      <dgm:prSet/>
      <dgm:spPr/>
      <dgm:t>
        <a:bodyPr/>
        <a:lstStyle/>
        <a:p>
          <a:endParaRPr lang="en-US"/>
        </a:p>
      </dgm:t>
    </dgm:pt>
    <dgm:pt modelId="{BCD3DBF5-7937-490E-B0C9-463DA1A3CE36}">
      <dgm:prSet custT="1"/>
      <dgm:spPr/>
      <dgm:t>
        <a:bodyPr/>
        <a:lstStyle/>
        <a:p>
          <a:r>
            <a:rPr lang="en-US" sz="1800"/>
            <a:t>Initialize a "chain of custody" for each piece of original media, indicating where the media has been, whose possession it has been in, and the reason for that possession </a:t>
          </a:r>
        </a:p>
      </dgm:t>
    </dgm:pt>
    <dgm:pt modelId="{E11AC78D-FB9B-4A20-934A-00997D455D28}" type="parTrans" cxnId="{A8BC7DCD-8E36-4814-987B-510E3DBE9885}">
      <dgm:prSet/>
      <dgm:spPr/>
      <dgm:t>
        <a:bodyPr/>
        <a:lstStyle/>
        <a:p>
          <a:endParaRPr lang="en-US"/>
        </a:p>
      </dgm:t>
    </dgm:pt>
    <dgm:pt modelId="{9744FA40-0891-4000-B17E-0CBDE9ECA16F}" type="sibTrans" cxnId="{A8BC7DCD-8E36-4814-987B-510E3DBE9885}">
      <dgm:prSet/>
      <dgm:spPr/>
      <dgm:t>
        <a:bodyPr/>
        <a:lstStyle/>
        <a:p>
          <a:endParaRPr lang="en-US"/>
        </a:p>
      </dgm:t>
    </dgm:pt>
    <dgm:pt modelId="{28D767A9-4D8B-4A3C-AC38-CEAB1B577931}">
      <dgm:prSet/>
      <dgm:spPr/>
      <dgm:t>
        <a:bodyPr/>
        <a:lstStyle/>
        <a:p>
          <a:r>
            <a:rPr lang="en-US"/>
            <a:t>Note</a:t>
          </a:r>
        </a:p>
      </dgm:t>
    </dgm:pt>
    <dgm:pt modelId="{38898A4C-FCC0-4A15-AE57-BB4457657A01}" type="parTrans" cxnId="{6E640778-D371-405A-A82C-8288F66DD04E}">
      <dgm:prSet/>
      <dgm:spPr/>
      <dgm:t>
        <a:bodyPr/>
        <a:lstStyle/>
        <a:p>
          <a:endParaRPr lang="en-US"/>
        </a:p>
      </dgm:t>
    </dgm:pt>
    <dgm:pt modelId="{32BDEFC4-8E1A-4840-863C-C27AB6BBA633}" type="sibTrans" cxnId="{6E640778-D371-405A-A82C-8288F66DD04E}">
      <dgm:prSet/>
      <dgm:spPr/>
      <dgm:t>
        <a:bodyPr/>
        <a:lstStyle/>
        <a:p>
          <a:endParaRPr lang="en-US"/>
        </a:p>
      </dgm:t>
    </dgm:pt>
    <dgm:pt modelId="{4DDBDA1C-36D6-4EA9-A72D-09B1697813FA}">
      <dgm:prSet custT="1"/>
      <dgm:spPr/>
      <dgm:t>
        <a:bodyPr/>
        <a:lstStyle/>
        <a:p>
          <a:r>
            <a:rPr lang="en-US" sz="1800"/>
            <a:t>If a device was accessed before the forensic expert is able to secure a mirror image, note the user(s) that accessed it, what files they accessed, and when this occurred. </a:t>
          </a:r>
        </a:p>
      </dgm:t>
    </dgm:pt>
    <dgm:pt modelId="{5197577F-1BFC-4C8C-B512-7AE38343607F}" type="parTrans" cxnId="{86C084F9-53C8-4EDE-A0E3-8BBEB08D142E}">
      <dgm:prSet/>
      <dgm:spPr/>
      <dgm:t>
        <a:bodyPr/>
        <a:lstStyle/>
        <a:p>
          <a:endParaRPr lang="en-US"/>
        </a:p>
      </dgm:t>
    </dgm:pt>
    <dgm:pt modelId="{12F66CF5-1A1F-48D4-B609-EADAE5E19D25}" type="sibTrans" cxnId="{86C084F9-53C8-4EDE-A0E3-8BBEB08D142E}">
      <dgm:prSet/>
      <dgm:spPr/>
      <dgm:t>
        <a:bodyPr/>
        <a:lstStyle/>
        <a:p>
          <a:endParaRPr lang="en-US"/>
        </a:p>
      </dgm:t>
    </dgm:pt>
    <dgm:pt modelId="{D3A36AA3-9DFE-4369-B651-5E8133D5DD20}" type="pres">
      <dgm:prSet presAssocID="{D48E7C66-B21B-4D76-8BAF-FE0990BC6153}" presName="Name0" presStyleCnt="0">
        <dgm:presLayoutVars>
          <dgm:dir/>
          <dgm:animLvl val="lvl"/>
          <dgm:resizeHandles val="exact"/>
        </dgm:presLayoutVars>
      </dgm:prSet>
      <dgm:spPr/>
    </dgm:pt>
    <dgm:pt modelId="{078E5660-6FF1-43F0-BD07-7FD95D0B6EA5}" type="pres">
      <dgm:prSet presAssocID="{28D767A9-4D8B-4A3C-AC38-CEAB1B577931}" presName="boxAndChildren" presStyleCnt="0"/>
      <dgm:spPr/>
    </dgm:pt>
    <dgm:pt modelId="{ECD710F2-4307-4BB2-A1D8-5A9A0C7705F6}" type="pres">
      <dgm:prSet presAssocID="{28D767A9-4D8B-4A3C-AC38-CEAB1B577931}" presName="parentTextBox" presStyleLbl="alignNode1" presStyleIdx="0" presStyleCnt="4"/>
      <dgm:spPr/>
    </dgm:pt>
    <dgm:pt modelId="{1FA7AA08-11B6-47C3-AB86-30F1E0EEF51A}" type="pres">
      <dgm:prSet presAssocID="{28D767A9-4D8B-4A3C-AC38-CEAB1B577931}" presName="descendantBox" presStyleLbl="bgAccFollowNode1" presStyleIdx="0" presStyleCnt="4"/>
      <dgm:spPr/>
    </dgm:pt>
    <dgm:pt modelId="{3910156E-7A13-4CEB-BDD6-67D5092D44C7}" type="pres">
      <dgm:prSet presAssocID="{F46D6D67-4BD9-469D-8485-D4A3683FEEBC}" presName="sp" presStyleCnt="0"/>
      <dgm:spPr/>
    </dgm:pt>
    <dgm:pt modelId="{C2D41C5C-160F-4634-8773-13B9151FFFF0}" type="pres">
      <dgm:prSet presAssocID="{9A985291-45B4-448A-868A-4E51048FB099}" presName="arrowAndChildren" presStyleCnt="0"/>
      <dgm:spPr/>
    </dgm:pt>
    <dgm:pt modelId="{FB00398D-7303-42D7-9AF0-E0114922D723}" type="pres">
      <dgm:prSet presAssocID="{9A985291-45B4-448A-868A-4E51048FB099}" presName="parentTextArrow" presStyleLbl="node1" presStyleIdx="0" presStyleCnt="0"/>
      <dgm:spPr/>
    </dgm:pt>
    <dgm:pt modelId="{07D30700-DEC6-4489-81CD-1DB27E18BFBC}" type="pres">
      <dgm:prSet presAssocID="{9A985291-45B4-448A-868A-4E51048FB099}" presName="arrow" presStyleLbl="alignNode1" presStyleIdx="1" presStyleCnt="4"/>
      <dgm:spPr/>
    </dgm:pt>
    <dgm:pt modelId="{2F0EF650-E331-480C-B1B7-3160D7F55F8B}" type="pres">
      <dgm:prSet presAssocID="{9A985291-45B4-448A-868A-4E51048FB099}" presName="descendantArrow" presStyleLbl="bgAccFollowNode1" presStyleIdx="1" presStyleCnt="4"/>
      <dgm:spPr/>
    </dgm:pt>
    <dgm:pt modelId="{E6738C06-D3C2-4794-A5C9-13D5AE06E7AE}" type="pres">
      <dgm:prSet presAssocID="{45D220B9-0E3C-47E8-9F2B-52B533046829}" presName="sp" presStyleCnt="0"/>
      <dgm:spPr/>
    </dgm:pt>
    <dgm:pt modelId="{AF19A2D1-E1E4-4785-A30A-D7ACA90CC2ED}" type="pres">
      <dgm:prSet presAssocID="{436F95B2-BCA0-47E0-902D-D455AE98479E}" presName="arrowAndChildren" presStyleCnt="0"/>
      <dgm:spPr/>
    </dgm:pt>
    <dgm:pt modelId="{00C9B649-14FF-4F70-B2C1-9FA0E407D660}" type="pres">
      <dgm:prSet presAssocID="{436F95B2-BCA0-47E0-902D-D455AE98479E}" presName="parentTextArrow" presStyleLbl="node1" presStyleIdx="0" presStyleCnt="0"/>
      <dgm:spPr/>
    </dgm:pt>
    <dgm:pt modelId="{9B185A05-7162-41E6-9346-3FCE9E7BDD4F}" type="pres">
      <dgm:prSet presAssocID="{436F95B2-BCA0-47E0-902D-D455AE98479E}" presName="arrow" presStyleLbl="alignNode1" presStyleIdx="2" presStyleCnt="4"/>
      <dgm:spPr/>
    </dgm:pt>
    <dgm:pt modelId="{614E3C5D-8570-4AEA-AA05-8EE63B38FAE7}" type="pres">
      <dgm:prSet presAssocID="{436F95B2-BCA0-47E0-902D-D455AE98479E}" presName="descendantArrow" presStyleLbl="bgAccFollowNode1" presStyleIdx="2" presStyleCnt="4"/>
      <dgm:spPr/>
    </dgm:pt>
    <dgm:pt modelId="{06A3EF62-A500-4760-9E14-2ED73D245EA9}" type="pres">
      <dgm:prSet presAssocID="{7EF9D2A6-5C86-4EAB-969C-1195CCF4617C}" presName="sp" presStyleCnt="0"/>
      <dgm:spPr/>
    </dgm:pt>
    <dgm:pt modelId="{1AD781C3-C851-44E3-81BA-2D8AD9425EB1}" type="pres">
      <dgm:prSet presAssocID="{0467B132-998C-4541-8ED9-C6132C392AAB}" presName="arrowAndChildren" presStyleCnt="0"/>
      <dgm:spPr/>
    </dgm:pt>
    <dgm:pt modelId="{056574A4-31FF-4A25-9A65-945DD09C2E95}" type="pres">
      <dgm:prSet presAssocID="{0467B132-998C-4541-8ED9-C6132C392AAB}" presName="parentTextArrow" presStyleLbl="node1" presStyleIdx="0" presStyleCnt="0"/>
      <dgm:spPr/>
    </dgm:pt>
    <dgm:pt modelId="{25836696-E549-4221-8988-5F8AA61BC1A3}" type="pres">
      <dgm:prSet presAssocID="{0467B132-998C-4541-8ED9-C6132C392AAB}" presName="arrow" presStyleLbl="alignNode1" presStyleIdx="3" presStyleCnt="4"/>
      <dgm:spPr/>
    </dgm:pt>
    <dgm:pt modelId="{307471C4-4695-4272-96A9-F45548EF71F2}" type="pres">
      <dgm:prSet presAssocID="{0467B132-998C-4541-8ED9-C6132C392AAB}" presName="descendantArrow" presStyleLbl="bgAccFollowNode1" presStyleIdx="3" presStyleCnt="4"/>
      <dgm:spPr/>
    </dgm:pt>
  </dgm:ptLst>
  <dgm:cxnLst>
    <dgm:cxn modelId="{C813E408-E7FC-48FA-ABE4-287A5C372DF3}" srcId="{436F95B2-BCA0-47E0-902D-D455AE98479E}" destId="{7A19287E-B735-4827-B77A-0C7809D16B4A}" srcOrd="0" destOrd="0" parTransId="{E05927FB-9D79-42E0-A0DB-060302AA43D1}" sibTransId="{EAE606F5-AE67-4093-8DE3-B304178FEB48}"/>
    <dgm:cxn modelId="{5197E210-9D46-4E29-B314-16D38E7F9F86}" type="presOf" srcId="{7A19287E-B735-4827-B77A-0C7809D16B4A}" destId="{614E3C5D-8570-4AEA-AA05-8EE63B38FAE7}" srcOrd="0" destOrd="0" presId="urn:microsoft.com/office/officeart/2016/7/layout/VerticalDownArrowProcess"/>
    <dgm:cxn modelId="{D25CF617-EA7F-422C-988A-2C8B4BD15516}" type="presOf" srcId="{9A985291-45B4-448A-868A-4E51048FB099}" destId="{07D30700-DEC6-4489-81CD-1DB27E18BFBC}" srcOrd="1" destOrd="0" presId="urn:microsoft.com/office/officeart/2016/7/layout/VerticalDownArrowProcess"/>
    <dgm:cxn modelId="{2FDD2424-840B-420F-906D-301D7E607E35}" type="presOf" srcId="{0467B132-998C-4541-8ED9-C6132C392AAB}" destId="{25836696-E549-4221-8988-5F8AA61BC1A3}" srcOrd="1" destOrd="0" presId="urn:microsoft.com/office/officeart/2016/7/layout/VerticalDownArrowProcess"/>
    <dgm:cxn modelId="{E8AADA40-59AA-4EF2-B021-0B7CCDEFEF51}" type="presOf" srcId="{9A985291-45B4-448A-868A-4E51048FB099}" destId="{FB00398D-7303-42D7-9AF0-E0114922D723}" srcOrd="0" destOrd="0" presId="urn:microsoft.com/office/officeart/2016/7/layout/VerticalDownArrowProcess"/>
    <dgm:cxn modelId="{C86EA457-42A8-4971-9341-6C95B32358A7}" type="presOf" srcId="{28D767A9-4D8B-4A3C-AC38-CEAB1B577931}" destId="{ECD710F2-4307-4BB2-A1D8-5A9A0C7705F6}" srcOrd="0" destOrd="0" presId="urn:microsoft.com/office/officeart/2016/7/layout/VerticalDownArrowProcess"/>
    <dgm:cxn modelId="{6E640778-D371-405A-A82C-8288F66DD04E}" srcId="{D48E7C66-B21B-4D76-8BAF-FE0990BC6153}" destId="{28D767A9-4D8B-4A3C-AC38-CEAB1B577931}" srcOrd="3" destOrd="0" parTransId="{38898A4C-FCC0-4A15-AE57-BB4457657A01}" sibTransId="{32BDEFC4-8E1A-4840-863C-C27AB6BBA633}"/>
    <dgm:cxn modelId="{A2873A58-28D6-4ED8-BCCF-BFB46ABF193C}" srcId="{0467B132-998C-4541-8ED9-C6132C392AAB}" destId="{B03AB9AE-FE6D-4AC2-97D9-A81A41BEB454}" srcOrd="0" destOrd="0" parTransId="{9455F169-1B9A-4324-B294-64A073A20789}" sibTransId="{D20B91A4-390D-46EC-B242-A2A5BEA5BC43}"/>
    <dgm:cxn modelId="{12B1208A-E61B-4EC4-9C1C-2A9472585ED8}" type="presOf" srcId="{D48E7C66-B21B-4D76-8BAF-FE0990BC6153}" destId="{D3A36AA3-9DFE-4369-B651-5E8133D5DD20}" srcOrd="0" destOrd="0" presId="urn:microsoft.com/office/officeart/2016/7/layout/VerticalDownArrowProcess"/>
    <dgm:cxn modelId="{DF823B8E-F08C-48EA-B99D-10D399B64D23}" type="presOf" srcId="{436F95B2-BCA0-47E0-902D-D455AE98479E}" destId="{9B185A05-7162-41E6-9346-3FCE9E7BDD4F}" srcOrd="1" destOrd="0" presId="urn:microsoft.com/office/officeart/2016/7/layout/VerticalDownArrowProcess"/>
    <dgm:cxn modelId="{4E345E9B-8E95-42C4-B578-87945EAB6D14}" type="presOf" srcId="{BCD3DBF5-7937-490E-B0C9-463DA1A3CE36}" destId="{2F0EF650-E331-480C-B1B7-3160D7F55F8B}" srcOrd="0" destOrd="0" presId="urn:microsoft.com/office/officeart/2016/7/layout/VerticalDownArrowProcess"/>
    <dgm:cxn modelId="{5773AE9E-6012-4519-B883-B1EA5675AD60}" type="presOf" srcId="{0467B132-998C-4541-8ED9-C6132C392AAB}" destId="{056574A4-31FF-4A25-9A65-945DD09C2E95}" srcOrd="0" destOrd="0" presId="urn:microsoft.com/office/officeart/2016/7/layout/VerticalDownArrowProcess"/>
    <dgm:cxn modelId="{C07BD19F-F487-4A66-82DB-A0CF2016B867}" srcId="{D48E7C66-B21B-4D76-8BAF-FE0990BC6153}" destId="{436F95B2-BCA0-47E0-902D-D455AE98479E}" srcOrd="1" destOrd="0" parTransId="{6C9102A4-04F7-47C2-9339-2A4B82CCD458}" sibTransId="{45D220B9-0E3C-47E8-9F2B-52B533046829}"/>
    <dgm:cxn modelId="{609BD2AA-3D70-404B-BB86-6E7AE8C12A06}" srcId="{D48E7C66-B21B-4D76-8BAF-FE0990BC6153}" destId="{9A985291-45B4-448A-868A-4E51048FB099}" srcOrd="2" destOrd="0" parTransId="{0CEB2795-31C5-4D5D-80AF-57F08A0641EA}" sibTransId="{F46D6D67-4BD9-469D-8485-D4A3683FEEBC}"/>
    <dgm:cxn modelId="{534794B8-A34E-4011-A157-585F66642015}" type="presOf" srcId="{436F95B2-BCA0-47E0-902D-D455AE98479E}" destId="{00C9B649-14FF-4F70-B2C1-9FA0E407D660}" srcOrd="0" destOrd="0" presId="urn:microsoft.com/office/officeart/2016/7/layout/VerticalDownArrowProcess"/>
    <dgm:cxn modelId="{CD28D9BF-59AD-4FA3-A78B-E8E534C0944C}" type="presOf" srcId="{4DDBDA1C-36D6-4EA9-A72D-09B1697813FA}" destId="{1FA7AA08-11B6-47C3-AB86-30F1E0EEF51A}" srcOrd="0" destOrd="0" presId="urn:microsoft.com/office/officeart/2016/7/layout/VerticalDownArrowProcess"/>
    <dgm:cxn modelId="{4A2CECC4-3797-42B7-9131-10FEEBF4D0A9}" type="presOf" srcId="{B03AB9AE-FE6D-4AC2-97D9-A81A41BEB454}" destId="{307471C4-4695-4272-96A9-F45548EF71F2}" srcOrd="0" destOrd="0" presId="urn:microsoft.com/office/officeart/2016/7/layout/VerticalDownArrowProcess"/>
    <dgm:cxn modelId="{A8BC7DCD-8E36-4814-987B-510E3DBE9885}" srcId="{9A985291-45B4-448A-868A-4E51048FB099}" destId="{BCD3DBF5-7937-490E-B0C9-463DA1A3CE36}" srcOrd="0" destOrd="0" parTransId="{E11AC78D-FB9B-4A20-934A-00997D455D28}" sibTransId="{9744FA40-0891-4000-B17E-0CBDE9ECA16F}"/>
    <dgm:cxn modelId="{EF2E2CE2-D646-4C56-AF5F-204775BF5D6D}" srcId="{D48E7C66-B21B-4D76-8BAF-FE0990BC6153}" destId="{0467B132-998C-4541-8ED9-C6132C392AAB}" srcOrd="0" destOrd="0" parTransId="{9E9627E0-F01B-4F7B-8EFD-CBD189DB9DA9}" sibTransId="{7EF9D2A6-5C86-4EAB-969C-1195CCF4617C}"/>
    <dgm:cxn modelId="{86C084F9-53C8-4EDE-A0E3-8BBEB08D142E}" srcId="{28D767A9-4D8B-4A3C-AC38-CEAB1B577931}" destId="{4DDBDA1C-36D6-4EA9-A72D-09B1697813FA}" srcOrd="0" destOrd="0" parTransId="{5197577F-1BFC-4C8C-B512-7AE38343607F}" sibTransId="{12F66CF5-1A1F-48D4-B609-EADAE5E19D25}"/>
    <dgm:cxn modelId="{669B9B31-49C8-4256-B6CF-9F014EDE7FF1}" type="presParOf" srcId="{D3A36AA3-9DFE-4369-B651-5E8133D5DD20}" destId="{078E5660-6FF1-43F0-BD07-7FD95D0B6EA5}" srcOrd="0" destOrd="0" presId="urn:microsoft.com/office/officeart/2016/7/layout/VerticalDownArrowProcess"/>
    <dgm:cxn modelId="{4A0F4046-8AEA-4463-8CEE-2035F952B9AE}" type="presParOf" srcId="{078E5660-6FF1-43F0-BD07-7FD95D0B6EA5}" destId="{ECD710F2-4307-4BB2-A1D8-5A9A0C7705F6}" srcOrd="0" destOrd="0" presId="urn:microsoft.com/office/officeart/2016/7/layout/VerticalDownArrowProcess"/>
    <dgm:cxn modelId="{DB2CA0D6-84CD-40F8-A9ED-D1E3337AD7D9}" type="presParOf" srcId="{078E5660-6FF1-43F0-BD07-7FD95D0B6EA5}" destId="{1FA7AA08-11B6-47C3-AB86-30F1E0EEF51A}" srcOrd="1" destOrd="0" presId="urn:microsoft.com/office/officeart/2016/7/layout/VerticalDownArrowProcess"/>
    <dgm:cxn modelId="{4A37CA5A-374C-4ADE-825D-E4F620C52298}" type="presParOf" srcId="{D3A36AA3-9DFE-4369-B651-5E8133D5DD20}" destId="{3910156E-7A13-4CEB-BDD6-67D5092D44C7}" srcOrd="1" destOrd="0" presId="urn:microsoft.com/office/officeart/2016/7/layout/VerticalDownArrowProcess"/>
    <dgm:cxn modelId="{51242FEE-A842-4CFC-9715-7197A947BB6D}" type="presParOf" srcId="{D3A36AA3-9DFE-4369-B651-5E8133D5DD20}" destId="{C2D41C5C-160F-4634-8773-13B9151FFFF0}" srcOrd="2" destOrd="0" presId="urn:microsoft.com/office/officeart/2016/7/layout/VerticalDownArrowProcess"/>
    <dgm:cxn modelId="{2B2C64BF-0E24-4865-8289-D401B18306A9}" type="presParOf" srcId="{C2D41C5C-160F-4634-8773-13B9151FFFF0}" destId="{FB00398D-7303-42D7-9AF0-E0114922D723}" srcOrd="0" destOrd="0" presId="urn:microsoft.com/office/officeart/2016/7/layout/VerticalDownArrowProcess"/>
    <dgm:cxn modelId="{6FA832F9-C668-442E-A5F5-85BB1031E6E5}" type="presParOf" srcId="{C2D41C5C-160F-4634-8773-13B9151FFFF0}" destId="{07D30700-DEC6-4489-81CD-1DB27E18BFBC}" srcOrd="1" destOrd="0" presId="urn:microsoft.com/office/officeart/2016/7/layout/VerticalDownArrowProcess"/>
    <dgm:cxn modelId="{2194D1D6-EE80-4FC1-840D-34213168F79E}" type="presParOf" srcId="{C2D41C5C-160F-4634-8773-13B9151FFFF0}" destId="{2F0EF650-E331-480C-B1B7-3160D7F55F8B}" srcOrd="2" destOrd="0" presId="urn:microsoft.com/office/officeart/2016/7/layout/VerticalDownArrowProcess"/>
    <dgm:cxn modelId="{012A06A1-38E5-4C51-86EE-82AB156677F3}" type="presParOf" srcId="{D3A36AA3-9DFE-4369-B651-5E8133D5DD20}" destId="{E6738C06-D3C2-4794-A5C9-13D5AE06E7AE}" srcOrd="3" destOrd="0" presId="urn:microsoft.com/office/officeart/2016/7/layout/VerticalDownArrowProcess"/>
    <dgm:cxn modelId="{4CC62601-79DD-447A-8639-E577E195EDEC}" type="presParOf" srcId="{D3A36AA3-9DFE-4369-B651-5E8133D5DD20}" destId="{AF19A2D1-E1E4-4785-A30A-D7ACA90CC2ED}" srcOrd="4" destOrd="0" presId="urn:microsoft.com/office/officeart/2016/7/layout/VerticalDownArrowProcess"/>
    <dgm:cxn modelId="{9569E61B-D7F0-4808-B4E7-320F8756872C}" type="presParOf" srcId="{AF19A2D1-E1E4-4785-A30A-D7ACA90CC2ED}" destId="{00C9B649-14FF-4F70-B2C1-9FA0E407D660}" srcOrd="0" destOrd="0" presId="urn:microsoft.com/office/officeart/2016/7/layout/VerticalDownArrowProcess"/>
    <dgm:cxn modelId="{D4629987-B933-4A41-BFBC-8631C09F3D90}" type="presParOf" srcId="{AF19A2D1-E1E4-4785-A30A-D7ACA90CC2ED}" destId="{9B185A05-7162-41E6-9346-3FCE9E7BDD4F}" srcOrd="1" destOrd="0" presId="urn:microsoft.com/office/officeart/2016/7/layout/VerticalDownArrowProcess"/>
    <dgm:cxn modelId="{0FF85EF8-D334-47D0-ACB7-2BE7454735CD}" type="presParOf" srcId="{AF19A2D1-E1E4-4785-A30A-D7ACA90CC2ED}" destId="{614E3C5D-8570-4AEA-AA05-8EE63B38FAE7}" srcOrd="2" destOrd="0" presId="urn:microsoft.com/office/officeart/2016/7/layout/VerticalDownArrowProcess"/>
    <dgm:cxn modelId="{4B71CA62-183A-4AD4-B6A9-CD31381E65B7}" type="presParOf" srcId="{D3A36AA3-9DFE-4369-B651-5E8133D5DD20}" destId="{06A3EF62-A500-4760-9E14-2ED73D245EA9}" srcOrd="5" destOrd="0" presId="urn:microsoft.com/office/officeart/2016/7/layout/VerticalDownArrowProcess"/>
    <dgm:cxn modelId="{B649F1C9-E501-4F59-A43F-2D745E4FF605}" type="presParOf" srcId="{D3A36AA3-9DFE-4369-B651-5E8133D5DD20}" destId="{1AD781C3-C851-44E3-81BA-2D8AD9425EB1}" srcOrd="6" destOrd="0" presId="urn:microsoft.com/office/officeart/2016/7/layout/VerticalDownArrowProcess"/>
    <dgm:cxn modelId="{95CDC6CA-AB70-4549-A08B-AB205D9FC3F8}" type="presParOf" srcId="{1AD781C3-C851-44E3-81BA-2D8AD9425EB1}" destId="{056574A4-31FF-4A25-9A65-945DD09C2E95}" srcOrd="0" destOrd="0" presId="urn:microsoft.com/office/officeart/2016/7/layout/VerticalDownArrowProcess"/>
    <dgm:cxn modelId="{494C762F-0FBA-458C-8149-574EB91CB348}" type="presParOf" srcId="{1AD781C3-C851-44E3-81BA-2D8AD9425EB1}" destId="{25836696-E549-4221-8988-5F8AA61BC1A3}" srcOrd="1" destOrd="0" presId="urn:microsoft.com/office/officeart/2016/7/layout/VerticalDownArrowProcess"/>
    <dgm:cxn modelId="{C44CA3BF-5CA4-4A49-9C9D-28BC32573D0D}" type="presParOf" srcId="{1AD781C3-C851-44E3-81BA-2D8AD9425EB1}" destId="{307471C4-4695-4272-96A9-F45548EF71F2}"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F6A67CE-B7AE-4544-B620-E417187BE75D}" type="doc">
      <dgm:prSet loTypeId="urn:microsoft.com/office/officeart/2016/7/layout/VerticalDownArrowProcess" loCatId="process" qsTypeId="urn:microsoft.com/office/officeart/2005/8/quickstyle/simple2" qsCatId="simple" csTypeId="urn:microsoft.com/office/officeart/2005/8/colors/accent6_3" csCatId="accent6"/>
      <dgm:spPr/>
      <dgm:t>
        <a:bodyPr/>
        <a:lstStyle/>
        <a:p>
          <a:endParaRPr lang="en-US"/>
        </a:p>
      </dgm:t>
    </dgm:pt>
    <dgm:pt modelId="{8ED1D3C2-BE80-45A4-B624-54A7B924C267}">
      <dgm:prSet/>
      <dgm:spPr/>
      <dgm:t>
        <a:bodyPr/>
        <a:lstStyle/>
        <a:p>
          <a:r>
            <a:rPr lang="en-US"/>
            <a:t>Obtain</a:t>
          </a:r>
        </a:p>
      </dgm:t>
    </dgm:pt>
    <dgm:pt modelId="{DBCB8CEC-82E8-4EC2-908F-575551457CCB}" type="parTrans" cxnId="{C8B67320-C8E3-4B3B-9C65-68C1E1872A16}">
      <dgm:prSet/>
      <dgm:spPr/>
      <dgm:t>
        <a:bodyPr/>
        <a:lstStyle/>
        <a:p>
          <a:endParaRPr lang="en-US"/>
        </a:p>
      </dgm:t>
    </dgm:pt>
    <dgm:pt modelId="{59492DF7-0CF8-4564-9719-04BCA8F1B3F3}" type="sibTrans" cxnId="{C8B67320-C8E3-4B3B-9C65-68C1E1872A16}">
      <dgm:prSet/>
      <dgm:spPr/>
      <dgm:t>
        <a:bodyPr/>
        <a:lstStyle/>
        <a:p>
          <a:endParaRPr lang="en-US"/>
        </a:p>
      </dgm:t>
    </dgm:pt>
    <dgm:pt modelId="{6CA30167-4B70-462E-9EE2-E2533296B384}">
      <dgm:prSet custT="1"/>
      <dgm:spPr/>
      <dgm:t>
        <a:bodyPr/>
        <a:lstStyle/>
        <a:p>
          <a:r>
            <a:rPr lang="en-US" sz="1800"/>
            <a:t>Obtain information about the computer hardware where the media was used, and the peripherals and the network to which it was connected</a:t>
          </a:r>
        </a:p>
      </dgm:t>
    </dgm:pt>
    <dgm:pt modelId="{371DBBB2-2E85-468B-AC66-B7B2A5542E30}" type="parTrans" cxnId="{36343BCD-33E6-4099-AF91-6CCAB4873323}">
      <dgm:prSet/>
      <dgm:spPr/>
      <dgm:t>
        <a:bodyPr/>
        <a:lstStyle/>
        <a:p>
          <a:endParaRPr lang="en-US"/>
        </a:p>
      </dgm:t>
    </dgm:pt>
    <dgm:pt modelId="{9A6CBD5B-C064-49EA-8E4F-700E7FBD867F}" type="sibTrans" cxnId="{36343BCD-33E6-4099-AF91-6CCAB4873323}">
      <dgm:prSet/>
      <dgm:spPr/>
      <dgm:t>
        <a:bodyPr/>
        <a:lstStyle/>
        <a:p>
          <a:endParaRPr lang="en-US"/>
        </a:p>
      </dgm:t>
    </dgm:pt>
    <dgm:pt modelId="{D4E1B1DD-848B-4857-AA84-65BE90010A17}">
      <dgm:prSet/>
      <dgm:spPr/>
      <dgm:t>
        <a:bodyPr/>
        <a:lstStyle/>
        <a:p>
          <a:r>
            <a:rPr lang="en-US"/>
            <a:t>Obtain</a:t>
          </a:r>
        </a:p>
      </dgm:t>
    </dgm:pt>
    <dgm:pt modelId="{46F262FD-876A-44B1-80F7-74F39269A2AE}" type="parTrans" cxnId="{1131CFB4-9DBA-44E8-BE46-7270A347AB94}">
      <dgm:prSet/>
      <dgm:spPr/>
      <dgm:t>
        <a:bodyPr/>
        <a:lstStyle/>
        <a:p>
          <a:endParaRPr lang="en-US"/>
        </a:p>
      </dgm:t>
    </dgm:pt>
    <dgm:pt modelId="{F3B2ECC0-3B2F-43F1-BBE5-4185AC42EE7E}" type="sibTrans" cxnId="{1131CFB4-9DBA-44E8-BE46-7270A347AB94}">
      <dgm:prSet/>
      <dgm:spPr/>
      <dgm:t>
        <a:bodyPr/>
        <a:lstStyle/>
        <a:p>
          <a:endParaRPr lang="en-US"/>
        </a:p>
      </dgm:t>
    </dgm:pt>
    <dgm:pt modelId="{A0106050-29DD-423B-A44E-04F27A623F66}">
      <dgm:prSet custT="1"/>
      <dgm:spPr/>
      <dgm:t>
        <a:bodyPr/>
        <a:lstStyle/>
        <a:p>
          <a:r>
            <a:rPr lang="en-US" sz="1800"/>
            <a:t>Obtain passwords to access encrypted or password-protected files, if possible</a:t>
          </a:r>
        </a:p>
      </dgm:t>
    </dgm:pt>
    <dgm:pt modelId="{206D1A55-E8B1-4D0A-B539-1A75C6F45B31}" type="parTrans" cxnId="{E34AEC9F-DA89-4899-9200-CB104E26561E}">
      <dgm:prSet/>
      <dgm:spPr/>
      <dgm:t>
        <a:bodyPr/>
        <a:lstStyle/>
        <a:p>
          <a:endParaRPr lang="en-US"/>
        </a:p>
      </dgm:t>
    </dgm:pt>
    <dgm:pt modelId="{186DE9BF-008B-41CB-A95D-9C09BD19174D}" type="sibTrans" cxnId="{E34AEC9F-DA89-4899-9200-CB104E26561E}">
      <dgm:prSet/>
      <dgm:spPr/>
      <dgm:t>
        <a:bodyPr/>
        <a:lstStyle/>
        <a:p>
          <a:endParaRPr lang="en-US"/>
        </a:p>
      </dgm:t>
    </dgm:pt>
    <dgm:pt modelId="{AEA153D2-FB0B-4EFE-8616-BADA039AAD94}">
      <dgm:prSet/>
      <dgm:spPr/>
      <dgm:t>
        <a:bodyPr/>
        <a:lstStyle/>
        <a:p>
          <a:r>
            <a:rPr lang="en-US"/>
            <a:t>Compile</a:t>
          </a:r>
        </a:p>
      </dgm:t>
    </dgm:pt>
    <dgm:pt modelId="{6B535509-1D57-442A-B4A0-27131191874C}" type="parTrans" cxnId="{51BFACCB-AE3A-4D84-8069-9AB03172B204}">
      <dgm:prSet/>
      <dgm:spPr/>
      <dgm:t>
        <a:bodyPr/>
        <a:lstStyle/>
        <a:p>
          <a:endParaRPr lang="en-US"/>
        </a:p>
      </dgm:t>
    </dgm:pt>
    <dgm:pt modelId="{61F3BF79-5EB5-4DF0-9119-87D35BF0DE39}" type="sibTrans" cxnId="{51BFACCB-AE3A-4D84-8069-9AB03172B204}">
      <dgm:prSet/>
      <dgm:spPr/>
      <dgm:t>
        <a:bodyPr/>
        <a:lstStyle/>
        <a:p>
          <a:endParaRPr lang="en-US"/>
        </a:p>
      </dgm:t>
    </dgm:pt>
    <dgm:pt modelId="{10FB6F8F-83CE-4591-BA12-AF9551B223B2}">
      <dgm:prSet custT="1"/>
      <dgm:spPr/>
      <dgm:t>
        <a:bodyPr/>
        <a:lstStyle/>
        <a:p>
          <a:r>
            <a:rPr lang="en-US" sz="1800"/>
            <a:t>Compile a list of names, e-mail addresses and other identifying information about those with whom the subject might have communicated</a:t>
          </a:r>
        </a:p>
      </dgm:t>
    </dgm:pt>
    <dgm:pt modelId="{6B8C000E-41CD-4741-90C8-9EF50F6F3E4E}" type="parTrans" cxnId="{1DE19CC9-8BD4-4DC6-9B11-130D4473221F}">
      <dgm:prSet/>
      <dgm:spPr/>
      <dgm:t>
        <a:bodyPr/>
        <a:lstStyle/>
        <a:p>
          <a:endParaRPr lang="en-US"/>
        </a:p>
      </dgm:t>
    </dgm:pt>
    <dgm:pt modelId="{EA350FC9-61A3-467D-95DE-A8B742EE04AA}" type="sibTrans" cxnId="{1DE19CC9-8BD4-4DC6-9B11-130D4473221F}">
      <dgm:prSet/>
      <dgm:spPr/>
      <dgm:t>
        <a:bodyPr/>
        <a:lstStyle/>
        <a:p>
          <a:endParaRPr lang="en-US"/>
        </a:p>
      </dgm:t>
    </dgm:pt>
    <dgm:pt modelId="{36CB7C85-89D0-4241-98FD-D34F794E5E8D}">
      <dgm:prSet/>
      <dgm:spPr/>
      <dgm:t>
        <a:bodyPr/>
        <a:lstStyle/>
        <a:p>
          <a:r>
            <a:rPr lang="en-US"/>
            <a:t>Develop</a:t>
          </a:r>
        </a:p>
      </dgm:t>
    </dgm:pt>
    <dgm:pt modelId="{A6A1163B-6553-4F6A-AA69-5B6380759C2E}" type="parTrans" cxnId="{FC479ED4-AD54-42B8-AD7F-97CB08443D09}">
      <dgm:prSet/>
      <dgm:spPr/>
      <dgm:t>
        <a:bodyPr/>
        <a:lstStyle/>
        <a:p>
          <a:endParaRPr lang="en-US"/>
        </a:p>
      </dgm:t>
    </dgm:pt>
    <dgm:pt modelId="{716BA42D-D31F-4034-9088-4CE490975F49}" type="sibTrans" cxnId="{FC479ED4-AD54-42B8-AD7F-97CB08443D09}">
      <dgm:prSet/>
      <dgm:spPr/>
      <dgm:t>
        <a:bodyPr/>
        <a:lstStyle/>
        <a:p>
          <a:endParaRPr lang="en-US"/>
        </a:p>
      </dgm:t>
    </dgm:pt>
    <dgm:pt modelId="{29B4ED27-D6E3-43E1-A4A0-8F4BC02C3B93}">
      <dgm:prSet custT="1"/>
      <dgm:spPr/>
      <dgm:t>
        <a:bodyPr/>
        <a:lstStyle/>
        <a:p>
          <a:r>
            <a:rPr lang="en-US" sz="1800"/>
            <a:t>Develop a list of key words or phrases to use when searching for relevant data</a:t>
          </a:r>
        </a:p>
      </dgm:t>
    </dgm:pt>
    <dgm:pt modelId="{D58DB65A-28BC-463C-86B3-DDD54393E922}" type="parTrans" cxnId="{EF2D1581-3A4B-4901-9E93-DDE0772BC379}">
      <dgm:prSet/>
      <dgm:spPr/>
      <dgm:t>
        <a:bodyPr/>
        <a:lstStyle/>
        <a:p>
          <a:endParaRPr lang="en-US"/>
        </a:p>
      </dgm:t>
    </dgm:pt>
    <dgm:pt modelId="{8AA450C6-4873-4828-952D-B07323328052}" type="sibTrans" cxnId="{EF2D1581-3A4B-4901-9E93-DDE0772BC379}">
      <dgm:prSet/>
      <dgm:spPr/>
      <dgm:t>
        <a:bodyPr/>
        <a:lstStyle/>
        <a:p>
          <a:endParaRPr lang="en-US"/>
        </a:p>
      </dgm:t>
    </dgm:pt>
    <dgm:pt modelId="{7C2C8ED4-DE5A-44DB-9343-917D43B556C7}" type="pres">
      <dgm:prSet presAssocID="{5F6A67CE-B7AE-4544-B620-E417187BE75D}" presName="Name0" presStyleCnt="0">
        <dgm:presLayoutVars>
          <dgm:dir/>
          <dgm:animLvl val="lvl"/>
          <dgm:resizeHandles val="exact"/>
        </dgm:presLayoutVars>
      </dgm:prSet>
      <dgm:spPr/>
    </dgm:pt>
    <dgm:pt modelId="{D13A2A60-215A-447B-82E1-4105E60FACB1}" type="pres">
      <dgm:prSet presAssocID="{36CB7C85-89D0-4241-98FD-D34F794E5E8D}" presName="boxAndChildren" presStyleCnt="0"/>
      <dgm:spPr/>
    </dgm:pt>
    <dgm:pt modelId="{B91B5178-A436-4BDE-AB14-C4BFAA4421E5}" type="pres">
      <dgm:prSet presAssocID="{36CB7C85-89D0-4241-98FD-D34F794E5E8D}" presName="parentTextBox" presStyleLbl="alignNode1" presStyleIdx="0" presStyleCnt="4"/>
      <dgm:spPr/>
    </dgm:pt>
    <dgm:pt modelId="{D079FEA0-8A0D-481F-A137-90F4F8A375DF}" type="pres">
      <dgm:prSet presAssocID="{36CB7C85-89D0-4241-98FD-D34F794E5E8D}" presName="descendantBox" presStyleLbl="bgAccFollowNode1" presStyleIdx="0" presStyleCnt="4"/>
      <dgm:spPr/>
    </dgm:pt>
    <dgm:pt modelId="{58189B39-8E66-4541-BCFC-FC4BB9C93D67}" type="pres">
      <dgm:prSet presAssocID="{61F3BF79-5EB5-4DF0-9119-87D35BF0DE39}" presName="sp" presStyleCnt="0"/>
      <dgm:spPr/>
    </dgm:pt>
    <dgm:pt modelId="{3B00174E-8429-4E53-A362-A60BB7FBB889}" type="pres">
      <dgm:prSet presAssocID="{AEA153D2-FB0B-4EFE-8616-BADA039AAD94}" presName="arrowAndChildren" presStyleCnt="0"/>
      <dgm:spPr/>
    </dgm:pt>
    <dgm:pt modelId="{3BD88A7D-41F7-49FA-A4D8-6D6A585093A1}" type="pres">
      <dgm:prSet presAssocID="{AEA153D2-FB0B-4EFE-8616-BADA039AAD94}" presName="parentTextArrow" presStyleLbl="node1" presStyleIdx="0" presStyleCnt="0"/>
      <dgm:spPr/>
    </dgm:pt>
    <dgm:pt modelId="{BA76955E-DD41-4DC7-8DB3-94B404FEC540}" type="pres">
      <dgm:prSet presAssocID="{AEA153D2-FB0B-4EFE-8616-BADA039AAD94}" presName="arrow" presStyleLbl="alignNode1" presStyleIdx="1" presStyleCnt="4"/>
      <dgm:spPr/>
    </dgm:pt>
    <dgm:pt modelId="{95448200-5CDE-4119-94B1-25FB652E9D5A}" type="pres">
      <dgm:prSet presAssocID="{AEA153D2-FB0B-4EFE-8616-BADA039AAD94}" presName="descendantArrow" presStyleLbl="bgAccFollowNode1" presStyleIdx="1" presStyleCnt="4"/>
      <dgm:spPr/>
    </dgm:pt>
    <dgm:pt modelId="{8211A16D-6EE3-4694-B0E3-FF97CF1B5519}" type="pres">
      <dgm:prSet presAssocID="{F3B2ECC0-3B2F-43F1-BBE5-4185AC42EE7E}" presName="sp" presStyleCnt="0"/>
      <dgm:spPr/>
    </dgm:pt>
    <dgm:pt modelId="{34E90B73-8BCD-44AB-B0EE-8DCF305AAC54}" type="pres">
      <dgm:prSet presAssocID="{D4E1B1DD-848B-4857-AA84-65BE90010A17}" presName="arrowAndChildren" presStyleCnt="0"/>
      <dgm:spPr/>
    </dgm:pt>
    <dgm:pt modelId="{4B1851E9-49A7-472D-A9A0-9646E5305655}" type="pres">
      <dgm:prSet presAssocID="{D4E1B1DD-848B-4857-AA84-65BE90010A17}" presName="parentTextArrow" presStyleLbl="node1" presStyleIdx="0" presStyleCnt="0"/>
      <dgm:spPr/>
    </dgm:pt>
    <dgm:pt modelId="{D62BED39-49EB-45F3-A467-51B945598C08}" type="pres">
      <dgm:prSet presAssocID="{D4E1B1DD-848B-4857-AA84-65BE90010A17}" presName="arrow" presStyleLbl="alignNode1" presStyleIdx="2" presStyleCnt="4"/>
      <dgm:spPr/>
    </dgm:pt>
    <dgm:pt modelId="{FC7B5D52-4CFF-4F0C-ABF2-0A7860E3E1DE}" type="pres">
      <dgm:prSet presAssocID="{D4E1B1DD-848B-4857-AA84-65BE90010A17}" presName="descendantArrow" presStyleLbl="bgAccFollowNode1" presStyleIdx="2" presStyleCnt="4"/>
      <dgm:spPr/>
    </dgm:pt>
    <dgm:pt modelId="{C329E939-2E58-49B6-A3B1-C81058E5962E}" type="pres">
      <dgm:prSet presAssocID="{59492DF7-0CF8-4564-9719-04BCA8F1B3F3}" presName="sp" presStyleCnt="0"/>
      <dgm:spPr/>
    </dgm:pt>
    <dgm:pt modelId="{E8AC88D8-ECDB-46E8-84A3-68C916FCF8AB}" type="pres">
      <dgm:prSet presAssocID="{8ED1D3C2-BE80-45A4-B624-54A7B924C267}" presName="arrowAndChildren" presStyleCnt="0"/>
      <dgm:spPr/>
    </dgm:pt>
    <dgm:pt modelId="{CF88A6EE-D0B6-4C59-A08F-A5F2075AA52D}" type="pres">
      <dgm:prSet presAssocID="{8ED1D3C2-BE80-45A4-B624-54A7B924C267}" presName="parentTextArrow" presStyleLbl="node1" presStyleIdx="0" presStyleCnt="0"/>
      <dgm:spPr/>
    </dgm:pt>
    <dgm:pt modelId="{90AEA5F0-C90F-4D30-B318-1EA9D32D5F05}" type="pres">
      <dgm:prSet presAssocID="{8ED1D3C2-BE80-45A4-B624-54A7B924C267}" presName="arrow" presStyleLbl="alignNode1" presStyleIdx="3" presStyleCnt="4"/>
      <dgm:spPr/>
    </dgm:pt>
    <dgm:pt modelId="{0BD966BD-9173-4EE4-9E59-A82A8EE013EE}" type="pres">
      <dgm:prSet presAssocID="{8ED1D3C2-BE80-45A4-B624-54A7B924C267}" presName="descendantArrow" presStyleLbl="bgAccFollowNode1" presStyleIdx="3" presStyleCnt="4"/>
      <dgm:spPr/>
    </dgm:pt>
  </dgm:ptLst>
  <dgm:cxnLst>
    <dgm:cxn modelId="{33D79101-7ED0-4713-A328-F71A3759AD57}" type="presOf" srcId="{D4E1B1DD-848B-4857-AA84-65BE90010A17}" destId="{D62BED39-49EB-45F3-A467-51B945598C08}" srcOrd="1" destOrd="0" presId="urn:microsoft.com/office/officeart/2016/7/layout/VerticalDownArrowProcess"/>
    <dgm:cxn modelId="{C8B67320-C8E3-4B3B-9C65-68C1E1872A16}" srcId="{5F6A67CE-B7AE-4544-B620-E417187BE75D}" destId="{8ED1D3C2-BE80-45A4-B624-54A7B924C267}" srcOrd="0" destOrd="0" parTransId="{DBCB8CEC-82E8-4EC2-908F-575551457CCB}" sibTransId="{59492DF7-0CF8-4564-9719-04BCA8F1B3F3}"/>
    <dgm:cxn modelId="{E21BA136-0272-4252-981D-5A9A84C8052E}" type="presOf" srcId="{8ED1D3C2-BE80-45A4-B624-54A7B924C267}" destId="{90AEA5F0-C90F-4D30-B318-1EA9D32D5F05}" srcOrd="1" destOrd="0" presId="urn:microsoft.com/office/officeart/2016/7/layout/VerticalDownArrowProcess"/>
    <dgm:cxn modelId="{C00A337A-9126-4B2C-8FBC-4FA7086124C7}" type="presOf" srcId="{5F6A67CE-B7AE-4544-B620-E417187BE75D}" destId="{7C2C8ED4-DE5A-44DB-9343-917D43B556C7}" srcOrd="0" destOrd="0" presId="urn:microsoft.com/office/officeart/2016/7/layout/VerticalDownArrowProcess"/>
    <dgm:cxn modelId="{330E447C-BC8A-46E8-83C0-93D6A9A35E18}" type="presOf" srcId="{10FB6F8F-83CE-4591-BA12-AF9551B223B2}" destId="{95448200-5CDE-4119-94B1-25FB652E9D5A}" srcOrd="0" destOrd="0" presId="urn:microsoft.com/office/officeart/2016/7/layout/VerticalDownArrowProcess"/>
    <dgm:cxn modelId="{EF2D1581-3A4B-4901-9E93-DDE0772BC379}" srcId="{36CB7C85-89D0-4241-98FD-D34F794E5E8D}" destId="{29B4ED27-D6E3-43E1-A4A0-8F4BC02C3B93}" srcOrd="0" destOrd="0" parTransId="{D58DB65A-28BC-463C-86B3-DDD54393E922}" sibTransId="{8AA450C6-4873-4828-952D-B07323328052}"/>
    <dgm:cxn modelId="{C8F42789-2F72-4BB0-8D13-45C49640556C}" type="presOf" srcId="{6CA30167-4B70-462E-9EE2-E2533296B384}" destId="{0BD966BD-9173-4EE4-9E59-A82A8EE013EE}" srcOrd="0" destOrd="0" presId="urn:microsoft.com/office/officeart/2016/7/layout/VerticalDownArrowProcess"/>
    <dgm:cxn modelId="{B0F6898C-DF7B-4950-BE57-0E571F0B8FD3}" type="presOf" srcId="{A0106050-29DD-423B-A44E-04F27A623F66}" destId="{FC7B5D52-4CFF-4F0C-ABF2-0A7860E3E1DE}" srcOrd="0" destOrd="0" presId="urn:microsoft.com/office/officeart/2016/7/layout/VerticalDownArrowProcess"/>
    <dgm:cxn modelId="{B0091C97-0E7F-41E6-8D8B-C60BDBD159C8}" type="presOf" srcId="{AEA153D2-FB0B-4EFE-8616-BADA039AAD94}" destId="{3BD88A7D-41F7-49FA-A4D8-6D6A585093A1}" srcOrd="0" destOrd="0" presId="urn:microsoft.com/office/officeart/2016/7/layout/VerticalDownArrowProcess"/>
    <dgm:cxn modelId="{98C83799-F4D1-473E-831E-45C61F41089E}" type="presOf" srcId="{29B4ED27-D6E3-43E1-A4A0-8F4BC02C3B93}" destId="{D079FEA0-8A0D-481F-A137-90F4F8A375DF}" srcOrd="0" destOrd="0" presId="urn:microsoft.com/office/officeart/2016/7/layout/VerticalDownArrowProcess"/>
    <dgm:cxn modelId="{E34AEC9F-DA89-4899-9200-CB104E26561E}" srcId="{D4E1B1DD-848B-4857-AA84-65BE90010A17}" destId="{A0106050-29DD-423B-A44E-04F27A623F66}" srcOrd="0" destOrd="0" parTransId="{206D1A55-E8B1-4D0A-B539-1A75C6F45B31}" sibTransId="{186DE9BF-008B-41CB-A95D-9C09BD19174D}"/>
    <dgm:cxn modelId="{9CB646B4-0EC8-44CB-8EF7-D3CE14C036DC}" type="presOf" srcId="{8ED1D3C2-BE80-45A4-B624-54A7B924C267}" destId="{CF88A6EE-D0B6-4C59-A08F-A5F2075AA52D}" srcOrd="0" destOrd="0" presId="urn:microsoft.com/office/officeart/2016/7/layout/VerticalDownArrowProcess"/>
    <dgm:cxn modelId="{1131CFB4-9DBA-44E8-BE46-7270A347AB94}" srcId="{5F6A67CE-B7AE-4544-B620-E417187BE75D}" destId="{D4E1B1DD-848B-4857-AA84-65BE90010A17}" srcOrd="1" destOrd="0" parTransId="{46F262FD-876A-44B1-80F7-74F39269A2AE}" sibTransId="{F3B2ECC0-3B2F-43F1-BBE5-4185AC42EE7E}"/>
    <dgm:cxn modelId="{1DE19CC9-8BD4-4DC6-9B11-130D4473221F}" srcId="{AEA153D2-FB0B-4EFE-8616-BADA039AAD94}" destId="{10FB6F8F-83CE-4591-BA12-AF9551B223B2}" srcOrd="0" destOrd="0" parTransId="{6B8C000E-41CD-4741-90C8-9EF50F6F3E4E}" sibTransId="{EA350FC9-61A3-467D-95DE-A8B742EE04AA}"/>
    <dgm:cxn modelId="{51BFACCB-AE3A-4D84-8069-9AB03172B204}" srcId="{5F6A67CE-B7AE-4544-B620-E417187BE75D}" destId="{AEA153D2-FB0B-4EFE-8616-BADA039AAD94}" srcOrd="2" destOrd="0" parTransId="{6B535509-1D57-442A-B4A0-27131191874C}" sibTransId="{61F3BF79-5EB5-4DF0-9119-87D35BF0DE39}"/>
    <dgm:cxn modelId="{36343BCD-33E6-4099-AF91-6CCAB4873323}" srcId="{8ED1D3C2-BE80-45A4-B624-54A7B924C267}" destId="{6CA30167-4B70-462E-9EE2-E2533296B384}" srcOrd="0" destOrd="0" parTransId="{371DBBB2-2E85-468B-AC66-B7B2A5542E30}" sibTransId="{9A6CBD5B-C064-49EA-8E4F-700E7FBD867F}"/>
    <dgm:cxn modelId="{FC479ED4-AD54-42B8-AD7F-97CB08443D09}" srcId="{5F6A67CE-B7AE-4544-B620-E417187BE75D}" destId="{36CB7C85-89D0-4241-98FD-D34F794E5E8D}" srcOrd="3" destOrd="0" parTransId="{A6A1163B-6553-4F6A-AA69-5B6380759C2E}" sibTransId="{716BA42D-D31F-4034-9088-4CE490975F49}"/>
    <dgm:cxn modelId="{DAC937D7-AFD8-4E54-81E4-B4FE28834611}" type="presOf" srcId="{AEA153D2-FB0B-4EFE-8616-BADA039AAD94}" destId="{BA76955E-DD41-4DC7-8DB3-94B404FEC540}" srcOrd="1" destOrd="0" presId="urn:microsoft.com/office/officeart/2016/7/layout/VerticalDownArrowProcess"/>
    <dgm:cxn modelId="{9ED996E9-186A-4191-AB7B-A39006DE5BA3}" type="presOf" srcId="{D4E1B1DD-848B-4857-AA84-65BE90010A17}" destId="{4B1851E9-49A7-472D-A9A0-9646E5305655}" srcOrd="0" destOrd="0" presId="urn:microsoft.com/office/officeart/2016/7/layout/VerticalDownArrowProcess"/>
    <dgm:cxn modelId="{6B5372F7-3D74-4B1E-BFF2-A35EE3D8CC70}" type="presOf" srcId="{36CB7C85-89D0-4241-98FD-D34F794E5E8D}" destId="{B91B5178-A436-4BDE-AB14-C4BFAA4421E5}" srcOrd="0" destOrd="0" presId="urn:microsoft.com/office/officeart/2016/7/layout/VerticalDownArrowProcess"/>
    <dgm:cxn modelId="{03633BB5-297A-4C4E-833B-15FC15DDE876}" type="presParOf" srcId="{7C2C8ED4-DE5A-44DB-9343-917D43B556C7}" destId="{D13A2A60-215A-447B-82E1-4105E60FACB1}" srcOrd="0" destOrd="0" presId="urn:microsoft.com/office/officeart/2016/7/layout/VerticalDownArrowProcess"/>
    <dgm:cxn modelId="{DC8AF46F-920B-4141-B93E-9ACAFCD98E8C}" type="presParOf" srcId="{D13A2A60-215A-447B-82E1-4105E60FACB1}" destId="{B91B5178-A436-4BDE-AB14-C4BFAA4421E5}" srcOrd="0" destOrd="0" presId="urn:microsoft.com/office/officeart/2016/7/layout/VerticalDownArrowProcess"/>
    <dgm:cxn modelId="{CE82191C-4A08-47EA-8C1A-190D263D290B}" type="presParOf" srcId="{D13A2A60-215A-447B-82E1-4105E60FACB1}" destId="{D079FEA0-8A0D-481F-A137-90F4F8A375DF}" srcOrd="1" destOrd="0" presId="urn:microsoft.com/office/officeart/2016/7/layout/VerticalDownArrowProcess"/>
    <dgm:cxn modelId="{14C17719-74ED-44EA-AB56-B92E43564210}" type="presParOf" srcId="{7C2C8ED4-DE5A-44DB-9343-917D43B556C7}" destId="{58189B39-8E66-4541-BCFC-FC4BB9C93D67}" srcOrd="1" destOrd="0" presId="urn:microsoft.com/office/officeart/2016/7/layout/VerticalDownArrowProcess"/>
    <dgm:cxn modelId="{A1FEFEBD-E422-470B-9AB5-6F6D729503B5}" type="presParOf" srcId="{7C2C8ED4-DE5A-44DB-9343-917D43B556C7}" destId="{3B00174E-8429-4E53-A362-A60BB7FBB889}" srcOrd="2" destOrd="0" presId="urn:microsoft.com/office/officeart/2016/7/layout/VerticalDownArrowProcess"/>
    <dgm:cxn modelId="{E1F83430-510E-4047-B89B-DD3872699655}" type="presParOf" srcId="{3B00174E-8429-4E53-A362-A60BB7FBB889}" destId="{3BD88A7D-41F7-49FA-A4D8-6D6A585093A1}" srcOrd="0" destOrd="0" presId="urn:microsoft.com/office/officeart/2016/7/layout/VerticalDownArrowProcess"/>
    <dgm:cxn modelId="{0203EE31-F311-47A5-ABDA-E51F94C08B68}" type="presParOf" srcId="{3B00174E-8429-4E53-A362-A60BB7FBB889}" destId="{BA76955E-DD41-4DC7-8DB3-94B404FEC540}" srcOrd="1" destOrd="0" presId="urn:microsoft.com/office/officeart/2016/7/layout/VerticalDownArrowProcess"/>
    <dgm:cxn modelId="{F3CF8BF1-153B-45BE-97E4-488BDEF56B75}" type="presParOf" srcId="{3B00174E-8429-4E53-A362-A60BB7FBB889}" destId="{95448200-5CDE-4119-94B1-25FB652E9D5A}" srcOrd="2" destOrd="0" presId="urn:microsoft.com/office/officeart/2016/7/layout/VerticalDownArrowProcess"/>
    <dgm:cxn modelId="{7F8DF357-84B5-4708-8018-0641C6297883}" type="presParOf" srcId="{7C2C8ED4-DE5A-44DB-9343-917D43B556C7}" destId="{8211A16D-6EE3-4694-B0E3-FF97CF1B5519}" srcOrd="3" destOrd="0" presId="urn:microsoft.com/office/officeart/2016/7/layout/VerticalDownArrowProcess"/>
    <dgm:cxn modelId="{BE694DAB-938C-4664-9D41-6FAE73A31A98}" type="presParOf" srcId="{7C2C8ED4-DE5A-44DB-9343-917D43B556C7}" destId="{34E90B73-8BCD-44AB-B0EE-8DCF305AAC54}" srcOrd="4" destOrd="0" presId="urn:microsoft.com/office/officeart/2016/7/layout/VerticalDownArrowProcess"/>
    <dgm:cxn modelId="{F03213D6-9B67-4E40-B134-913ED6F09AED}" type="presParOf" srcId="{34E90B73-8BCD-44AB-B0EE-8DCF305AAC54}" destId="{4B1851E9-49A7-472D-A9A0-9646E5305655}" srcOrd="0" destOrd="0" presId="urn:microsoft.com/office/officeart/2016/7/layout/VerticalDownArrowProcess"/>
    <dgm:cxn modelId="{EA21EC9B-8C10-4E50-8972-899B6258F08A}" type="presParOf" srcId="{34E90B73-8BCD-44AB-B0EE-8DCF305AAC54}" destId="{D62BED39-49EB-45F3-A467-51B945598C08}" srcOrd="1" destOrd="0" presId="urn:microsoft.com/office/officeart/2016/7/layout/VerticalDownArrowProcess"/>
    <dgm:cxn modelId="{43582C6B-A88C-4528-9C27-40615829A454}" type="presParOf" srcId="{34E90B73-8BCD-44AB-B0EE-8DCF305AAC54}" destId="{FC7B5D52-4CFF-4F0C-ABF2-0A7860E3E1DE}" srcOrd="2" destOrd="0" presId="urn:microsoft.com/office/officeart/2016/7/layout/VerticalDownArrowProcess"/>
    <dgm:cxn modelId="{503F71E1-591A-4875-8470-0A9F9E43AA65}" type="presParOf" srcId="{7C2C8ED4-DE5A-44DB-9343-917D43B556C7}" destId="{C329E939-2E58-49B6-A3B1-C81058E5962E}" srcOrd="5" destOrd="0" presId="urn:microsoft.com/office/officeart/2016/7/layout/VerticalDownArrowProcess"/>
    <dgm:cxn modelId="{6258F775-641D-4915-90FD-915ED3C67972}" type="presParOf" srcId="{7C2C8ED4-DE5A-44DB-9343-917D43B556C7}" destId="{E8AC88D8-ECDB-46E8-84A3-68C916FCF8AB}" srcOrd="6" destOrd="0" presId="urn:microsoft.com/office/officeart/2016/7/layout/VerticalDownArrowProcess"/>
    <dgm:cxn modelId="{FE8C2F24-23D6-4942-A27E-42992F5C2CE9}" type="presParOf" srcId="{E8AC88D8-ECDB-46E8-84A3-68C916FCF8AB}" destId="{CF88A6EE-D0B6-4C59-A08F-A5F2075AA52D}" srcOrd="0" destOrd="0" presId="urn:microsoft.com/office/officeart/2016/7/layout/VerticalDownArrowProcess"/>
    <dgm:cxn modelId="{61FED006-76D4-4927-881C-BA6C01C5201C}" type="presParOf" srcId="{E8AC88D8-ECDB-46E8-84A3-68C916FCF8AB}" destId="{90AEA5F0-C90F-4D30-B318-1EA9D32D5F05}" srcOrd="1" destOrd="0" presId="urn:microsoft.com/office/officeart/2016/7/layout/VerticalDownArrowProcess"/>
    <dgm:cxn modelId="{816E532F-9890-4AB5-9B5E-00EE2335D001}" type="presParOf" srcId="{E8AC88D8-ECDB-46E8-84A3-68C916FCF8AB}" destId="{0BD966BD-9173-4EE4-9E59-A82A8EE013EE}"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63B185-8664-4102-80E1-55DB66E094C0}" type="doc">
      <dgm:prSet loTypeId="urn:microsoft.com/office/officeart/2016/7/layout/HorizontalActionList" loCatId="List" qsTypeId="urn:microsoft.com/office/officeart/2005/8/quickstyle/simple1" qsCatId="simple" csTypeId="urn:microsoft.com/office/officeart/2005/8/colors/accent4_5" csCatId="accent4"/>
      <dgm:spPr/>
      <dgm:t>
        <a:bodyPr/>
        <a:lstStyle/>
        <a:p>
          <a:endParaRPr lang="en-US"/>
        </a:p>
      </dgm:t>
    </dgm:pt>
    <dgm:pt modelId="{FBC15E3C-DF4F-48D6-A41C-02EBE2FAA24D}">
      <dgm:prSet/>
      <dgm:spPr/>
      <dgm:t>
        <a:bodyPr/>
        <a:lstStyle/>
        <a:p>
          <a:r>
            <a:rPr lang="en-US"/>
            <a:t>Prepare</a:t>
          </a:r>
        </a:p>
      </dgm:t>
    </dgm:pt>
    <dgm:pt modelId="{0FAF00DD-E385-4A96-B1B3-C7EACF721B39}" type="parTrans" cxnId="{D06E0F7B-91AA-4234-B765-7BAE642902A2}">
      <dgm:prSet/>
      <dgm:spPr/>
      <dgm:t>
        <a:bodyPr/>
        <a:lstStyle/>
        <a:p>
          <a:endParaRPr lang="en-US"/>
        </a:p>
      </dgm:t>
    </dgm:pt>
    <dgm:pt modelId="{66731000-9C71-4C92-978F-0FCAAE32032B}" type="sibTrans" cxnId="{D06E0F7B-91AA-4234-B765-7BAE642902A2}">
      <dgm:prSet/>
      <dgm:spPr/>
      <dgm:t>
        <a:bodyPr/>
        <a:lstStyle/>
        <a:p>
          <a:endParaRPr lang="en-US"/>
        </a:p>
      </dgm:t>
    </dgm:pt>
    <dgm:pt modelId="{64EBA4B0-D1A9-4BDD-9818-B0E61F84B86C}">
      <dgm:prSet/>
      <dgm:spPr/>
      <dgm:t>
        <a:bodyPr/>
        <a:lstStyle/>
        <a:p>
          <a:r>
            <a:rPr lang="en-US" dirty="0"/>
            <a:t>Prepare separate media for evidentiary files and data</a:t>
          </a:r>
        </a:p>
      </dgm:t>
    </dgm:pt>
    <dgm:pt modelId="{AADE52AF-1295-44CD-9C1C-878FA4E36FEF}" type="parTrans" cxnId="{78D7A2E2-E22B-49B9-A469-5B79C16E3A77}">
      <dgm:prSet/>
      <dgm:spPr/>
      <dgm:t>
        <a:bodyPr/>
        <a:lstStyle/>
        <a:p>
          <a:endParaRPr lang="en-US"/>
        </a:p>
      </dgm:t>
    </dgm:pt>
    <dgm:pt modelId="{3F1D5D45-A5C5-4CFE-AECF-60D412B3F33A}" type="sibTrans" cxnId="{78D7A2E2-E22B-49B9-A469-5B79C16E3A77}">
      <dgm:prSet/>
      <dgm:spPr/>
      <dgm:t>
        <a:bodyPr/>
        <a:lstStyle/>
        <a:p>
          <a:endParaRPr lang="en-US"/>
        </a:p>
      </dgm:t>
    </dgm:pt>
    <dgm:pt modelId="{5E3AD149-349A-454C-92FC-5685426DC59D}">
      <dgm:prSet/>
      <dgm:spPr/>
      <dgm:t>
        <a:bodyPr/>
        <a:lstStyle/>
        <a:p>
          <a:r>
            <a:rPr lang="en-US" dirty="0"/>
            <a:t>Use “disk wiping” software to remove traces of old data</a:t>
          </a:r>
        </a:p>
      </dgm:t>
    </dgm:pt>
    <dgm:pt modelId="{2B762696-5AE6-4A00-A3CA-D2D7F9262540}" type="parTrans" cxnId="{ABC9F774-9821-44B4-B742-9ED7F6861CAD}">
      <dgm:prSet/>
      <dgm:spPr/>
      <dgm:t>
        <a:bodyPr/>
        <a:lstStyle/>
        <a:p>
          <a:endParaRPr lang="en-US"/>
        </a:p>
      </dgm:t>
    </dgm:pt>
    <dgm:pt modelId="{33F5D720-646F-43F6-981A-B697F8C04D4F}" type="sibTrans" cxnId="{ABC9F774-9821-44B4-B742-9ED7F6861CAD}">
      <dgm:prSet/>
      <dgm:spPr/>
      <dgm:t>
        <a:bodyPr/>
        <a:lstStyle/>
        <a:p>
          <a:endParaRPr lang="en-US"/>
        </a:p>
      </dgm:t>
    </dgm:pt>
    <dgm:pt modelId="{A9683C8C-8890-45F1-ADFA-DFD93E632252}">
      <dgm:prSet/>
      <dgm:spPr/>
      <dgm:t>
        <a:bodyPr/>
        <a:lstStyle/>
        <a:p>
          <a:r>
            <a:rPr lang="en-US" dirty="0"/>
            <a:t>Create working directories</a:t>
          </a:r>
        </a:p>
      </dgm:t>
    </dgm:pt>
    <dgm:pt modelId="{00272701-7B26-4F65-BCA8-6D3B6379DB04}" type="parTrans" cxnId="{D507D3E0-FA2D-4DA2-88A8-682EBE002F0E}">
      <dgm:prSet/>
      <dgm:spPr/>
      <dgm:t>
        <a:bodyPr/>
        <a:lstStyle/>
        <a:p>
          <a:endParaRPr lang="en-US"/>
        </a:p>
      </dgm:t>
    </dgm:pt>
    <dgm:pt modelId="{06D17D0F-EFFC-4B0B-8C38-4F364A90E458}" type="sibTrans" cxnId="{D507D3E0-FA2D-4DA2-88A8-682EBE002F0E}">
      <dgm:prSet/>
      <dgm:spPr/>
      <dgm:t>
        <a:bodyPr/>
        <a:lstStyle/>
        <a:p>
          <a:endParaRPr lang="en-US"/>
        </a:p>
      </dgm:t>
    </dgm:pt>
    <dgm:pt modelId="{780A2326-4CC1-491D-AEE3-68B324AE40C9}">
      <dgm:prSet/>
      <dgm:spPr/>
      <dgm:t>
        <a:bodyPr/>
        <a:lstStyle/>
        <a:p>
          <a:r>
            <a:rPr lang="en-US"/>
            <a:t>Perform</a:t>
          </a:r>
        </a:p>
      </dgm:t>
    </dgm:pt>
    <dgm:pt modelId="{0155A33B-762B-497E-81CA-C5832EEB2D8D}" type="parTrans" cxnId="{0CAD1540-536C-4280-BD9B-B0ED3F6BFFDB}">
      <dgm:prSet/>
      <dgm:spPr/>
      <dgm:t>
        <a:bodyPr/>
        <a:lstStyle/>
        <a:p>
          <a:endParaRPr lang="en-US"/>
        </a:p>
      </dgm:t>
    </dgm:pt>
    <dgm:pt modelId="{C69F7BD0-BD63-4806-8A3D-BE8230984B4F}" type="sibTrans" cxnId="{0CAD1540-536C-4280-BD9B-B0ED3F6BFFDB}">
      <dgm:prSet/>
      <dgm:spPr/>
      <dgm:t>
        <a:bodyPr/>
        <a:lstStyle/>
        <a:p>
          <a:endParaRPr lang="en-US"/>
        </a:p>
      </dgm:t>
    </dgm:pt>
    <dgm:pt modelId="{239FC564-1BAE-4F52-886F-C7E3981F0305}">
      <dgm:prSet/>
      <dgm:spPr/>
      <dgm:t>
        <a:bodyPr/>
        <a:lstStyle/>
        <a:p>
          <a:r>
            <a:rPr lang="en-US" dirty="0"/>
            <a:t>Perform the acquisition using the examiner’s system. </a:t>
          </a:r>
        </a:p>
      </dgm:t>
    </dgm:pt>
    <dgm:pt modelId="{2EA4752F-88DB-482A-B317-83E71D433D30}" type="parTrans" cxnId="{4925A1FF-A95F-4F98-9071-F2497308A571}">
      <dgm:prSet/>
      <dgm:spPr/>
      <dgm:t>
        <a:bodyPr/>
        <a:lstStyle/>
        <a:p>
          <a:endParaRPr lang="en-US"/>
        </a:p>
      </dgm:t>
    </dgm:pt>
    <dgm:pt modelId="{60BFECDB-9C52-405D-BC29-CA4DE32FAA2B}" type="sibTrans" cxnId="{4925A1FF-A95F-4F98-9071-F2497308A571}">
      <dgm:prSet/>
      <dgm:spPr/>
      <dgm:t>
        <a:bodyPr/>
        <a:lstStyle/>
        <a:p>
          <a:endParaRPr lang="en-US"/>
        </a:p>
      </dgm:t>
    </dgm:pt>
    <dgm:pt modelId="{21FCC17B-C7A5-4D9D-8360-8161971E35C1}">
      <dgm:prSet/>
      <dgm:spPr/>
      <dgm:t>
        <a:bodyPr/>
        <a:lstStyle/>
        <a:p>
          <a:r>
            <a:rPr lang="en-US"/>
            <a:t>Configure the examiner’s system to recognize the storage device</a:t>
          </a:r>
        </a:p>
      </dgm:t>
    </dgm:pt>
    <dgm:pt modelId="{0F1810B9-863A-43BB-A4D7-FFCCEB7D954F}" type="parTrans" cxnId="{00AB23B3-9E6E-4AA6-879B-4EE1C81EE490}">
      <dgm:prSet/>
      <dgm:spPr/>
      <dgm:t>
        <a:bodyPr/>
        <a:lstStyle/>
        <a:p>
          <a:endParaRPr lang="en-US"/>
        </a:p>
      </dgm:t>
    </dgm:pt>
    <dgm:pt modelId="{81323253-4A73-4E90-BA7B-C15ED7148053}" type="sibTrans" cxnId="{00AB23B3-9E6E-4AA6-879B-4EE1C81EE490}">
      <dgm:prSet/>
      <dgm:spPr/>
      <dgm:t>
        <a:bodyPr/>
        <a:lstStyle/>
        <a:p>
          <a:endParaRPr lang="en-US"/>
        </a:p>
      </dgm:t>
    </dgm:pt>
    <dgm:pt modelId="{444A966F-CB8B-430C-B9DA-4C1C09C5A566}">
      <dgm:prSet/>
      <dgm:spPr/>
      <dgm:t>
        <a:bodyPr/>
        <a:lstStyle/>
        <a:p>
          <a:r>
            <a:rPr lang="en-US" dirty="0"/>
            <a:t>Write protection hardware or software should be used to preserve the original evidence</a:t>
          </a:r>
        </a:p>
      </dgm:t>
    </dgm:pt>
    <dgm:pt modelId="{C3625B7E-25F7-4A84-A58E-3E123283E74B}" type="parTrans" cxnId="{4A41C370-2A96-4041-858A-C788F3651F0B}">
      <dgm:prSet/>
      <dgm:spPr/>
      <dgm:t>
        <a:bodyPr/>
        <a:lstStyle/>
        <a:p>
          <a:endParaRPr lang="en-US"/>
        </a:p>
      </dgm:t>
    </dgm:pt>
    <dgm:pt modelId="{2E7202FA-0486-4BDB-A3BE-8EB20CB1C9D4}" type="sibTrans" cxnId="{4A41C370-2A96-4041-858A-C788F3651F0B}">
      <dgm:prSet/>
      <dgm:spPr/>
      <dgm:t>
        <a:bodyPr/>
        <a:lstStyle/>
        <a:p>
          <a:endParaRPr lang="en-US"/>
        </a:p>
      </dgm:t>
    </dgm:pt>
    <dgm:pt modelId="{144B0E65-DC25-4006-9B3A-3EF376FBD99D}">
      <dgm:prSet/>
      <dgm:spPr/>
      <dgm:t>
        <a:bodyPr/>
        <a:lstStyle/>
        <a:p>
          <a:r>
            <a:rPr lang="en-US"/>
            <a:t>Boot with an examiner-controlled and verified operating system</a:t>
          </a:r>
        </a:p>
      </dgm:t>
    </dgm:pt>
    <dgm:pt modelId="{22E4CF75-FB52-4A3D-83E0-FDF288B9C3CB}" type="parTrans" cxnId="{3C6AE9CB-45C1-49FC-9F5E-BF75A1C36334}">
      <dgm:prSet/>
      <dgm:spPr/>
      <dgm:t>
        <a:bodyPr/>
        <a:lstStyle/>
        <a:p>
          <a:endParaRPr lang="en-US"/>
        </a:p>
      </dgm:t>
    </dgm:pt>
    <dgm:pt modelId="{0E4FE5C5-CB1A-45F6-8679-5EA1488F7501}" type="sibTrans" cxnId="{3C6AE9CB-45C1-49FC-9F5E-BF75A1C36334}">
      <dgm:prSet/>
      <dgm:spPr/>
      <dgm:t>
        <a:bodyPr/>
        <a:lstStyle/>
        <a:p>
          <a:endParaRPr lang="en-US"/>
        </a:p>
      </dgm:t>
    </dgm:pt>
    <dgm:pt modelId="{797EF7F3-76F1-4898-826D-24904F27E16B}">
      <dgm:prSet/>
      <dgm:spPr/>
      <dgm:t>
        <a:bodyPr/>
        <a:lstStyle/>
        <a:p>
          <a:r>
            <a:rPr lang="en-US"/>
            <a:t>Create</a:t>
          </a:r>
        </a:p>
      </dgm:t>
    </dgm:pt>
    <dgm:pt modelId="{DB91FCFD-DF4D-40F1-B19F-D927DB2E3204}" type="parTrans" cxnId="{8BD2CA23-257B-4393-8854-07A707C8FF29}">
      <dgm:prSet/>
      <dgm:spPr/>
      <dgm:t>
        <a:bodyPr/>
        <a:lstStyle/>
        <a:p>
          <a:endParaRPr lang="en-US"/>
        </a:p>
      </dgm:t>
    </dgm:pt>
    <dgm:pt modelId="{1E15DC62-93DF-4920-8849-7E7370F8A552}" type="sibTrans" cxnId="{8BD2CA23-257B-4393-8854-07A707C8FF29}">
      <dgm:prSet/>
      <dgm:spPr/>
      <dgm:t>
        <a:bodyPr/>
        <a:lstStyle/>
        <a:p>
          <a:endParaRPr lang="en-US"/>
        </a:p>
      </dgm:t>
    </dgm:pt>
    <dgm:pt modelId="{FCC0E5A3-0C7D-421B-A21F-C1F5785B3C22}">
      <dgm:prSet/>
      <dgm:spPr/>
      <dgm:t>
        <a:bodyPr/>
        <a:lstStyle/>
        <a:p>
          <a:r>
            <a:rPr lang="en-US"/>
            <a:t>Create a known value for the subject evidence </a:t>
          </a:r>
        </a:p>
      </dgm:t>
    </dgm:pt>
    <dgm:pt modelId="{36F54FF7-BA02-497F-856D-0FD7B3D091AD}" type="parTrans" cxnId="{B7B3176A-AB42-4E1A-8CC3-42217531A82E}">
      <dgm:prSet/>
      <dgm:spPr/>
      <dgm:t>
        <a:bodyPr/>
        <a:lstStyle/>
        <a:p>
          <a:endParaRPr lang="en-US"/>
        </a:p>
      </dgm:t>
    </dgm:pt>
    <dgm:pt modelId="{85EEED3C-3E19-4F43-BA7E-BA73C2753A06}" type="sibTrans" cxnId="{B7B3176A-AB42-4E1A-8CC3-42217531A82E}">
      <dgm:prSet/>
      <dgm:spPr/>
      <dgm:t>
        <a:bodyPr/>
        <a:lstStyle/>
        <a:p>
          <a:endParaRPr lang="en-US"/>
        </a:p>
      </dgm:t>
    </dgm:pt>
    <dgm:pt modelId="{07DE2F19-FAFE-4DF9-9B1C-D4010E265A56}">
      <dgm:prSet/>
      <dgm:spPr/>
      <dgm:t>
        <a:bodyPr/>
        <a:lstStyle/>
        <a:p>
          <a:r>
            <a:rPr lang="en-US"/>
            <a:t>Cyclic Redundancy Check (CRC): An error-detecting code commonly used in digital networks and storage devices to detect accidental changes</a:t>
          </a:r>
        </a:p>
      </dgm:t>
    </dgm:pt>
    <dgm:pt modelId="{21C77758-6B51-49D0-92E8-491FB732A6A5}" type="parTrans" cxnId="{927DD71D-49BC-4FAC-9B42-A2DA7CF67EE4}">
      <dgm:prSet/>
      <dgm:spPr/>
      <dgm:t>
        <a:bodyPr/>
        <a:lstStyle/>
        <a:p>
          <a:endParaRPr lang="en-US"/>
        </a:p>
      </dgm:t>
    </dgm:pt>
    <dgm:pt modelId="{A5F2113B-EC48-4589-A8FF-F14B11B62D1E}" type="sibTrans" cxnId="{927DD71D-49BC-4FAC-9B42-A2DA7CF67EE4}">
      <dgm:prSet/>
      <dgm:spPr/>
      <dgm:t>
        <a:bodyPr/>
        <a:lstStyle/>
        <a:p>
          <a:endParaRPr lang="en-US"/>
        </a:p>
      </dgm:t>
    </dgm:pt>
    <dgm:pt modelId="{78C074D8-1099-4A80-8340-9568E56FAE62}">
      <dgm:prSet/>
      <dgm:spPr/>
      <dgm:t>
        <a:bodyPr/>
        <a:lstStyle/>
        <a:p>
          <a:r>
            <a:rPr lang="en-US"/>
            <a:t>MD5 hash </a:t>
          </a:r>
        </a:p>
      </dgm:t>
    </dgm:pt>
    <dgm:pt modelId="{5BF27DC5-EA9F-4F07-B7C3-2E8545CE6F86}" type="parTrans" cxnId="{5C2CE9D3-B4D4-46EF-9E18-EFC1C5695CDE}">
      <dgm:prSet/>
      <dgm:spPr/>
      <dgm:t>
        <a:bodyPr/>
        <a:lstStyle/>
        <a:p>
          <a:endParaRPr lang="en-US"/>
        </a:p>
      </dgm:t>
    </dgm:pt>
    <dgm:pt modelId="{7AC03586-CB2D-4E1A-A093-C1987D28E541}" type="sibTrans" cxnId="{5C2CE9D3-B4D4-46EF-9E18-EFC1C5695CDE}">
      <dgm:prSet/>
      <dgm:spPr/>
      <dgm:t>
        <a:bodyPr/>
        <a:lstStyle/>
        <a:p>
          <a:endParaRPr lang="en-US"/>
        </a:p>
      </dgm:t>
    </dgm:pt>
    <dgm:pt modelId="{1EBC6B8F-9863-4819-AAEA-31E381040F13}" type="pres">
      <dgm:prSet presAssocID="{CB63B185-8664-4102-80E1-55DB66E094C0}" presName="Name0" presStyleCnt="0">
        <dgm:presLayoutVars>
          <dgm:dir/>
          <dgm:animLvl val="lvl"/>
          <dgm:resizeHandles val="exact"/>
        </dgm:presLayoutVars>
      </dgm:prSet>
      <dgm:spPr/>
    </dgm:pt>
    <dgm:pt modelId="{EE48F801-BA4F-460D-A56A-738C9EA581A3}" type="pres">
      <dgm:prSet presAssocID="{FBC15E3C-DF4F-48D6-A41C-02EBE2FAA24D}" presName="composite" presStyleCnt="0"/>
      <dgm:spPr/>
    </dgm:pt>
    <dgm:pt modelId="{105FFB85-BC5F-495C-AB6C-70E9F9B2978B}" type="pres">
      <dgm:prSet presAssocID="{FBC15E3C-DF4F-48D6-A41C-02EBE2FAA24D}" presName="parTx" presStyleLbl="alignNode1" presStyleIdx="0" presStyleCnt="3">
        <dgm:presLayoutVars>
          <dgm:chMax val="0"/>
          <dgm:chPref val="0"/>
        </dgm:presLayoutVars>
      </dgm:prSet>
      <dgm:spPr/>
    </dgm:pt>
    <dgm:pt modelId="{734075CB-FFDB-4154-B720-18124478141E}" type="pres">
      <dgm:prSet presAssocID="{FBC15E3C-DF4F-48D6-A41C-02EBE2FAA24D}" presName="desTx" presStyleLbl="alignAccFollowNode1" presStyleIdx="0" presStyleCnt="3">
        <dgm:presLayoutVars/>
      </dgm:prSet>
      <dgm:spPr/>
    </dgm:pt>
    <dgm:pt modelId="{20ECF00C-CBCC-4595-AEEB-A665A84E069D}" type="pres">
      <dgm:prSet presAssocID="{66731000-9C71-4C92-978F-0FCAAE32032B}" presName="space" presStyleCnt="0"/>
      <dgm:spPr/>
    </dgm:pt>
    <dgm:pt modelId="{A886A2F3-2AA9-4E54-B985-0315D1FDD57F}" type="pres">
      <dgm:prSet presAssocID="{780A2326-4CC1-491D-AEE3-68B324AE40C9}" presName="composite" presStyleCnt="0"/>
      <dgm:spPr/>
    </dgm:pt>
    <dgm:pt modelId="{D0C4722E-602C-48B7-87E4-BF6D1B038863}" type="pres">
      <dgm:prSet presAssocID="{780A2326-4CC1-491D-AEE3-68B324AE40C9}" presName="parTx" presStyleLbl="alignNode1" presStyleIdx="1" presStyleCnt="3">
        <dgm:presLayoutVars>
          <dgm:chMax val="0"/>
          <dgm:chPref val="0"/>
        </dgm:presLayoutVars>
      </dgm:prSet>
      <dgm:spPr/>
    </dgm:pt>
    <dgm:pt modelId="{701DDECA-1624-4565-9807-3773B795BE21}" type="pres">
      <dgm:prSet presAssocID="{780A2326-4CC1-491D-AEE3-68B324AE40C9}" presName="desTx" presStyleLbl="alignAccFollowNode1" presStyleIdx="1" presStyleCnt="3">
        <dgm:presLayoutVars/>
      </dgm:prSet>
      <dgm:spPr/>
    </dgm:pt>
    <dgm:pt modelId="{D6466123-1153-40FD-95DA-BE5183E1C262}" type="pres">
      <dgm:prSet presAssocID="{C69F7BD0-BD63-4806-8A3D-BE8230984B4F}" presName="space" presStyleCnt="0"/>
      <dgm:spPr/>
    </dgm:pt>
    <dgm:pt modelId="{6BEAA709-4ECA-4CA3-B8D5-2D4153DFB347}" type="pres">
      <dgm:prSet presAssocID="{797EF7F3-76F1-4898-826D-24904F27E16B}" presName="composite" presStyleCnt="0"/>
      <dgm:spPr/>
    </dgm:pt>
    <dgm:pt modelId="{C8404A64-8380-4692-B789-0368C725106C}" type="pres">
      <dgm:prSet presAssocID="{797EF7F3-76F1-4898-826D-24904F27E16B}" presName="parTx" presStyleLbl="alignNode1" presStyleIdx="2" presStyleCnt="3">
        <dgm:presLayoutVars>
          <dgm:chMax val="0"/>
          <dgm:chPref val="0"/>
        </dgm:presLayoutVars>
      </dgm:prSet>
      <dgm:spPr/>
    </dgm:pt>
    <dgm:pt modelId="{F46C115F-F418-46D0-9A98-4048A3315F6D}" type="pres">
      <dgm:prSet presAssocID="{797EF7F3-76F1-4898-826D-24904F27E16B}" presName="desTx" presStyleLbl="alignAccFollowNode1" presStyleIdx="2" presStyleCnt="3">
        <dgm:presLayoutVars/>
      </dgm:prSet>
      <dgm:spPr/>
    </dgm:pt>
  </dgm:ptLst>
  <dgm:cxnLst>
    <dgm:cxn modelId="{0D6E7D11-2604-4C49-A075-244217A3097E}" type="presOf" srcId="{A9683C8C-8890-45F1-ADFA-DFD93E632252}" destId="{734075CB-FFDB-4154-B720-18124478141E}" srcOrd="0" destOrd="2" presId="urn:microsoft.com/office/officeart/2016/7/layout/HorizontalActionList"/>
    <dgm:cxn modelId="{0F1BB619-9E57-4288-9BC4-46954EC89814}" type="presOf" srcId="{239FC564-1BAE-4F52-886F-C7E3981F0305}" destId="{701DDECA-1624-4565-9807-3773B795BE21}" srcOrd="0" destOrd="0" presId="urn:microsoft.com/office/officeart/2016/7/layout/HorizontalActionList"/>
    <dgm:cxn modelId="{927DD71D-49BC-4FAC-9B42-A2DA7CF67EE4}" srcId="{FCC0E5A3-0C7D-421B-A21F-C1F5785B3C22}" destId="{07DE2F19-FAFE-4DF9-9B1C-D4010E265A56}" srcOrd="0" destOrd="0" parTransId="{21C77758-6B51-49D0-92E8-491FB732A6A5}" sibTransId="{A5F2113B-EC48-4589-A8FF-F14B11B62D1E}"/>
    <dgm:cxn modelId="{8BD2CA23-257B-4393-8854-07A707C8FF29}" srcId="{CB63B185-8664-4102-80E1-55DB66E094C0}" destId="{797EF7F3-76F1-4898-826D-24904F27E16B}" srcOrd="2" destOrd="0" parTransId="{DB91FCFD-DF4D-40F1-B19F-D927DB2E3204}" sibTransId="{1E15DC62-93DF-4920-8849-7E7370F8A552}"/>
    <dgm:cxn modelId="{0CAD1540-536C-4280-BD9B-B0ED3F6BFFDB}" srcId="{CB63B185-8664-4102-80E1-55DB66E094C0}" destId="{780A2326-4CC1-491D-AEE3-68B324AE40C9}" srcOrd="1" destOrd="0" parTransId="{0155A33B-762B-497E-81CA-C5832EEB2D8D}" sibTransId="{C69F7BD0-BD63-4806-8A3D-BE8230984B4F}"/>
    <dgm:cxn modelId="{CFD1715B-2A6E-4224-B2E7-BACCB5DA69A6}" type="presOf" srcId="{780A2326-4CC1-491D-AEE3-68B324AE40C9}" destId="{D0C4722E-602C-48B7-87E4-BF6D1B038863}" srcOrd="0" destOrd="0" presId="urn:microsoft.com/office/officeart/2016/7/layout/HorizontalActionList"/>
    <dgm:cxn modelId="{43885660-6E3D-4851-A2C0-572F056CF9B5}" type="presOf" srcId="{5E3AD149-349A-454C-92FC-5685426DC59D}" destId="{734075CB-FFDB-4154-B720-18124478141E}" srcOrd="0" destOrd="1" presId="urn:microsoft.com/office/officeart/2016/7/layout/HorizontalActionList"/>
    <dgm:cxn modelId="{B7B3176A-AB42-4E1A-8CC3-42217531A82E}" srcId="{797EF7F3-76F1-4898-826D-24904F27E16B}" destId="{FCC0E5A3-0C7D-421B-A21F-C1F5785B3C22}" srcOrd="0" destOrd="0" parTransId="{36F54FF7-BA02-497F-856D-0FD7B3D091AD}" sibTransId="{85EEED3C-3E19-4F43-BA7E-BA73C2753A06}"/>
    <dgm:cxn modelId="{D3C5876A-9978-4C49-BAAC-BA155D8EF7C5}" type="presOf" srcId="{78C074D8-1099-4A80-8340-9568E56FAE62}" destId="{F46C115F-F418-46D0-9A98-4048A3315F6D}" srcOrd="0" destOrd="2" presId="urn:microsoft.com/office/officeart/2016/7/layout/HorizontalActionList"/>
    <dgm:cxn modelId="{4A41C370-2A96-4041-858A-C788F3651F0B}" srcId="{239FC564-1BAE-4F52-886F-C7E3981F0305}" destId="{444A966F-CB8B-430C-B9DA-4C1C09C5A566}" srcOrd="1" destOrd="0" parTransId="{C3625B7E-25F7-4A84-A58E-3E123283E74B}" sibTransId="{2E7202FA-0486-4BDB-A3BE-8EB20CB1C9D4}"/>
    <dgm:cxn modelId="{ABC9F774-9821-44B4-B742-9ED7F6861CAD}" srcId="{64EBA4B0-D1A9-4BDD-9818-B0E61F84B86C}" destId="{5E3AD149-349A-454C-92FC-5685426DC59D}" srcOrd="0" destOrd="0" parTransId="{2B762696-5AE6-4A00-A3CA-D2D7F9262540}" sibTransId="{33F5D720-646F-43F6-981A-B697F8C04D4F}"/>
    <dgm:cxn modelId="{D06E0F7B-91AA-4234-B765-7BAE642902A2}" srcId="{CB63B185-8664-4102-80E1-55DB66E094C0}" destId="{FBC15E3C-DF4F-48D6-A41C-02EBE2FAA24D}" srcOrd="0" destOrd="0" parTransId="{0FAF00DD-E385-4A96-B1B3-C7EACF721B39}" sibTransId="{66731000-9C71-4C92-978F-0FCAAE32032B}"/>
    <dgm:cxn modelId="{C96BEE87-6238-4F2D-AFB5-AE8C7FEEAB6A}" type="presOf" srcId="{FCC0E5A3-0C7D-421B-A21F-C1F5785B3C22}" destId="{F46C115F-F418-46D0-9A98-4048A3315F6D}" srcOrd="0" destOrd="0" presId="urn:microsoft.com/office/officeart/2016/7/layout/HorizontalActionList"/>
    <dgm:cxn modelId="{CAD3EB8D-DD9C-49EE-80AC-4F56438BD2A2}" type="presOf" srcId="{797EF7F3-76F1-4898-826D-24904F27E16B}" destId="{C8404A64-8380-4692-B789-0368C725106C}" srcOrd="0" destOrd="0" presId="urn:microsoft.com/office/officeart/2016/7/layout/HorizontalActionList"/>
    <dgm:cxn modelId="{E4226997-D4FE-4EA1-8D38-3D32AC50C38F}" type="presOf" srcId="{444A966F-CB8B-430C-B9DA-4C1C09C5A566}" destId="{701DDECA-1624-4565-9807-3773B795BE21}" srcOrd="0" destOrd="2" presId="urn:microsoft.com/office/officeart/2016/7/layout/HorizontalActionList"/>
    <dgm:cxn modelId="{424313B1-738F-449E-9163-A89F0E136F16}" type="presOf" srcId="{144B0E65-DC25-4006-9B3A-3EF376FBD99D}" destId="{701DDECA-1624-4565-9807-3773B795BE21}" srcOrd="0" destOrd="3" presId="urn:microsoft.com/office/officeart/2016/7/layout/HorizontalActionList"/>
    <dgm:cxn modelId="{00AB23B3-9E6E-4AA6-879B-4EE1C81EE490}" srcId="{239FC564-1BAE-4F52-886F-C7E3981F0305}" destId="{21FCC17B-C7A5-4D9D-8360-8161971E35C1}" srcOrd="0" destOrd="0" parTransId="{0F1810B9-863A-43BB-A4D7-FFCCEB7D954F}" sibTransId="{81323253-4A73-4E90-BA7B-C15ED7148053}"/>
    <dgm:cxn modelId="{4133B4C7-9F73-498D-ACEE-508ACEAB9436}" type="presOf" srcId="{CB63B185-8664-4102-80E1-55DB66E094C0}" destId="{1EBC6B8F-9863-4819-AAEA-31E381040F13}" srcOrd="0" destOrd="0" presId="urn:microsoft.com/office/officeart/2016/7/layout/HorizontalActionList"/>
    <dgm:cxn modelId="{3C6AE9CB-45C1-49FC-9F5E-BF75A1C36334}" srcId="{239FC564-1BAE-4F52-886F-C7E3981F0305}" destId="{144B0E65-DC25-4006-9B3A-3EF376FBD99D}" srcOrd="2" destOrd="0" parTransId="{22E4CF75-FB52-4A3D-83E0-FDF288B9C3CB}" sibTransId="{0E4FE5C5-CB1A-45F6-8679-5EA1488F7501}"/>
    <dgm:cxn modelId="{5C2CE9D3-B4D4-46EF-9E18-EFC1C5695CDE}" srcId="{FCC0E5A3-0C7D-421B-A21F-C1F5785B3C22}" destId="{78C074D8-1099-4A80-8340-9568E56FAE62}" srcOrd="1" destOrd="0" parTransId="{5BF27DC5-EA9F-4F07-B7C3-2E8545CE6F86}" sibTransId="{7AC03586-CB2D-4E1A-A093-C1987D28E541}"/>
    <dgm:cxn modelId="{00554CD8-B917-4D32-B715-56F56443376E}" type="presOf" srcId="{64EBA4B0-D1A9-4BDD-9818-B0E61F84B86C}" destId="{734075CB-FFDB-4154-B720-18124478141E}" srcOrd="0" destOrd="0" presId="urn:microsoft.com/office/officeart/2016/7/layout/HorizontalActionList"/>
    <dgm:cxn modelId="{D507D3E0-FA2D-4DA2-88A8-682EBE002F0E}" srcId="{64EBA4B0-D1A9-4BDD-9818-B0E61F84B86C}" destId="{A9683C8C-8890-45F1-ADFA-DFD93E632252}" srcOrd="1" destOrd="0" parTransId="{00272701-7B26-4F65-BCA8-6D3B6379DB04}" sibTransId="{06D17D0F-EFFC-4B0B-8C38-4F364A90E458}"/>
    <dgm:cxn modelId="{78D7A2E2-E22B-49B9-A469-5B79C16E3A77}" srcId="{FBC15E3C-DF4F-48D6-A41C-02EBE2FAA24D}" destId="{64EBA4B0-D1A9-4BDD-9818-B0E61F84B86C}" srcOrd="0" destOrd="0" parTransId="{AADE52AF-1295-44CD-9C1C-878FA4E36FEF}" sibTransId="{3F1D5D45-A5C5-4CFE-AECF-60D412B3F33A}"/>
    <dgm:cxn modelId="{091374E9-4667-4CCD-BE80-2B2E60887428}" type="presOf" srcId="{21FCC17B-C7A5-4D9D-8360-8161971E35C1}" destId="{701DDECA-1624-4565-9807-3773B795BE21}" srcOrd="0" destOrd="1" presId="urn:microsoft.com/office/officeart/2016/7/layout/HorizontalActionList"/>
    <dgm:cxn modelId="{6B88B2F6-29CE-4E4F-BB32-400B48C1DFBF}" type="presOf" srcId="{FBC15E3C-DF4F-48D6-A41C-02EBE2FAA24D}" destId="{105FFB85-BC5F-495C-AB6C-70E9F9B2978B}" srcOrd="0" destOrd="0" presId="urn:microsoft.com/office/officeart/2016/7/layout/HorizontalActionList"/>
    <dgm:cxn modelId="{F1CB75FC-6CB4-4FF4-B2AB-30694D19FE1D}" type="presOf" srcId="{07DE2F19-FAFE-4DF9-9B1C-D4010E265A56}" destId="{F46C115F-F418-46D0-9A98-4048A3315F6D}" srcOrd="0" destOrd="1" presId="urn:microsoft.com/office/officeart/2016/7/layout/HorizontalActionList"/>
    <dgm:cxn modelId="{4925A1FF-A95F-4F98-9071-F2497308A571}" srcId="{780A2326-4CC1-491D-AEE3-68B324AE40C9}" destId="{239FC564-1BAE-4F52-886F-C7E3981F0305}" srcOrd="0" destOrd="0" parTransId="{2EA4752F-88DB-482A-B317-83E71D433D30}" sibTransId="{60BFECDB-9C52-405D-BC29-CA4DE32FAA2B}"/>
    <dgm:cxn modelId="{CDCDC867-65C7-4D21-888C-1CC16FEBB216}" type="presParOf" srcId="{1EBC6B8F-9863-4819-AAEA-31E381040F13}" destId="{EE48F801-BA4F-460D-A56A-738C9EA581A3}" srcOrd="0" destOrd="0" presId="urn:microsoft.com/office/officeart/2016/7/layout/HorizontalActionList"/>
    <dgm:cxn modelId="{47B82B91-E8EB-4B36-9B1D-2806FAA7BFE9}" type="presParOf" srcId="{EE48F801-BA4F-460D-A56A-738C9EA581A3}" destId="{105FFB85-BC5F-495C-AB6C-70E9F9B2978B}" srcOrd="0" destOrd="0" presId="urn:microsoft.com/office/officeart/2016/7/layout/HorizontalActionList"/>
    <dgm:cxn modelId="{46556DB2-306C-4DC6-9F64-F4AEEA075964}" type="presParOf" srcId="{EE48F801-BA4F-460D-A56A-738C9EA581A3}" destId="{734075CB-FFDB-4154-B720-18124478141E}" srcOrd="1" destOrd="0" presId="urn:microsoft.com/office/officeart/2016/7/layout/HorizontalActionList"/>
    <dgm:cxn modelId="{29028E7C-50D3-47CD-A493-783965D392C6}" type="presParOf" srcId="{1EBC6B8F-9863-4819-AAEA-31E381040F13}" destId="{20ECF00C-CBCC-4595-AEEB-A665A84E069D}" srcOrd="1" destOrd="0" presId="urn:microsoft.com/office/officeart/2016/7/layout/HorizontalActionList"/>
    <dgm:cxn modelId="{DC35C7FD-4D84-46FB-924A-51442887B6DD}" type="presParOf" srcId="{1EBC6B8F-9863-4819-AAEA-31E381040F13}" destId="{A886A2F3-2AA9-4E54-B985-0315D1FDD57F}" srcOrd="2" destOrd="0" presId="urn:microsoft.com/office/officeart/2016/7/layout/HorizontalActionList"/>
    <dgm:cxn modelId="{BB3665D4-05B2-45C3-B1CD-05C570DCEA0A}" type="presParOf" srcId="{A886A2F3-2AA9-4E54-B985-0315D1FDD57F}" destId="{D0C4722E-602C-48B7-87E4-BF6D1B038863}" srcOrd="0" destOrd="0" presId="urn:microsoft.com/office/officeart/2016/7/layout/HorizontalActionList"/>
    <dgm:cxn modelId="{82524739-AC60-404F-835B-3F33BE8E1D41}" type="presParOf" srcId="{A886A2F3-2AA9-4E54-B985-0315D1FDD57F}" destId="{701DDECA-1624-4565-9807-3773B795BE21}" srcOrd="1" destOrd="0" presId="urn:microsoft.com/office/officeart/2016/7/layout/HorizontalActionList"/>
    <dgm:cxn modelId="{71144D5B-5F41-493F-AA71-E26C2285B386}" type="presParOf" srcId="{1EBC6B8F-9863-4819-AAEA-31E381040F13}" destId="{D6466123-1153-40FD-95DA-BE5183E1C262}" srcOrd="3" destOrd="0" presId="urn:microsoft.com/office/officeart/2016/7/layout/HorizontalActionList"/>
    <dgm:cxn modelId="{FA730046-371B-4629-88A6-735A62F0D1DF}" type="presParOf" srcId="{1EBC6B8F-9863-4819-AAEA-31E381040F13}" destId="{6BEAA709-4ECA-4CA3-B8D5-2D4153DFB347}" srcOrd="4" destOrd="0" presId="urn:microsoft.com/office/officeart/2016/7/layout/HorizontalActionList"/>
    <dgm:cxn modelId="{FC8B7BED-A420-4173-95B9-D40918806051}" type="presParOf" srcId="{6BEAA709-4ECA-4CA3-B8D5-2D4153DFB347}" destId="{C8404A64-8380-4692-B789-0368C725106C}" srcOrd="0" destOrd="0" presId="urn:microsoft.com/office/officeart/2016/7/layout/HorizontalActionList"/>
    <dgm:cxn modelId="{0B4AF9D6-925F-459F-9DCC-84EAE21AD015}" type="presParOf" srcId="{6BEAA709-4ECA-4CA3-B8D5-2D4153DFB347}" destId="{F46C115F-F418-46D0-9A98-4048A3315F6D}" srcOrd="1" destOrd="0" presId="urn:microsoft.com/office/officeart/2016/7/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308E59-0F4B-4766-84D8-5A940A42F3B8}">
      <dsp:nvSpPr>
        <dsp:cNvPr id="0" name=""/>
        <dsp:cNvSpPr/>
      </dsp:nvSpPr>
      <dsp:spPr>
        <a:xfrm>
          <a:off x="0" y="552"/>
          <a:ext cx="8810625"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8EC636-5F3A-4FA2-ACBA-C001F6A8DB8B}">
      <dsp:nvSpPr>
        <dsp:cNvPr id="0" name=""/>
        <dsp:cNvSpPr/>
      </dsp:nvSpPr>
      <dsp:spPr>
        <a:xfrm>
          <a:off x="391076" y="291436"/>
          <a:ext cx="711048" cy="7110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4B27D3-B08B-4E2E-8DB0-854CD1C34F40}">
      <dsp:nvSpPr>
        <dsp:cNvPr id="0" name=""/>
        <dsp:cNvSpPr/>
      </dsp:nvSpPr>
      <dsp:spPr>
        <a:xfrm>
          <a:off x="1493202" y="552"/>
          <a:ext cx="3964781"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a:t>Digital forensic investigation categories:</a:t>
          </a:r>
        </a:p>
      </dsp:txBody>
      <dsp:txXfrm>
        <a:off x="1493202" y="552"/>
        <a:ext cx="3964781" cy="1292816"/>
      </dsp:txXfrm>
    </dsp:sp>
    <dsp:sp modelId="{A1C7463D-BD1E-4474-B16A-FA3110E2ED7A}">
      <dsp:nvSpPr>
        <dsp:cNvPr id="0" name=""/>
        <dsp:cNvSpPr/>
      </dsp:nvSpPr>
      <dsp:spPr>
        <a:xfrm>
          <a:off x="5457984" y="552"/>
          <a:ext cx="3352640"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00100">
            <a:lnSpc>
              <a:spcPct val="90000"/>
            </a:lnSpc>
            <a:spcBef>
              <a:spcPct val="0"/>
            </a:spcBef>
            <a:spcAft>
              <a:spcPct val="35000"/>
            </a:spcAft>
            <a:buNone/>
          </a:pPr>
          <a:r>
            <a:rPr lang="en-US" sz="1800" kern="1200"/>
            <a:t>Acquisition</a:t>
          </a:r>
        </a:p>
        <a:p>
          <a:pPr marL="0" lvl="0" indent="0" algn="l" defTabSz="800100">
            <a:lnSpc>
              <a:spcPct val="90000"/>
            </a:lnSpc>
            <a:spcBef>
              <a:spcPct val="0"/>
            </a:spcBef>
            <a:spcAft>
              <a:spcPct val="35000"/>
            </a:spcAft>
            <a:buNone/>
          </a:pPr>
          <a:r>
            <a:rPr lang="en-US" sz="1800" kern="1200"/>
            <a:t>Examination</a:t>
          </a:r>
        </a:p>
        <a:p>
          <a:pPr marL="0" lvl="0" indent="0" algn="l" defTabSz="800100">
            <a:lnSpc>
              <a:spcPct val="90000"/>
            </a:lnSpc>
            <a:spcBef>
              <a:spcPct val="0"/>
            </a:spcBef>
            <a:spcAft>
              <a:spcPct val="35000"/>
            </a:spcAft>
            <a:buNone/>
          </a:pPr>
          <a:r>
            <a:rPr lang="en-US" sz="1800" kern="1200"/>
            <a:t>Presentation </a:t>
          </a:r>
        </a:p>
      </dsp:txBody>
      <dsp:txXfrm>
        <a:off x="5457984" y="552"/>
        <a:ext cx="3352640" cy="1292816"/>
      </dsp:txXfrm>
    </dsp:sp>
    <dsp:sp modelId="{74D088EF-F695-4883-A137-03E1F3E2AA9C}">
      <dsp:nvSpPr>
        <dsp:cNvPr id="0" name=""/>
        <dsp:cNvSpPr/>
      </dsp:nvSpPr>
      <dsp:spPr>
        <a:xfrm>
          <a:off x="0" y="1616572"/>
          <a:ext cx="8810625"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7DD036-8E6A-4B75-9A64-4DE088F902AF}">
      <dsp:nvSpPr>
        <dsp:cNvPr id="0" name=""/>
        <dsp:cNvSpPr/>
      </dsp:nvSpPr>
      <dsp:spPr>
        <a:xfrm>
          <a:off x="391076" y="1907456"/>
          <a:ext cx="711048" cy="7110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7AB820-246F-456F-865C-2DB4F11F6C4A}">
      <dsp:nvSpPr>
        <dsp:cNvPr id="0" name=""/>
        <dsp:cNvSpPr/>
      </dsp:nvSpPr>
      <dsp:spPr>
        <a:xfrm>
          <a:off x="1493202" y="1616572"/>
          <a:ext cx="3964781"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a:t>Evidence extraction</a:t>
          </a:r>
        </a:p>
      </dsp:txBody>
      <dsp:txXfrm>
        <a:off x="1493202" y="1616572"/>
        <a:ext cx="3964781" cy="1292816"/>
      </dsp:txXfrm>
    </dsp:sp>
    <dsp:sp modelId="{C4C389E1-618F-4441-B03B-3377DBAD5555}">
      <dsp:nvSpPr>
        <dsp:cNvPr id="0" name=""/>
        <dsp:cNvSpPr/>
      </dsp:nvSpPr>
      <dsp:spPr>
        <a:xfrm>
          <a:off x="5457984" y="1616572"/>
          <a:ext cx="3352640"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00100">
            <a:lnSpc>
              <a:spcPct val="90000"/>
            </a:lnSpc>
            <a:spcBef>
              <a:spcPct val="0"/>
            </a:spcBef>
            <a:spcAft>
              <a:spcPct val="35000"/>
            </a:spcAft>
            <a:buNone/>
          </a:pPr>
          <a:r>
            <a:rPr lang="en-US" sz="1800" kern="1200"/>
            <a:t>Physical vs logical</a:t>
          </a:r>
        </a:p>
      </dsp:txBody>
      <dsp:txXfrm>
        <a:off x="5457984" y="1616572"/>
        <a:ext cx="3352640" cy="1292816"/>
      </dsp:txXfrm>
    </dsp:sp>
    <dsp:sp modelId="{A3BBC5BE-3C29-4F41-ADF2-07CF8DDA4B01}">
      <dsp:nvSpPr>
        <dsp:cNvPr id="0" name=""/>
        <dsp:cNvSpPr/>
      </dsp:nvSpPr>
      <dsp:spPr>
        <a:xfrm>
          <a:off x="0" y="3232593"/>
          <a:ext cx="8810625"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42AA8F-B0A3-4F34-83A3-4FB7CE23696E}">
      <dsp:nvSpPr>
        <dsp:cNvPr id="0" name=""/>
        <dsp:cNvSpPr/>
      </dsp:nvSpPr>
      <dsp:spPr>
        <a:xfrm>
          <a:off x="391076" y="3523476"/>
          <a:ext cx="711048" cy="7110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F9D5B8-6C98-4CBD-BEFB-D1E130A87BF5}">
      <dsp:nvSpPr>
        <dsp:cNvPr id="0" name=""/>
        <dsp:cNvSpPr/>
      </dsp:nvSpPr>
      <dsp:spPr>
        <a:xfrm>
          <a:off x="1493202" y="3232593"/>
          <a:ext cx="7317422"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a:t>Capturing contents of RAM</a:t>
          </a:r>
        </a:p>
      </dsp:txBody>
      <dsp:txXfrm>
        <a:off x="1493202" y="3232593"/>
        <a:ext cx="7317422" cy="12928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308E59-0F4B-4766-84D8-5A940A42F3B8}">
      <dsp:nvSpPr>
        <dsp:cNvPr id="0" name=""/>
        <dsp:cNvSpPr/>
      </dsp:nvSpPr>
      <dsp:spPr>
        <a:xfrm>
          <a:off x="0" y="13648"/>
          <a:ext cx="6142061"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8EC636-5F3A-4FA2-ACBA-C001F6A8DB8B}">
      <dsp:nvSpPr>
        <dsp:cNvPr id="0" name=""/>
        <dsp:cNvSpPr/>
      </dsp:nvSpPr>
      <dsp:spPr>
        <a:xfrm>
          <a:off x="391076" y="291436"/>
          <a:ext cx="711048" cy="7110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4B27D3-B08B-4E2E-8DB0-854CD1C34F40}">
      <dsp:nvSpPr>
        <dsp:cNvPr id="0" name=""/>
        <dsp:cNvSpPr/>
      </dsp:nvSpPr>
      <dsp:spPr>
        <a:xfrm>
          <a:off x="1493202" y="552"/>
          <a:ext cx="276392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altLang="en-US" sz="2500" b="1" kern="1200" dirty="0"/>
            <a:t>Acquisition</a:t>
          </a:r>
          <a:endParaRPr lang="en-US" sz="2500" kern="1200" dirty="0"/>
        </a:p>
      </dsp:txBody>
      <dsp:txXfrm>
        <a:off x="1493202" y="552"/>
        <a:ext cx="2763927" cy="1292816"/>
      </dsp:txXfrm>
    </dsp:sp>
    <dsp:sp modelId="{A1C7463D-BD1E-4474-B16A-FA3110E2ED7A}">
      <dsp:nvSpPr>
        <dsp:cNvPr id="0" name=""/>
        <dsp:cNvSpPr/>
      </dsp:nvSpPr>
      <dsp:spPr>
        <a:xfrm>
          <a:off x="4257130" y="552"/>
          <a:ext cx="1884930"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00100">
            <a:lnSpc>
              <a:spcPct val="100000"/>
            </a:lnSpc>
            <a:spcBef>
              <a:spcPct val="0"/>
            </a:spcBef>
            <a:spcAft>
              <a:spcPct val="35000"/>
            </a:spcAft>
            <a:buNone/>
          </a:pPr>
          <a:endParaRPr lang="en-US" sz="1800" kern="1200" dirty="0"/>
        </a:p>
      </dsp:txBody>
      <dsp:txXfrm>
        <a:off x="4257130" y="552"/>
        <a:ext cx="1884930" cy="1292816"/>
      </dsp:txXfrm>
    </dsp:sp>
    <dsp:sp modelId="{74D088EF-F695-4883-A137-03E1F3E2AA9C}">
      <dsp:nvSpPr>
        <dsp:cNvPr id="0" name=""/>
        <dsp:cNvSpPr/>
      </dsp:nvSpPr>
      <dsp:spPr>
        <a:xfrm>
          <a:off x="0" y="1616572"/>
          <a:ext cx="6142061"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7DD036-8E6A-4B75-9A64-4DE088F902AF}">
      <dsp:nvSpPr>
        <dsp:cNvPr id="0" name=""/>
        <dsp:cNvSpPr/>
      </dsp:nvSpPr>
      <dsp:spPr>
        <a:xfrm>
          <a:off x="391076" y="1907456"/>
          <a:ext cx="711048" cy="7110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7AB820-246F-456F-865C-2DB4F11F6C4A}">
      <dsp:nvSpPr>
        <dsp:cNvPr id="0" name=""/>
        <dsp:cNvSpPr/>
      </dsp:nvSpPr>
      <dsp:spPr>
        <a:xfrm>
          <a:off x="1493202" y="1616572"/>
          <a:ext cx="276392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altLang="en-US" sz="2500" b="1" kern="1200" dirty="0"/>
            <a:t>Examination</a:t>
          </a:r>
          <a:endParaRPr lang="en-US" sz="2500" kern="1200" dirty="0"/>
        </a:p>
      </dsp:txBody>
      <dsp:txXfrm>
        <a:off x="1493202" y="1616572"/>
        <a:ext cx="2763927" cy="1292816"/>
      </dsp:txXfrm>
    </dsp:sp>
    <dsp:sp modelId="{C4C389E1-618F-4441-B03B-3377DBAD5555}">
      <dsp:nvSpPr>
        <dsp:cNvPr id="0" name=""/>
        <dsp:cNvSpPr/>
      </dsp:nvSpPr>
      <dsp:spPr>
        <a:xfrm>
          <a:off x="4257130" y="1616572"/>
          <a:ext cx="1884930"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00100">
            <a:lnSpc>
              <a:spcPct val="100000"/>
            </a:lnSpc>
            <a:spcBef>
              <a:spcPct val="0"/>
            </a:spcBef>
            <a:spcAft>
              <a:spcPct val="35000"/>
            </a:spcAft>
            <a:buNone/>
          </a:pPr>
          <a:endParaRPr lang="en-US" sz="1800" kern="1200" dirty="0"/>
        </a:p>
      </dsp:txBody>
      <dsp:txXfrm>
        <a:off x="4257130" y="1616572"/>
        <a:ext cx="1884930" cy="1292816"/>
      </dsp:txXfrm>
    </dsp:sp>
    <dsp:sp modelId="{A3BBC5BE-3C29-4F41-ADF2-07CF8DDA4B01}">
      <dsp:nvSpPr>
        <dsp:cNvPr id="0" name=""/>
        <dsp:cNvSpPr/>
      </dsp:nvSpPr>
      <dsp:spPr>
        <a:xfrm>
          <a:off x="0" y="3232593"/>
          <a:ext cx="6142061"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42AA8F-B0A3-4F34-83A3-4FB7CE23696E}">
      <dsp:nvSpPr>
        <dsp:cNvPr id="0" name=""/>
        <dsp:cNvSpPr/>
      </dsp:nvSpPr>
      <dsp:spPr>
        <a:xfrm>
          <a:off x="391076" y="3523476"/>
          <a:ext cx="711048" cy="7110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F9D5B8-6C98-4CBD-BEFB-D1E130A87BF5}">
      <dsp:nvSpPr>
        <dsp:cNvPr id="0" name=""/>
        <dsp:cNvSpPr/>
      </dsp:nvSpPr>
      <dsp:spPr>
        <a:xfrm>
          <a:off x="1493202" y="3232593"/>
          <a:ext cx="4648858"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altLang="en-US" sz="2500" b="1" kern="1200" dirty="0"/>
            <a:t>Presentation </a:t>
          </a:r>
          <a:endParaRPr lang="en-US" sz="2500" kern="1200" dirty="0"/>
        </a:p>
      </dsp:txBody>
      <dsp:txXfrm>
        <a:off x="1493202" y="3232593"/>
        <a:ext cx="4648858" cy="12928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D710F2-4307-4BB2-A1D8-5A9A0C7705F6}">
      <dsp:nvSpPr>
        <dsp:cNvPr id="0" name=""/>
        <dsp:cNvSpPr/>
      </dsp:nvSpPr>
      <dsp:spPr>
        <a:xfrm>
          <a:off x="0" y="3712269"/>
          <a:ext cx="2202656" cy="812153"/>
        </a:xfrm>
        <a:prstGeom prst="rect">
          <a:avLst/>
        </a:prstGeom>
        <a:solidFill>
          <a:schemeClr val="accent6">
            <a:shade val="50000"/>
            <a:hueOff val="0"/>
            <a:satOff val="0"/>
            <a:lumOff val="0"/>
            <a:alphaOff val="0"/>
          </a:schemeClr>
        </a:solidFill>
        <a:ln w="25400" cap="flat" cmpd="sng" algn="ctr">
          <a:solidFill>
            <a:schemeClr val="accent6">
              <a:shade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56653" tIns="192024" rIns="156653" bIns="192024" numCol="1" spcCol="1270" anchor="ctr" anchorCtr="0">
          <a:noAutofit/>
        </a:bodyPr>
        <a:lstStyle/>
        <a:p>
          <a:pPr marL="0" lvl="0" indent="0" algn="ctr" defTabSz="1200150">
            <a:lnSpc>
              <a:spcPct val="90000"/>
            </a:lnSpc>
            <a:spcBef>
              <a:spcPct val="0"/>
            </a:spcBef>
            <a:spcAft>
              <a:spcPct val="35000"/>
            </a:spcAft>
            <a:buNone/>
          </a:pPr>
          <a:r>
            <a:rPr lang="en-US" sz="2700" kern="1200"/>
            <a:t>Note</a:t>
          </a:r>
        </a:p>
      </dsp:txBody>
      <dsp:txXfrm>
        <a:off x="0" y="3712269"/>
        <a:ext cx="2202656" cy="812153"/>
      </dsp:txXfrm>
    </dsp:sp>
    <dsp:sp modelId="{1FA7AA08-11B6-47C3-AB86-30F1E0EEF51A}">
      <dsp:nvSpPr>
        <dsp:cNvPr id="0" name=""/>
        <dsp:cNvSpPr/>
      </dsp:nvSpPr>
      <dsp:spPr>
        <a:xfrm>
          <a:off x="2202656" y="3712269"/>
          <a:ext cx="6607968" cy="812153"/>
        </a:xfrm>
        <a:prstGeom prst="rect">
          <a:avLst/>
        </a:prstGeom>
        <a:solidFill>
          <a:schemeClr val="accent6">
            <a:alpha val="90000"/>
            <a:tint val="55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4041" tIns="228600" rIns="134041" bIns="228600" numCol="1" spcCol="1270" anchor="ctr" anchorCtr="0">
          <a:noAutofit/>
        </a:bodyPr>
        <a:lstStyle/>
        <a:p>
          <a:pPr marL="0" lvl="0" indent="0" algn="l" defTabSz="800100">
            <a:lnSpc>
              <a:spcPct val="90000"/>
            </a:lnSpc>
            <a:spcBef>
              <a:spcPct val="0"/>
            </a:spcBef>
            <a:spcAft>
              <a:spcPct val="35000"/>
            </a:spcAft>
            <a:buNone/>
          </a:pPr>
          <a:r>
            <a:rPr lang="en-US" sz="1800" kern="1200"/>
            <a:t>If a device was accessed before the forensic expert is able to secure a mirror image, note the user(s) that accessed it, what files they accessed, and when this occurred. </a:t>
          </a:r>
        </a:p>
      </dsp:txBody>
      <dsp:txXfrm>
        <a:off x="2202656" y="3712269"/>
        <a:ext cx="6607968" cy="812153"/>
      </dsp:txXfrm>
    </dsp:sp>
    <dsp:sp modelId="{07D30700-DEC6-4489-81CD-1DB27E18BFBC}">
      <dsp:nvSpPr>
        <dsp:cNvPr id="0" name=""/>
        <dsp:cNvSpPr/>
      </dsp:nvSpPr>
      <dsp:spPr>
        <a:xfrm rot="10800000">
          <a:off x="0" y="2475359"/>
          <a:ext cx="2202656" cy="1249092"/>
        </a:xfrm>
        <a:prstGeom prst="upArrowCallout">
          <a:avLst>
            <a:gd name="adj1" fmla="val 5000"/>
            <a:gd name="adj2" fmla="val 10000"/>
            <a:gd name="adj3" fmla="val 15000"/>
            <a:gd name="adj4" fmla="val 64977"/>
          </a:avLst>
        </a:prstGeom>
        <a:solidFill>
          <a:schemeClr val="accent6">
            <a:shade val="50000"/>
            <a:hueOff val="338199"/>
            <a:satOff val="-40777"/>
            <a:lumOff val="29921"/>
            <a:alphaOff val="0"/>
          </a:schemeClr>
        </a:solidFill>
        <a:ln w="25400" cap="flat" cmpd="sng" algn="ctr">
          <a:solidFill>
            <a:schemeClr val="accent6">
              <a:shade val="50000"/>
              <a:hueOff val="338199"/>
              <a:satOff val="-40777"/>
              <a:lumOff val="29921"/>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56653" tIns="192024" rIns="156653" bIns="192024" numCol="1" spcCol="1270" anchor="ctr" anchorCtr="0">
          <a:noAutofit/>
        </a:bodyPr>
        <a:lstStyle/>
        <a:p>
          <a:pPr marL="0" lvl="0" indent="0" algn="ctr" defTabSz="1200150">
            <a:lnSpc>
              <a:spcPct val="90000"/>
            </a:lnSpc>
            <a:spcBef>
              <a:spcPct val="0"/>
            </a:spcBef>
            <a:spcAft>
              <a:spcPct val="35000"/>
            </a:spcAft>
            <a:buNone/>
          </a:pPr>
          <a:r>
            <a:rPr lang="en-US" sz="2700" kern="1200"/>
            <a:t>Initialize</a:t>
          </a:r>
        </a:p>
      </dsp:txBody>
      <dsp:txXfrm rot="-10800000">
        <a:off x="0" y="2475359"/>
        <a:ext cx="2202656" cy="811910"/>
      </dsp:txXfrm>
    </dsp:sp>
    <dsp:sp modelId="{2F0EF650-E331-480C-B1B7-3160D7F55F8B}">
      <dsp:nvSpPr>
        <dsp:cNvPr id="0" name=""/>
        <dsp:cNvSpPr/>
      </dsp:nvSpPr>
      <dsp:spPr>
        <a:xfrm>
          <a:off x="2202656" y="2475359"/>
          <a:ext cx="6607968" cy="811910"/>
        </a:xfrm>
        <a:prstGeom prst="rect">
          <a:avLst/>
        </a:prstGeom>
        <a:solidFill>
          <a:schemeClr val="accent6">
            <a:alpha val="90000"/>
            <a:tint val="55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4041" tIns="228600" rIns="134041" bIns="228600" numCol="1" spcCol="1270" anchor="ctr" anchorCtr="0">
          <a:noAutofit/>
        </a:bodyPr>
        <a:lstStyle/>
        <a:p>
          <a:pPr marL="0" lvl="0" indent="0" algn="l" defTabSz="800100">
            <a:lnSpc>
              <a:spcPct val="90000"/>
            </a:lnSpc>
            <a:spcBef>
              <a:spcPct val="0"/>
            </a:spcBef>
            <a:spcAft>
              <a:spcPct val="35000"/>
            </a:spcAft>
            <a:buNone/>
          </a:pPr>
          <a:r>
            <a:rPr lang="en-US" sz="1800" kern="1200"/>
            <a:t>Initialize a "chain of custody" for each piece of original media, indicating where the media has been, whose possession it has been in, and the reason for that possession </a:t>
          </a:r>
        </a:p>
      </dsp:txBody>
      <dsp:txXfrm>
        <a:off x="2202656" y="2475359"/>
        <a:ext cx="6607968" cy="811910"/>
      </dsp:txXfrm>
    </dsp:sp>
    <dsp:sp modelId="{9B185A05-7162-41E6-9346-3FCE9E7BDD4F}">
      <dsp:nvSpPr>
        <dsp:cNvPr id="0" name=""/>
        <dsp:cNvSpPr/>
      </dsp:nvSpPr>
      <dsp:spPr>
        <a:xfrm rot="10800000">
          <a:off x="0" y="1238448"/>
          <a:ext cx="2202656" cy="1249092"/>
        </a:xfrm>
        <a:prstGeom prst="upArrowCallout">
          <a:avLst>
            <a:gd name="adj1" fmla="val 5000"/>
            <a:gd name="adj2" fmla="val 10000"/>
            <a:gd name="adj3" fmla="val 15000"/>
            <a:gd name="adj4" fmla="val 64977"/>
          </a:avLst>
        </a:prstGeom>
        <a:solidFill>
          <a:schemeClr val="accent6">
            <a:shade val="50000"/>
            <a:hueOff val="676397"/>
            <a:satOff val="-81554"/>
            <a:lumOff val="59841"/>
            <a:alphaOff val="0"/>
          </a:schemeClr>
        </a:solidFill>
        <a:ln w="25400" cap="flat" cmpd="sng" algn="ctr">
          <a:solidFill>
            <a:schemeClr val="accent6">
              <a:shade val="50000"/>
              <a:hueOff val="676397"/>
              <a:satOff val="-81554"/>
              <a:lumOff val="59841"/>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56653" tIns="192024" rIns="156653" bIns="192024" numCol="1" spcCol="1270" anchor="ctr" anchorCtr="0">
          <a:noAutofit/>
        </a:bodyPr>
        <a:lstStyle/>
        <a:p>
          <a:pPr marL="0" lvl="0" indent="0" algn="ctr" defTabSz="1200150">
            <a:lnSpc>
              <a:spcPct val="90000"/>
            </a:lnSpc>
            <a:spcBef>
              <a:spcPct val="0"/>
            </a:spcBef>
            <a:spcAft>
              <a:spcPct val="35000"/>
            </a:spcAft>
            <a:buNone/>
          </a:pPr>
          <a:r>
            <a:rPr lang="en-US" sz="2700" kern="1200"/>
            <a:t>Secure</a:t>
          </a:r>
        </a:p>
      </dsp:txBody>
      <dsp:txXfrm rot="-10800000">
        <a:off x="0" y="1238448"/>
        <a:ext cx="2202656" cy="811910"/>
      </dsp:txXfrm>
    </dsp:sp>
    <dsp:sp modelId="{614E3C5D-8570-4AEA-AA05-8EE63B38FAE7}">
      <dsp:nvSpPr>
        <dsp:cNvPr id="0" name=""/>
        <dsp:cNvSpPr/>
      </dsp:nvSpPr>
      <dsp:spPr>
        <a:xfrm>
          <a:off x="2202656" y="1238448"/>
          <a:ext cx="6607968" cy="811910"/>
        </a:xfrm>
        <a:prstGeom prst="rect">
          <a:avLst/>
        </a:prstGeom>
        <a:solidFill>
          <a:schemeClr val="accent6">
            <a:alpha val="90000"/>
            <a:tint val="55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4041" tIns="228600" rIns="134041" bIns="228600" numCol="1" spcCol="1270" anchor="ctr" anchorCtr="0">
          <a:noAutofit/>
        </a:bodyPr>
        <a:lstStyle/>
        <a:p>
          <a:pPr marL="0" lvl="0" indent="0" algn="l" defTabSz="800100">
            <a:lnSpc>
              <a:spcPct val="90000"/>
            </a:lnSpc>
            <a:spcBef>
              <a:spcPct val="0"/>
            </a:spcBef>
            <a:spcAft>
              <a:spcPct val="35000"/>
            </a:spcAft>
            <a:buNone/>
          </a:pPr>
          <a:r>
            <a:rPr lang="en-US" sz="1800" kern="1200" dirty="0"/>
            <a:t>Secure any relevant media –including hard drives, laptops, cell phones, CD-ROMs, DVDs, USB drives, and MP3 players –the subject may have used</a:t>
          </a:r>
        </a:p>
      </dsp:txBody>
      <dsp:txXfrm>
        <a:off x="2202656" y="1238448"/>
        <a:ext cx="6607968" cy="811910"/>
      </dsp:txXfrm>
    </dsp:sp>
    <dsp:sp modelId="{25836696-E549-4221-8988-5F8AA61BC1A3}">
      <dsp:nvSpPr>
        <dsp:cNvPr id="0" name=""/>
        <dsp:cNvSpPr/>
      </dsp:nvSpPr>
      <dsp:spPr>
        <a:xfrm rot="10800000">
          <a:off x="0" y="1538"/>
          <a:ext cx="2202656" cy="1249092"/>
        </a:xfrm>
        <a:prstGeom prst="upArrowCallout">
          <a:avLst>
            <a:gd name="adj1" fmla="val 5000"/>
            <a:gd name="adj2" fmla="val 10000"/>
            <a:gd name="adj3" fmla="val 15000"/>
            <a:gd name="adj4" fmla="val 64977"/>
          </a:avLst>
        </a:prstGeom>
        <a:solidFill>
          <a:schemeClr val="accent6">
            <a:shade val="50000"/>
            <a:hueOff val="338199"/>
            <a:satOff val="-40777"/>
            <a:lumOff val="29921"/>
            <a:alphaOff val="0"/>
          </a:schemeClr>
        </a:solidFill>
        <a:ln w="25400" cap="flat" cmpd="sng" algn="ctr">
          <a:solidFill>
            <a:schemeClr val="accent6">
              <a:shade val="50000"/>
              <a:hueOff val="338199"/>
              <a:satOff val="-40777"/>
              <a:lumOff val="29921"/>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56653" tIns="192024" rIns="156653" bIns="192024" numCol="1" spcCol="1270" anchor="ctr" anchorCtr="0">
          <a:noAutofit/>
        </a:bodyPr>
        <a:lstStyle/>
        <a:p>
          <a:pPr marL="0" lvl="0" indent="0" algn="ctr" defTabSz="1200150">
            <a:lnSpc>
              <a:spcPct val="90000"/>
            </a:lnSpc>
            <a:spcBef>
              <a:spcPct val="0"/>
            </a:spcBef>
            <a:spcAft>
              <a:spcPct val="35000"/>
            </a:spcAft>
            <a:buNone/>
          </a:pPr>
          <a:r>
            <a:rPr lang="en-US" sz="2700" kern="1200"/>
            <a:t>Identify</a:t>
          </a:r>
        </a:p>
      </dsp:txBody>
      <dsp:txXfrm rot="-10800000">
        <a:off x="0" y="1538"/>
        <a:ext cx="2202656" cy="811910"/>
      </dsp:txXfrm>
    </dsp:sp>
    <dsp:sp modelId="{307471C4-4695-4272-96A9-F45548EF71F2}">
      <dsp:nvSpPr>
        <dsp:cNvPr id="0" name=""/>
        <dsp:cNvSpPr/>
      </dsp:nvSpPr>
      <dsp:spPr>
        <a:xfrm>
          <a:off x="2202656" y="1538"/>
          <a:ext cx="6607968" cy="811910"/>
        </a:xfrm>
        <a:prstGeom prst="rect">
          <a:avLst/>
        </a:prstGeom>
        <a:solidFill>
          <a:schemeClr val="accent6">
            <a:alpha val="90000"/>
            <a:tint val="55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4041" tIns="228600" rIns="134041" bIns="228600" numCol="1" spcCol="1270" anchor="ctr" anchorCtr="0">
          <a:noAutofit/>
        </a:bodyPr>
        <a:lstStyle/>
        <a:p>
          <a:pPr marL="0" lvl="0" indent="0" algn="l" defTabSz="800100">
            <a:lnSpc>
              <a:spcPct val="90000"/>
            </a:lnSpc>
            <a:spcBef>
              <a:spcPct val="0"/>
            </a:spcBef>
            <a:spcAft>
              <a:spcPct val="35000"/>
            </a:spcAft>
            <a:buNone/>
          </a:pPr>
          <a:r>
            <a:rPr lang="en-US" sz="1800" kern="1200"/>
            <a:t>Identify the type of data you are seeking, the information you are looking for, and the urgency level of the examination </a:t>
          </a:r>
        </a:p>
      </dsp:txBody>
      <dsp:txXfrm>
        <a:off x="2202656" y="1538"/>
        <a:ext cx="6607968" cy="8119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1B5178-A436-4BDE-AB14-C4BFAA4421E5}">
      <dsp:nvSpPr>
        <dsp:cNvPr id="0" name=""/>
        <dsp:cNvSpPr/>
      </dsp:nvSpPr>
      <dsp:spPr>
        <a:xfrm>
          <a:off x="0" y="3712269"/>
          <a:ext cx="2202656" cy="812153"/>
        </a:xfrm>
        <a:prstGeom prst="rect">
          <a:avLst/>
        </a:prstGeom>
        <a:solidFill>
          <a:schemeClr val="accent6">
            <a:shade val="80000"/>
            <a:hueOff val="0"/>
            <a:satOff val="0"/>
            <a:lumOff val="0"/>
            <a:alphaOff val="0"/>
          </a:schemeClr>
        </a:solidFill>
        <a:ln w="25400" cap="flat" cmpd="sng" algn="ctr">
          <a:solidFill>
            <a:schemeClr val="accent6">
              <a:shade val="8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56653" tIns="192024" rIns="156653" bIns="192024" numCol="1" spcCol="1270" anchor="ctr" anchorCtr="0">
          <a:noAutofit/>
        </a:bodyPr>
        <a:lstStyle/>
        <a:p>
          <a:pPr marL="0" lvl="0" indent="0" algn="ctr" defTabSz="1200150">
            <a:lnSpc>
              <a:spcPct val="90000"/>
            </a:lnSpc>
            <a:spcBef>
              <a:spcPct val="0"/>
            </a:spcBef>
            <a:spcAft>
              <a:spcPct val="35000"/>
            </a:spcAft>
            <a:buNone/>
          </a:pPr>
          <a:r>
            <a:rPr lang="en-US" sz="2700" kern="1200"/>
            <a:t>Develop</a:t>
          </a:r>
        </a:p>
      </dsp:txBody>
      <dsp:txXfrm>
        <a:off x="0" y="3712269"/>
        <a:ext cx="2202656" cy="812153"/>
      </dsp:txXfrm>
    </dsp:sp>
    <dsp:sp modelId="{D079FEA0-8A0D-481F-A137-90F4F8A375DF}">
      <dsp:nvSpPr>
        <dsp:cNvPr id="0" name=""/>
        <dsp:cNvSpPr/>
      </dsp:nvSpPr>
      <dsp:spPr>
        <a:xfrm>
          <a:off x="2202656" y="3712269"/>
          <a:ext cx="6607968" cy="812153"/>
        </a:xfrm>
        <a:prstGeom prst="rect">
          <a:avLst/>
        </a:prstGeom>
        <a:solidFill>
          <a:schemeClr val="accent6">
            <a:alpha val="90000"/>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4041" tIns="228600" rIns="134041" bIns="228600" numCol="1" spcCol="1270" anchor="ctr" anchorCtr="0">
          <a:noAutofit/>
        </a:bodyPr>
        <a:lstStyle/>
        <a:p>
          <a:pPr marL="0" lvl="0" indent="0" algn="l" defTabSz="800100">
            <a:lnSpc>
              <a:spcPct val="90000"/>
            </a:lnSpc>
            <a:spcBef>
              <a:spcPct val="0"/>
            </a:spcBef>
            <a:spcAft>
              <a:spcPct val="35000"/>
            </a:spcAft>
            <a:buNone/>
          </a:pPr>
          <a:r>
            <a:rPr lang="en-US" sz="1800" kern="1200"/>
            <a:t>Develop a list of key words or phrases to use when searching for relevant data</a:t>
          </a:r>
        </a:p>
      </dsp:txBody>
      <dsp:txXfrm>
        <a:off x="2202656" y="3712269"/>
        <a:ext cx="6607968" cy="812153"/>
      </dsp:txXfrm>
    </dsp:sp>
    <dsp:sp modelId="{BA76955E-DD41-4DC7-8DB3-94B404FEC540}">
      <dsp:nvSpPr>
        <dsp:cNvPr id="0" name=""/>
        <dsp:cNvSpPr/>
      </dsp:nvSpPr>
      <dsp:spPr>
        <a:xfrm rot="10800000">
          <a:off x="0" y="2475359"/>
          <a:ext cx="2202656" cy="1249092"/>
        </a:xfrm>
        <a:prstGeom prst="upArrowCallout">
          <a:avLst>
            <a:gd name="adj1" fmla="val 5000"/>
            <a:gd name="adj2" fmla="val 10000"/>
            <a:gd name="adj3" fmla="val 15000"/>
            <a:gd name="adj4" fmla="val 64977"/>
          </a:avLst>
        </a:prstGeom>
        <a:solidFill>
          <a:schemeClr val="accent6">
            <a:shade val="80000"/>
            <a:hueOff val="232834"/>
            <a:satOff val="-25924"/>
            <a:lumOff val="15174"/>
            <a:alphaOff val="0"/>
          </a:schemeClr>
        </a:solidFill>
        <a:ln w="25400" cap="flat" cmpd="sng" algn="ctr">
          <a:solidFill>
            <a:schemeClr val="accent6">
              <a:shade val="80000"/>
              <a:hueOff val="232834"/>
              <a:satOff val="-25924"/>
              <a:lumOff val="15174"/>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56653" tIns="192024" rIns="156653" bIns="192024" numCol="1" spcCol="1270" anchor="ctr" anchorCtr="0">
          <a:noAutofit/>
        </a:bodyPr>
        <a:lstStyle/>
        <a:p>
          <a:pPr marL="0" lvl="0" indent="0" algn="ctr" defTabSz="1200150">
            <a:lnSpc>
              <a:spcPct val="90000"/>
            </a:lnSpc>
            <a:spcBef>
              <a:spcPct val="0"/>
            </a:spcBef>
            <a:spcAft>
              <a:spcPct val="35000"/>
            </a:spcAft>
            <a:buNone/>
          </a:pPr>
          <a:r>
            <a:rPr lang="en-US" sz="2700" kern="1200"/>
            <a:t>Compile</a:t>
          </a:r>
        </a:p>
      </dsp:txBody>
      <dsp:txXfrm rot="-10800000">
        <a:off x="0" y="2475359"/>
        <a:ext cx="2202656" cy="811910"/>
      </dsp:txXfrm>
    </dsp:sp>
    <dsp:sp modelId="{95448200-5CDE-4119-94B1-25FB652E9D5A}">
      <dsp:nvSpPr>
        <dsp:cNvPr id="0" name=""/>
        <dsp:cNvSpPr/>
      </dsp:nvSpPr>
      <dsp:spPr>
        <a:xfrm>
          <a:off x="2202656" y="2475359"/>
          <a:ext cx="6607968" cy="811910"/>
        </a:xfrm>
        <a:prstGeom prst="rect">
          <a:avLst/>
        </a:prstGeom>
        <a:solidFill>
          <a:schemeClr val="accent6">
            <a:alpha val="90000"/>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4041" tIns="228600" rIns="134041" bIns="228600" numCol="1" spcCol="1270" anchor="ctr" anchorCtr="0">
          <a:noAutofit/>
        </a:bodyPr>
        <a:lstStyle/>
        <a:p>
          <a:pPr marL="0" lvl="0" indent="0" algn="l" defTabSz="800100">
            <a:lnSpc>
              <a:spcPct val="90000"/>
            </a:lnSpc>
            <a:spcBef>
              <a:spcPct val="0"/>
            </a:spcBef>
            <a:spcAft>
              <a:spcPct val="35000"/>
            </a:spcAft>
            <a:buNone/>
          </a:pPr>
          <a:r>
            <a:rPr lang="en-US" sz="1800" kern="1200"/>
            <a:t>Compile a list of names, e-mail addresses and other identifying information about those with whom the subject might have communicated</a:t>
          </a:r>
        </a:p>
      </dsp:txBody>
      <dsp:txXfrm>
        <a:off x="2202656" y="2475359"/>
        <a:ext cx="6607968" cy="811910"/>
      </dsp:txXfrm>
    </dsp:sp>
    <dsp:sp modelId="{D62BED39-49EB-45F3-A467-51B945598C08}">
      <dsp:nvSpPr>
        <dsp:cNvPr id="0" name=""/>
        <dsp:cNvSpPr/>
      </dsp:nvSpPr>
      <dsp:spPr>
        <a:xfrm rot="10800000">
          <a:off x="0" y="1238448"/>
          <a:ext cx="2202656" cy="1249092"/>
        </a:xfrm>
        <a:prstGeom prst="upArrowCallout">
          <a:avLst>
            <a:gd name="adj1" fmla="val 5000"/>
            <a:gd name="adj2" fmla="val 10000"/>
            <a:gd name="adj3" fmla="val 15000"/>
            <a:gd name="adj4" fmla="val 64977"/>
          </a:avLst>
        </a:prstGeom>
        <a:solidFill>
          <a:schemeClr val="accent6">
            <a:shade val="80000"/>
            <a:hueOff val="465668"/>
            <a:satOff val="-51847"/>
            <a:lumOff val="30348"/>
            <a:alphaOff val="0"/>
          </a:schemeClr>
        </a:solidFill>
        <a:ln w="25400" cap="flat" cmpd="sng" algn="ctr">
          <a:solidFill>
            <a:schemeClr val="accent6">
              <a:shade val="80000"/>
              <a:hueOff val="465668"/>
              <a:satOff val="-51847"/>
              <a:lumOff val="30348"/>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56653" tIns="192024" rIns="156653" bIns="192024" numCol="1" spcCol="1270" anchor="ctr" anchorCtr="0">
          <a:noAutofit/>
        </a:bodyPr>
        <a:lstStyle/>
        <a:p>
          <a:pPr marL="0" lvl="0" indent="0" algn="ctr" defTabSz="1200150">
            <a:lnSpc>
              <a:spcPct val="90000"/>
            </a:lnSpc>
            <a:spcBef>
              <a:spcPct val="0"/>
            </a:spcBef>
            <a:spcAft>
              <a:spcPct val="35000"/>
            </a:spcAft>
            <a:buNone/>
          </a:pPr>
          <a:r>
            <a:rPr lang="en-US" sz="2700" kern="1200"/>
            <a:t>Obtain</a:t>
          </a:r>
        </a:p>
      </dsp:txBody>
      <dsp:txXfrm rot="-10800000">
        <a:off x="0" y="1238448"/>
        <a:ext cx="2202656" cy="811910"/>
      </dsp:txXfrm>
    </dsp:sp>
    <dsp:sp modelId="{FC7B5D52-4CFF-4F0C-ABF2-0A7860E3E1DE}">
      <dsp:nvSpPr>
        <dsp:cNvPr id="0" name=""/>
        <dsp:cNvSpPr/>
      </dsp:nvSpPr>
      <dsp:spPr>
        <a:xfrm>
          <a:off x="2202656" y="1238448"/>
          <a:ext cx="6607968" cy="811910"/>
        </a:xfrm>
        <a:prstGeom prst="rect">
          <a:avLst/>
        </a:prstGeom>
        <a:solidFill>
          <a:schemeClr val="accent6">
            <a:alpha val="90000"/>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4041" tIns="228600" rIns="134041" bIns="228600" numCol="1" spcCol="1270" anchor="ctr" anchorCtr="0">
          <a:noAutofit/>
        </a:bodyPr>
        <a:lstStyle/>
        <a:p>
          <a:pPr marL="0" lvl="0" indent="0" algn="l" defTabSz="800100">
            <a:lnSpc>
              <a:spcPct val="90000"/>
            </a:lnSpc>
            <a:spcBef>
              <a:spcPct val="0"/>
            </a:spcBef>
            <a:spcAft>
              <a:spcPct val="35000"/>
            </a:spcAft>
            <a:buNone/>
          </a:pPr>
          <a:r>
            <a:rPr lang="en-US" sz="1800" kern="1200"/>
            <a:t>Obtain passwords to access encrypted or password-protected files, if possible</a:t>
          </a:r>
        </a:p>
      </dsp:txBody>
      <dsp:txXfrm>
        <a:off x="2202656" y="1238448"/>
        <a:ext cx="6607968" cy="811910"/>
      </dsp:txXfrm>
    </dsp:sp>
    <dsp:sp modelId="{90AEA5F0-C90F-4D30-B318-1EA9D32D5F05}">
      <dsp:nvSpPr>
        <dsp:cNvPr id="0" name=""/>
        <dsp:cNvSpPr/>
      </dsp:nvSpPr>
      <dsp:spPr>
        <a:xfrm rot="10800000">
          <a:off x="0" y="1538"/>
          <a:ext cx="2202656" cy="1249092"/>
        </a:xfrm>
        <a:prstGeom prst="upArrowCallout">
          <a:avLst>
            <a:gd name="adj1" fmla="val 5000"/>
            <a:gd name="adj2" fmla="val 10000"/>
            <a:gd name="adj3" fmla="val 15000"/>
            <a:gd name="adj4" fmla="val 64977"/>
          </a:avLst>
        </a:prstGeom>
        <a:solidFill>
          <a:schemeClr val="accent6">
            <a:shade val="80000"/>
            <a:hueOff val="698503"/>
            <a:satOff val="-77771"/>
            <a:lumOff val="45522"/>
            <a:alphaOff val="0"/>
          </a:schemeClr>
        </a:solidFill>
        <a:ln w="25400" cap="flat" cmpd="sng" algn="ctr">
          <a:solidFill>
            <a:schemeClr val="accent6">
              <a:shade val="80000"/>
              <a:hueOff val="698503"/>
              <a:satOff val="-77771"/>
              <a:lumOff val="45522"/>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56653" tIns="192024" rIns="156653" bIns="192024" numCol="1" spcCol="1270" anchor="ctr" anchorCtr="0">
          <a:noAutofit/>
        </a:bodyPr>
        <a:lstStyle/>
        <a:p>
          <a:pPr marL="0" lvl="0" indent="0" algn="ctr" defTabSz="1200150">
            <a:lnSpc>
              <a:spcPct val="90000"/>
            </a:lnSpc>
            <a:spcBef>
              <a:spcPct val="0"/>
            </a:spcBef>
            <a:spcAft>
              <a:spcPct val="35000"/>
            </a:spcAft>
            <a:buNone/>
          </a:pPr>
          <a:r>
            <a:rPr lang="en-US" sz="2700" kern="1200"/>
            <a:t>Obtain</a:t>
          </a:r>
        </a:p>
      </dsp:txBody>
      <dsp:txXfrm rot="-10800000">
        <a:off x="0" y="1538"/>
        <a:ext cx="2202656" cy="811910"/>
      </dsp:txXfrm>
    </dsp:sp>
    <dsp:sp modelId="{0BD966BD-9173-4EE4-9E59-A82A8EE013EE}">
      <dsp:nvSpPr>
        <dsp:cNvPr id="0" name=""/>
        <dsp:cNvSpPr/>
      </dsp:nvSpPr>
      <dsp:spPr>
        <a:xfrm>
          <a:off x="2202656" y="1538"/>
          <a:ext cx="6607968" cy="811910"/>
        </a:xfrm>
        <a:prstGeom prst="rect">
          <a:avLst/>
        </a:prstGeom>
        <a:solidFill>
          <a:schemeClr val="accent6">
            <a:alpha val="90000"/>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4041" tIns="228600" rIns="134041" bIns="228600" numCol="1" spcCol="1270" anchor="ctr" anchorCtr="0">
          <a:noAutofit/>
        </a:bodyPr>
        <a:lstStyle/>
        <a:p>
          <a:pPr marL="0" lvl="0" indent="0" algn="l" defTabSz="800100">
            <a:lnSpc>
              <a:spcPct val="90000"/>
            </a:lnSpc>
            <a:spcBef>
              <a:spcPct val="0"/>
            </a:spcBef>
            <a:spcAft>
              <a:spcPct val="35000"/>
            </a:spcAft>
            <a:buNone/>
          </a:pPr>
          <a:r>
            <a:rPr lang="en-US" sz="1800" kern="1200"/>
            <a:t>Obtain information about the computer hardware where the media was used, and the peripherals and the network to which it was connected</a:t>
          </a:r>
        </a:p>
      </dsp:txBody>
      <dsp:txXfrm>
        <a:off x="2202656" y="1538"/>
        <a:ext cx="6607968" cy="8119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FFB85-BC5F-495C-AB6C-70E9F9B2978B}">
      <dsp:nvSpPr>
        <dsp:cNvPr id="0" name=""/>
        <dsp:cNvSpPr/>
      </dsp:nvSpPr>
      <dsp:spPr>
        <a:xfrm>
          <a:off x="10300" y="410415"/>
          <a:ext cx="2858078" cy="857423"/>
        </a:xfrm>
        <a:prstGeom prst="rect">
          <a:avLst/>
        </a:prstGeom>
        <a:solidFill>
          <a:schemeClr val="accent4">
            <a:alpha val="90000"/>
            <a:hueOff val="0"/>
            <a:satOff val="0"/>
            <a:lumOff val="0"/>
            <a:alphaOff val="0"/>
          </a:schemeClr>
        </a:solidFill>
        <a:ln w="25400" cap="flat" cmpd="sng" algn="ctr">
          <a:solidFill>
            <a:schemeClr val="accent4">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52" tIns="225852" rIns="225852" bIns="225852" numCol="1" spcCol="1270" anchor="ctr" anchorCtr="0">
          <a:noAutofit/>
        </a:bodyPr>
        <a:lstStyle/>
        <a:p>
          <a:pPr marL="0" lvl="0" indent="0" algn="ctr" defTabSz="1200150">
            <a:lnSpc>
              <a:spcPct val="90000"/>
            </a:lnSpc>
            <a:spcBef>
              <a:spcPct val="0"/>
            </a:spcBef>
            <a:spcAft>
              <a:spcPct val="35000"/>
            </a:spcAft>
            <a:buNone/>
          </a:pPr>
          <a:r>
            <a:rPr lang="en-US" sz="2700" kern="1200"/>
            <a:t>Prepare</a:t>
          </a:r>
        </a:p>
      </dsp:txBody>
      <dsp:txXfrm>
        <a:off x="10300" y="410415"/>
        <a:ext cx="2858078" cy="857423"/>
      </dsp:txXfrm>
    </dsp:sp>
    <dsp:sp modelId="{734075CB-FFDB-4154-B720-18124478141E}">
      <dsp:nvSpPr>
        <dsp:cNvPr id="0" name=""/>
        <dsp:cNvSpPr/>
      </dsp:nvSpPr>
      <dsp:spPr>
        <a:xfrm>
          <a:off x="10300" y="1267838"/>
          <a:ext cx="2858078" cy="2847708"/>
        </a:xfrm>
        <a:prstGeom prst="rect">
          <a:avLst/>
        </a:prstGeom>
        <a:solidFill>
          <a:schemeClr val="accent4">
            <a:alpha val="90000"/>
            <a:tint val="40000"/>
            <a:hueOff val="0"/>
            <a:satOff val="0"/>
            <a:lumOff val="0"/>
            <a:alphaOff val="0"/>
          </a:schemeClr>
        </a:solidFill>
        <a:ln w="25400" cap="flat" cmpd="sng" algn="ctr">
          <a:solidFill>
            <a:schemeClr val="accent4">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2315" tIns="282315" rIns="282315" bIns="282315" numCol="1" spcCol="1270" anchor="t" anchorCtr="0">
          <a:noAutofit/>
        </a:bodyPr>
        <a:lstStyle/>
        <a:p>
          <a:pPr marL="0" lvl="0" indent="0" algn="l" defTabSz="711200">
            <a:lnSpc>
              <a:spcPct val="90000"/>
            </a:lnSpc>
            <a:spcBef>
              <a:spcPct val="0"/>
            </a:spcBef>
            <a:spcAft>
              <a:spcPct val="35000"/>
            </a:spcAft>
            <a:buNone/>
          </a:pPr>
          <a:r>
            <a:rPr lang="en-US" sz="1600" kern="1200" dirty="0"/>
            <a:t>Prepare separate media for evidentiary files and data</a:t>
          </a:r>
        </a:p>
        <a:p>
          <a:pPr marL="114300" lvl="1" indent="-114300" algn="l" defTabSz="533400">
            <a:lnSpc>
              <a:spcPct val="90000"/>
            </a:lnSpc>
            <a:spcBef>
              <a:spcPct val="0"/>
            </a:spcBef>
            <a:spcAft>
              <a:spcPct val="15000"/>
            </a:spcAft>
            <a:buChar char="•"/>
          </a:pPr>
          <a:r>
            <a:rPr lang="en-US" sz="1200" kern="1200" dirty="0"/>
            <a:t>Use “disk wiping” software to remove traces of old data</a:t>
          </a:r>
        </a:p>
        <a:p>
          <a:pPr marL="114300" lvl="1" indent="-114300" algn="l" defTabSz="533400">
            <a:lnSpc>
              <a:spcPct val="90000"/>
            </a:lnSpc>
            <a:spcBef>
              <a:spcPct val="0"/>
            </a:spcBef>
            <a:spcAft>
              <a:spcPct val="15000"/>
            </a:spcAft>
            <a:buChar char="•"/>
          </a:pPr>
          <a:r>
            <a:rPr lang="en-US" sz="1200" kern="1200" dirty="0"/>
            <a:t>Create working directories</a:t>
          </a:r>
        </a:p>
      </dsp:txBody>
      <dsp:txXfrm>
        <a:off x="10300" y="1267838"/>
        <a:ext cx="2858078" cy="2847708"/>
      </dsp:txXfrm>
    </dsp:sp>
    <dsp:sp modelId="{D0C4722E-602C-48B7-87E4-BF6D1B038863}">
      <dsp:nvSpPr>
        <dsp:cNvPr id="0" name=""/>
        <dsp:cNvSpPr/>
      </dsp:nvSpPr>
      <dsp:spPr>
        <a:xfrm>
          <a:off x="2976273" y="410415"/>
          <a:ext cx="2858078" cy="857423"/>
        </a:xfrm>
        <a:prstGeom prst="rect">
          <a:avLst/>
        </a:prstGeom>
        <a:solidFill>
          <a:schemeClr val="accent4">
            <a:alpha val="90000"/>
            <a:hueOff val="0"/>
            <a:satOff val="0"/>
            <a:lumOff val="0"/>
            <a:alphaOff val="-20000"/>
          </a:schemeClr>
        </a:solidFill>
        <a:ln w="25400" cap="flat" cmpd="sng" algn="ctr">
          <a:solidFill>
            <a:schemeClr val="accent4">
              <a:alpha val="90000"/>
              <a:hueOff val="0"/>
              <a:satOff val="0"/>
              <a:lumOff val="0"/>
              <a:alphaOff val="-2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52" tIns="225852" rIns="225852" bIns="225852" numCol="1" spcCol="1270" anchor="ctr" anchorCtr="0">
          <a:noAutofit/>
        </a:bodyPr>
        <a:lstStyle/>
        <a:p>
          <a:pPr marL="0" lvl="0" indent="0" algn="ctr" defTabSz="1200150">
            <a:lnSpc>
              <a:spcPct val="90000"/>
            </a:lnSpc>
            <a:spcBef>
              <a:spcPct val="0"/>
            </a:spcBef>
            <a:spcAft>
              <a:spcPct val="35000"/>
            </a:spcAft>
            <a:buNone/>
          </a:pPr>
          <a:r>
            <a:rPr lang="en-US" sz="2700" kern="1200"/>
            <a:t>Perform</a:t>
          </a:r>
        </a:p>
      </dsp:txBody>
      <dsp:txXfrm>
        <a:off x="2976273" y="410415"/>
        <a:ext cx="2858078" cy="857423"/>
      </dsp:txXfrm>
    </dsp:sp>
    <dsp:sp modelId="{701DDECA-1624-4565-9807-3773B795BE21}">
      <dsp:nvSpPr>
        <dsp:cNvPr id="0" name=""/>
        <dsp:cNvSpPr/>
      </dsp:nvSpPr>
      <dsp:spPr>
        <a:xfrm>
          <a:off x="2976273" y="1267838"/>
          <a:ext cx="2858078" cy="2847708"/>
        </a:xfrm>
        <a:prstGeom prst="rect">
          <a:avLst/>
        </a:prstGeom>
        <a:solidFill>
          <a:schemeClr val="accent4">
            <a:alpha val="90000"/>
            <a:tint val="40000"/>
            <a:hueOff val="0"/>
            <a:satOff val="0"/>
            <a:lumOff val="0"/>
            <a:alphaOff val="0"/>
          </a:schemeClr>
        </a:solidFill>
        <a:ln w="25400" cap="flat" cmpd="sng" algn="ctr">
          <a:solidFill>
            <a:schemeClr val="accent4">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2315" tIns="282315" rIns="282315" bIns="282315" numCol="1" spcCol="1270" anchor="t" anchorCtr="0">
          <a:noAutofit/>
        </a:bodyPr>
        <a:lstStyle/>
        <a:p>
          <a:pPr marL="0" lvl="0" indent="0" algn="l" defTabSz="711200">
            <a:lnSpc>
              <a:spcPct val="90000"/>
            </a:lnSpc>
            <a:spcBef>
              <a:spcPct val="0"/>
            </a:spcBef>
            <a:spcAft>
              <a:spcPct val="35000"/>
            </a:spcAft>
            <a:buNone/>
          </a:pPr>
          <a:r>
            <a:rPr lang="en-US" sz="1600" kern="1200" dirty="0"/>
            <a:t>Perform the acquisition using the examiner’s system. </a:t>
          </a:r>
        </a:p>
        <a:p>
          <a:pPr marL="114300" lvl="1" indent="-114300" algn="l" defTabSz="533400">
            <a:lnSpc>
              <a:spcPct val="90000"/>
            </a:lnSpc>
            <a:spcBef>
              <a:spcPct val="0"/>
            </a:spcBef>
            <a:spcAft>
              <a:spcPct val="15000"/>
            </a:spcAft>
            <a:buChar char="•"/>
          </a:pPr>
          <a:r>
            <a:rPr lang="en-US" sz="1200" kern="1200"/>
            <a:t>Configure the examiner’s system to recognize the storage device</a:t>
          </a:r>
        </a:p>
        <a:p>
          <a:pPr marL="114300" lvl="1" indent="-114300" algn="l" defTabSz="533400">
            <a:lnSpc>
              <a:spcPct val="90000"/>
            </a:lnSpc>
            <a:spcBef>
              <a:spcPct val="0"/>
            </a:spcBef>
            <a:spcAft>
              <a:spcPct val="15000"/>
            </a:spcAft>
            <a:buChar char="•"/>
          </a:pPr>
          <a:r>
            <a:rPr lang="en-US" sz="1200" kern="1200" dirty="0"/>
            <a:t>Write protection hardware or software should be used to preserve the original evidence</a:t>
          </a:r>
        </a:p>
        <a:p>
          <a:pPr marL="114300" lvl="1" indent="-114300" algn="l" defTabSz="533400">
            <a:lnSpc>
              <a:spcPct val="90000"/>
            </a:lnSpc>
            <a:spcBef>
              <a:spcPct val="0"/>
            </a:spcBef>
            <a:spcAft>
              <a:spcPct val="15000"/>
            </a:spcAft>
            <a:buChar char="•"/>
          </a:pPr>
          <a:r>
            <a:rPr lang="en-US" sz="1200" kern="1200"/>
            <a:t>Boot with an examiner-controlled and verified operating system</a:t>
          </a:r>
        </a:p>
      </dsp:txBody>
      <dsp:txXfrm>
        <a:off x="2976273" y="1267838"/>
        <a:ext cx="2858078" cy="2847708"/>
      </dsp:txXfrm>
    </dsp:sp>
    <dsp:sp modelId="{C8404A64-8380-4692-B789-0368C725106C}">
      <dsp:nvSpPr>
        <dsp:cNvPr id="0" name=""/>
        <dsp:cNvSpPr/>
      </dsp:nvSpPr>
      <dsp:spPr>
        <a:xfrm>
          <a:off x="5942246" y="410415"/>
          <a:ext cx="2858078" cy="857423"/>
        </a:xfrm>
        <a:prstGeom prst="rect">
          <a:avLst/>
        </a:prstGeom>
        <a:solidFill>
          <a:schemeClr val="accent4">
            <a:alpha val="90000"/>
            <a:hueOff val="0"/>
            <a:satOff val="0"/>
            <a:lumOff val="0"/>
            <a:alphaOff val="-40000"/>
          </a:schemeClr>
        </a:solidFill>
        <a:ln w="25400" cap="flat" cmpd="sng" algn="ctr">
          <a:solidFill>
            <a:schemeClr val="accent4">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52" tIns="225852" rIns="225852" bIns="225852" numCol="1" spcCol="1270" anchor="ctr" anchorCtr="0">
          <a:noAutofit/>
        </a:bodyPr>
        <a:lstStyle/>
        <a:p>
          <a:pPr marL="0" lvl="0" indent="0" algn="ctr" defTabSz="1200150">
            <a:lnSpc>
              <a:spcPct val="90000"/>
            </a:lnSpc>
            <a:spcBef>
              <a:spcPct val="0"/>
            </a:spcBef>
            <a:spcAft>
              <a:spcPct val="35000"/>
            </a:spcAft>
            <a:buNone/>
          </a:pPr>
          <a:r>
            <a:rPr lang="en-US" sz="2700" kern="1200"/>
            <a:t>Create</a:t>
          </a:r>
        </a:p>
      </dsp:txBody>
      <dsp:txXfrm>
        <a:off x="5942246" y="410415"/>
        <a:ext cx="2858078" cy="857423"/>
      </dsp:txXfrm>
    </dsp:sp>
    <dsp:sp modelId="{F46C115F-F418-46D0-9A98-4048A3315F6D}">
      <dsp:nvSpPr>
        <dsp:cNvPr id="0" name=""/>
        <dsp:cNvSpPr/>
      </dsp:nvSpPr>
      <dsp:spPr>
        <a:xfrm>
          <a:off x="5942246" y="1267838"/>
          <a:ext cx="2858078" cy="2847708"/>
        </a:xfrm>
        <a:prstGeom prst="rect">
          <a:avLst/>
        </a:prstGeom>
        <a:solidFill>
          <a:schemeClr val="accent4">
            <a:alpha val="90000"/>
            <a:tint val="40000"/>
            <a:hueOff val="0"/>
            <a:satOff val="0"/>
            <a:lumOff val="0"/>
            <a:alphaOff val="0"/>
          </a:schemeClr>
        </a:solidFill>
        <a:ln w="25400" cap="flat" cmpd="sng" algn="ctr">
          <a:solidFill>
            <a:schemeClr val="accent4">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2315" tIns="282315" rIns="282315" bIns="282315" numCol="1" spcCol="1270" anchor="t" anchorCtr="0">
          <a:noAutofit/>
        </a:bodyPr>
        <a:lstStyle/>
        <a:p>
          <a:pPr marL="0" lvl="0" indent="0" algn="l" defTabSz="711200">
            <a:lnSpc>
              <a:spcPct val="90000"/>
            </a:lnSpc>
            <a:spcBef>
              <a:spcPct val="0"/>
            </a:spcBef>
            <a:spcAft>
              <a:spcPct val="35000"/>
            </a:spcAft>
            <a:buNone/>
          </a:pPr>
          <a:r>
            <a:rPr lang="en-US" sz="1600" kern="1200"/>
            <a:t>Create a known value for the subject evidence </a:t>
          </a:r>
        </a:p>
        <a:p>
          <a:pPr marL="114300" lvl="1" indent="-114300" algn="l" defTabSz="533400">
            <a:lnSpc>
              <a:spcPct val="90000"/>
            </a:lnSpc>
            <a:spcBef>
              <a:spcPct val="0"/>
            </a:spcBef>
            <a:spcAft>
              <a:spcPct val="15000"/>
            </a:spcAft>
            <a:buChar char="•"/>
          </a:pPr>
          <a:r>
            <a:rPr lang="en-US" sz="1200" kern="1200"/>
            <a:t>Cyclic Redundancy Check (CRC): An error-detecting code commonly used in digital networks and storage devices to detect accidental changes</a:t>
          </a:r>
        </a:p>
        <a:p>
          <a:pPr marL="114300" lvl="1" indent="-114300" algn="l" defTabSz="533400">
            <a:lnSpc>
              <a:spcPct val="90000"/>
            </a:lnSpc>
            <a:spcBef>
              <a:spcPct val="0"/>
            </a:spcBef>
            <a:spcAft>
              <a:spcPct val="15000"/>
            </a:spcAft>
            <a:buChar char="•"/>
          </a:pPr>
          <a:r>
            <a:rPr lang="en-US" sz="1200" kern="1200"/>
            <a:t>MD5 hash </a:t>
          </a:r>
        </a:p>
      </dsp:txBody>
      <dsp:txXfrm>
        <a:off x="5942246" y="1267838"/>
        <a:ext cx="2858078" cy="284770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3500" y="255930"/>
            <a:ext cx="6731000" cy="305212"/>
          </a:xfrm>
          <a:prstGeom prst="rect">
            <a:avLst/>
          </a:prstGeom>
          <a:noFill/>
          <a:ln w="12700">
            <a:noFill/>
            <a:miter lim="800000"/>
            <a:headEnd/>
            <a:tailEnd/>
          </a:ln>
          <a:effectLst/>
        </p:spPr>
        <p:txBody>
          <a:bodyPr wrap="square" lIns="90488" tIns="44450" rIns="90488" bIns="44450" anchor="ctr">
            <a:spAutoFit/>
          </a:bodyPr>
          <a:lstStyle/>
          <a:p>
            <a:pPr algn="ctr" eaLnBrk="0" hangingPunct="0">
              <a:defRPr/>
            </a:pPr>
            <a:r>
              <a:rPr lang="en-GB" sz="1400" dirty="0">
                <a:latin typeface="Calibri" pitchFamily="34" charset="0"/>
                <a:cs typeface="Calibri" pitchFamily="34" charset="0"/>
              </a:rPr>
              <a:t>Asia Pacific University of Technology and Innovation</a:t>
            </a:r>
          </a:p>
        </p:txBody>
      </p:sp>
      <p:sp>
        <p:nvSpPr>
          <p:cNvPr id="3075" name="Rectangle 3"/>
          <p:cNvSpPr>
            <a:spLocks noChangeArrowheads="1"/>
          </p:cNvSpPr>
          <p:nvPr/>
        </p:nvSpPr>
        <p:spPr bwMode="auto">
          <a:xfrm>
            <a:off x="6400800" y="9364663"/>
            <a:ext cx="393700" cy="304800"/>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FECBF41E-5697-4DA0-9269-41CF4329E4F9}" type="slidenum">
              <a:rPr lang="en-GB" altLang="en-US" sz="1400">
                <a:latin typeface="Calibri" panose="020F0502020204030204" pitchFamily="34" charset="0"/>
                <a:cs typeface="Calibri" panose="020F0502020204030204" pitchFamily="34" charset="0"/>
              </a:rPr>
              <a:pPr algn="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6489305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3:42:48.992"/>
    </inkml:context>
    <inkml:brush xml:id="br0">
      <inkml:brushProperty name="width" value="0.05" units="cm"/>
      <inkml:brushProperty name="height" value="0.05" units="cm"/>
      <inkml:brushProperty name="color" value="#E71224"/>
    </inkml:brush>
  </inkml:definitions>
  <inkml:trace contextRef="#ctx0" brushRef="#br0">1 0 24575,'3067'0'-1365,"-3046"0"-5461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3:42:55.788"/>
    </inkml:context>
    <inkml:brush xml:id="br0">
      <inkml:brushProperty name="width" value="0.05" units="cm"/>
      <inkml:brushProperty name="height" value="0.05" units="cm"/>
      <inkml:brushProperty name="color" value="#E71224"/>
    </inkml:brush>
  </inkml:definitions>
  <inkml:trace contextRef="#ctx0" brushRef="#br0">1 0 24575,'2039'0'0,"-2016"2"0,0 0 0,30 7 0,-28-4 0,43 2 0,132-6 239,-90-2-1843,-89 1-5222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3:43:10.616"/>
    </inkml:context>
    <inkml:brush xml:id="br0">
      <inkml:brushProperty name="width" value="0.05" units="cm"/>
      <inkml:brushProperty name="height" value="0.05" units="cm"/>
      <inkml:brushProperty name="color" value="#E71224"/>
    </inkml:brush>
  </inkml:definitions>
  <inkml:trace contextRef="#ctx0" brushRef="#br0">1 28 24575,'50'1'0,"-27"0"0,-1 0 0,1-2 0,0 0 0,42-10 0,-42 6 0,1 0 0,0 1 0,33 0 0,74 5 0,-44 2 0,2309-4-1365,-2376 1-5461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3:43:22.313"/>
    </inkml:context>
    <inkml:brush xml:id="br0">
      <inkml:brushProperty name="width" value="0.05" units="cm"/>
      <inkml:brushProperty name="height" value="0.05" units="cm"/>
      <inkml:brushProperty name="color" value="#E71224"/>
    </inkml:brush>
  </inkml:definitions>
  <inkml:trace contextRef="#ctx0" brushRef="#br0">1 147 24575,'14'-1'0,"0"-1"0,1 0 0,-1-1 0,0-1 0,21-8 0,-18 6 0,1 1 0,31-6 0,-15 5 0,0-2 0,-1-1 0,39-16 0,-46 15 0,0 0 0,1 2 0,0 1 0,1 1 0,51-4 0,-74 10 0,25-1 0,0 1 0,0 1 0,0 1 0,-1 2 0,56 15 0,-50-8 0,0 0 0,0-3 0,1-1 0,-1-1 0,2-2 0,38-1 0,-28-4 0,-1 2 0,77 12 0,-69-6 0,0-3 0,101-4 0,-59-2 0,191 2-1365,-267 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6482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GB" noProof="0" dirty="0"/>
              <a:t>Click to edit Master notes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3315" name="Rectangle 3"/>
          <p:cNvSpPr>
            <a:spLocks noGrp="1" noRot="1" noChangeAspect="1" noChangeArrowheads="1" noTextEdit="1"/>
          </p:cNvSpPr>
          <p:nvPr>
            <p:ph type="sldImg" idx="2"/>
          </p:nvPr>
        </p:nvSpPr>
        <p:spPr bwMode="auto">
          <a:xfrm>
            <a:off x="1144588" y="854075"/>
            <a:ext cx="4568825" cy="34258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2" name="Rectangle 4"/>
          <p:cNvSpPr>
            <a:spLocks noChangeArrowheads="1"/>
          </p:cNvSpPr>
          <p:nvPr/>
        </p:nvSpPr>
        <p:spPr bwMode="auto">
          <a:xfrm>
            <a:off x="63500" y="107950"/>
            <a:ext cx="6794500" cy="304800"/>
          </a:xfrm>
          <a:prstGeom prst="rect">
            <a:avLst/>
          </a:prstGeom>
          <a:noFill/>
          <a:ln w="12700">
            <a:noFill/>
            <a:miter lim="800000"/>
            <a:headEnd/>
            <a:tailEnd/>
          </a:ln>
          <a:effectLst/>
        </p:spPr>
        <p:txBody>
          <a:bodyPr lIns="90488" tIns="44450" rIns="90488" bIns="44450" anchor="ctr">
            <a:spAutoFit/>
          </a:bodyPr>
          <a:lstStyle/>
          <a:p>
            <a:pPr algn="ctr" eaLnBrk="0" hangingPunct="0">
              <a:defRPr/>
            </a:pPr>
            <a:r>
              <a:rPr lang="en-GB" sz="1400" dirty="0">
                <a:latin typeface="Calibri" pitchFamily="34" charset="0"/>
                <a:cs typeface="Calibri" pitchFamily="34" charset="0"/>
              </a:rPr>
              <a:t>Asia Pacific University of Technology and Innovation</a:t>
            </a:r>
          </a:p>
        </p:txBody>
      </p:sp>
      <p:sp>
        <p:nvSpPr>
          <p:cNvPr id="2053" name="Rectangle 5"/>
          <p:cNvSpPr>
            <a:spLocks noChangeArrowheads="1"/>
          </p:cNvSpPr>
          <p:nvPr/>
        </p:nvSpPr>
        <p:spPr bwMode="auto">
          <a:xfrm>
            <a:off x="6400800" y="9364663"/>
            <a:ext cx="393700" cy="304800"/>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DA78B72B-E995-4C0D-A7EB-2C021D5E8B6F}" type="slidenum">
              <a:rPr lang="en-GB" altLang="en-US" sz="1400">
                <a:latin typeface="Calibri" panose="020F0502020204030204" pitchFamily="34" charset="0"/>
                <a:cs typeface="Calibri" panose="020F0502020204030204" pitchFamily="34" charset="0"/>
              </a:rPr>
              <a:pPr algn="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59005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4821383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1" y="1"/>
            <a:ext cx="9143999" cy="6858000"/>
          </a:xfrm>
          <a:prstGeom prst="rect">
            <a:avLst/>
          </a:prstGeom>
        </p:spPr>
      </p:pic>
      <p:sp>
        <p:nvSpPr>
          <p:cNvPr id="87042" name="Rectangle 2"/>
          <p:cNvSpPr>
            <a:spLocks noGrp="1" noChangeArrowheads="1"/>
          </p:cNvSpPr>
          <p:nvPr>
            <p:ph type="ctrTitle"/>
          </p:nvPr>
        </p:nvSpPr>
        <p:spPr>
          <a:xfrm>
            <a:off x="2172456" y="2200277"/>
            <a:ext cx="6754812" cy="1470025"/>
          </a:xfrm>
        </p:spPr>
        <p:txBody>
          <a:bodyPr/>
          <a:lstStyle>
            <a:lvl1pPr algn="r">
              <a:defRPr>
                <a:solidFill>
                  <a:schemeClr val="accent5"/>
                </a:solidFill>
                <a:latin typeface="Montserrat" panose="00000500000000000000" pitchFamily="2" charset="0"/>
              </a:defRPr>
            </a:lvl1pPr>
          </a:lstStyle>
          <a:p>
            <a:r>
              <a:rPr lang="en-US"/>
              <a:t>Click to edit Master title style</a:t>
            </a:r>
            <a:endParaRPr lang="en-GB" dirty="0"/>
          </a:p>
        </p:txBody>
      </p:sp>
      <p:sp>
        <p:nvSpPr>
          <p:cNvPr id="87043" name="Rectangle 3"/>
          <p:cNvSpPr>
            <a:spLocks noGrp="1" noChangeArrowheads="1"/>
          </p:cNvSpPr>
          <p:nvPr>
            <p:ph type="subTitle" idx="1"/>
          </p:nvPr>
        </p:nvSpPr>
        <p:spPr>
          <a:xfrm>
            <a:off x="3727655" y="3879851"/>
            <a:ext cx="5185325" cy="1752600"/>
          </a:xfrm>
        </p:spPr>
        <p:txBody>
          <a:bodyPr/>
          <a:lstStyle>
            <a:lvl1pPr marL="0" indent="0" algn="r">
              <a:buFontTx/>
              <a:buNone/>
              <a:defRPr b="0">
                <a:solidFill>
                  <a:schemeClr val="bg1"/>
                </a:solidFill>
                <a:latin typeface="+mj-lt"/>
              </a:defRPr>
            </a:lvl1pPr>
          </a:lstStyle>
          <a:p>
            <a:r>
              <a:rPr lang="en-US"/>
              <a:t>Click to edit Master subtitle style</a:t>
            </a:r>
            <a:endParaRPr lang="en-GB" dirty="0"/>
          </a:p>
        </p:txBody>
      </p:sp>
      <p:pic>
        <p:nvPicPr>
          <p:cNvPr id="4" name="Picture 3" descr="Logo, company name&#10;&#10;Description automatically generated">
            <a:extLst>
              <a:ext uri="{FF2B5EF4-FFF2-40B4-BE49-F238E27FC236}">
                <a16:creationId xmlns:a16="http://schemas.microsoft.com/office/drawing/2014/main" id="{42884E60-9935-4C94-C83F-8A17E29F92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39898" y="50215"/>
            <a:ext cx="1104100" cy="1363524"/>
          </a:xfrm>
          <a:prstGeom prst="rect">
            <a:avLst/>
          </a:prstGeom>
        </p:spPr>
      </p:pic>
    </p:spTree>
    <p:extLst>
      <p:ext uri="{BB962C8B-B14F-4D97-AF65-F5344CB8AC3E}">
        <p14:creationId xmlns:p14="http://schemas.microsoft.com/office/powerpoint/2010/main" val="939303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1" y="1"/>
            <a:ext cx="9143999" cy="6858000"/>
          </a:xfrm>
          <a:prstGeom prst="rect">
            <a:avLst/>
          </a:prstGeom>
        </p:spPr>
      </p:pic>
      <p:sp>
        <p:nvSpPr>
          <p:cNvPr id="2" name="Title 1"/>
          <p:cNvSpPr>
            <a:spLocks noGrp="1"/>
          </p:cNvSpPr>
          <p:nvPr>
            <p:ph type="title"/>
          </p:nvPr>
        </p:nvSpPr>
        <p:spPr>
          <a:xfrm>
            <a:off x="722313" y="4406902"/>
            <a:ext cx="7772400" cy="1362075"/>
          </a:xfrm>
        </p:spPr>
        <p:txBody>
          <a:bodyPr anchor="t"/>
          <a:lstStyle>
            <a:lvl1pPr algn="r">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lgn="r">
              <a:buNone/>
              <a:defRPr sz="1875">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4" name="Picture 3">
            <a:extLst>
              <a:ext uri="{FF2B5EF4-FFF2-40B4-BE49-F238E27FC236}">
                <a16:creationId xmlns:a16="http://schemas.microsoft.com/office/drawing/2014/main" id="{AE047D7A-CB0C-0E87-02A2-46AE102DCCE8}"/>
              </a:ext>
            </a:extLst>
          </p:cNvPr>
          <p:cNvPicPr>
            <a:picLocks noChangeAspect="1"/>
          </p:cNvPicPr>
          <p:nvPr/>
        </p:nvPicPr>
        <p:blipFill>
          <a:blip r:embed="rId4"/>
          <a:stretch>
            <a:fillRect/>
          </a:stretch>
        </p:blipFill>
        <p:spPr>
          <a:xfrm>
            <a:off x="8041078" y="75543"/>
            <a:ext cx="1102920" cy="1362076"/>
          </a:xfrm>
          <a:prstGeom prst="rect">
            <a:avLst/>
          </a:prstGeom>
        </p:spPr>
      </p:pic>
    </p:spTree>
    <p:extLst>
      <p:ext uri="{BB962C8B-B14F-4D97-AF65-F5344CB8AC3E}">
        <p14:creationId xmlns:p14="http://schemas.microsoft.com/office/powerpoint/2010/main" val="411283976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9144000" cy="6618514"/>
          </a:xfrm>
          <a:prstGeom prst="rect">
            <a:avLst/>
          </a:prstGeom>
        </p:spPr>
      </p:pic>
      <p:sp>
        <p:nvSpPr>
          <p:cNvPr id="2" name="Title 1"/>
          <p:cNvSpPr>
            <a:spLocks noGrp="1"/>
          </p:cNvSpPr>
          <p:nvPr>
            <p:ph type="title"/>
          </p:nvPr>
        </p:nvSpPr>
        <p:spPr>
          <a:xfrm>
            <a:off x="417513" y="127003"/>
            <a:ext cx="7365773" cy="1362075"/>
          </a:xfrm>
        </p:spPr>
        <p:txBody>
          <a:bodyPr anchor="b"/>
          <a:lstStyle>
            <a:lvl1pPr algn="l">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417513" y="1589576"/>
            <a:ext cx="7365773" cy="1500187"/>
          </a:xfrm>
        </p:spPr>
        <p:txBody>
          <a:bodyPr anchor="t"/>
          <a:lstStyle>
            <a:lvl1pPr marL="0" indent="0" algn="l">
              <a:buNone/>
              <a:defRPr sz="1500">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5" name="Picture 4">
            <a:extLst>
              <a:ext uri="{FF2B5EF4-FFF2-40B4-BE49-F238E27FC236}">
                <a16:creationId xmlns:a16="http://schemas.microsoft.com/office/drawing/2014/main" id="{DDE1FD8D-A7D1-E632-498D-A2DEBD80C6EF}"/>
              </a:ext>
            </a:extLst>
          </p:cNvPr>
          <p:cNvPicPr>
            <a:picLocks noChangeAspect="1"/>
          </p:cNvPicPr>
          <p:nvPr/>
        </p:nvPicPr>
        <p:blipFill>
          <a:blip r:embed="rId4"/>
          <a:stretch>
            <a:fillRect/>
          </a:stretch>
        </p:blipFill>
        <p:spPr>
          <a:xfrm>
            <a:off x="8005476" y="-84512"/>
            <a:ext cx="1115665" cy="1377815"/>
          </a:xfrm>
          <a:prstGeom prst="rect">
            <a:avLst/>
          </a:prstGeom>
        </p:spPr>
      </p:pic>
    </p:spTree>
    <p:extLst>
      <p:ext uri="{BB962C8B-B14F-4D97-AF65-F5344CB8AC3E}">
        <p14:creationId xmlns:p14="http://schemas.microsoft.com/office/powerpoint/2010/main" val="418351593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9144000" cy="2824162"/>
          </a:xfrm>
          <a:solidFill>
            <a:schemeClr val="bg1">
              <a:lumMod val="95000"/>
            </a:schemeClr>
          </a:solidFill>
        </p:spPr>
        <p:txBody>
          <a:bodyPr/>
          <a:lstStyle>
            <a:lvl1pPr>
              <a:defRPr sz="1500"/>
            </a:lvl1pPr>
          </a:lstStyle>
          <a:p>
            <a:r>
              <a:rPr lang="en-US"/>
              <a:t>Click icon to add picture</a:t>
            </a:r>
            <a:endParaRPr lang="en-MY" dirty="0"/>
          </a:p>
        </p:txBody>
      </p:sp>
      <p:sp>
        <p:nvSpPr>
          <p:cNvPr id="2" name="Title 1"/>
          <p:cNvSpPr>
            <a:spLocks noGrp="1"/>
          </p:cNvSpPr>
          <p:nvPr>
            <p:ph type="title"/>
          </p:nvPr>
        </p:nvSpPr>
        <p:spPr>
          <a:xfrm>
            <a:off x="417513" y="3685881"/>
            <a:ext cx="7365773" cy="1362075"/>
          </a:xfrm>
        </p:spPr>
        <p:txBody>
          <a:bodyPr anchor="b"/>
          <a:lstStyle>
            <a:lvl1pPr algn="l">
              <a:defRPr sz="2250" b="1" cap="all">
                <a:solidFill>
                  <a:schemeClr val="tx2"/>
                </a:solidFill>
              </a:defRPr>
            </a:lvl1pPr>
          </a:lstStyle>
          <a:p>
            <a:r>
              <a:rPr lang="en-US"/>
              <a:t>Click to edit Master title style</a:t>
            </a:r>
            <a:endParaRPr lang="en-GB" dirty="0"/>
          </a:p>
        </p:txBody>
      </p:sp>
      <p:sp>
        <p:nvSpPr>
          <p:cNvPr id="3" name="Text Placeholder 2"/>
          <p:cNvSpPr>
            <a:spLocks noGrp="1"/>
          </p:cNvSpPr>
          <p:nvPr>
            <p:ph type="body" idx="1"/>
          </p:nvPr>
        </p:nvSpPr>
        <p:spPr>
          <a:xfrm>
            <a:off x="417513" y="5148454"/>
            <a:ext cx="7365773" cy="1500187"/>
          </a:xfrm>
        </p:spPr>
        <p:txBody>
          <a:bodyPr anchor="t"/>
          <a:lstStyle>
            <a:lvl1pPr marL="0" indent="0" algn="l">
              <a:buNone/>
              <a:defRPr sz="1500">
                <a:solidFill>
                  <a:schemeClr val="tx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8" name="Picture 7">
            <a:extLst>
              <a:ext uri="{FF2B5EF4-FFF2-40B4-BE49-F238E27FC236}">
                <a16:creationId xmlns:a16="http://schemas.microsoft.com/office/drawing/2014/main" id="{4AF1CA2F-924E-AE11-12BB-ABBEC20B856A}"/>
              </a:ext>
            </a:extLst>
          </p:cNvPr>
          <p:cNvPicPr>
            <a:picLocks noChangeAspect="1"/>
          </p:cNvPicPr>
          <p:nvPr/>
        </p:nvPicPr>
        <p:blipFill>
          <a:blip r:embed="rId2"/>
          <a:stretch>
            <a:fillRect/>
          </a:stretch>
        </p:blipFill>
        <p:spPr>
          <a:xfrm>
            <a:off x="8248650" y="44964"/>
            <a:ext cx="895350" cy="1108188"/>
          </a:xfrm>
          <a:prstGeom prst="rect">
            <a:avLst/>
          </a:prstGeom>
        </p:spPr>
      </p:pic>
      <p:pic>
        <p:nvPicPr>
          <p:cNvPr id="10" name="Picture 9">
            <a:extLst>
              <a:ext uri="{FF2B5EF4-FFF2-40B4-BE49-F238E27FC236}">
                <a16:creationId xmlns:a16="http://schemas.microsoft.com/office/drawing/2014/main" id="{A8CA9AD8-8822-D85D-0707-FBEEC8E087AB}"/>
              </a:ext>
            </a:extLst>
          </p:cNvPr>
          <p:cNvPicPr>
            <a:picLocks noChangeAspect="1"/>
          </p:cNvPicPr>
          <p:nvPr/>
        </p:nvPicPr>
        <p:blipFill>
          <a:blip r:embed="rId3"/>
          <a:stretch>
            <a:fillRect/>
          </a:stretch>
        </p:blipFill>
        <p:spPr>
          <a:xfrm>
            <a:off x="6978093" y="3960"/>
            <a:ext cx="896074" cy="1108188"/>
          </a:xfrm>
          <a:prstGeom prst="rect">
            <a:avLst/>
          </a:prstGeom>
        </p:spPr>
      </p:pic>
    </p:spTree>
    <p:extLst>
      <p:ext uri="{BB962C8B-B14F-4D97-AF65-F5344CB8AC3E}">
        <p14:creationId xmlns:p14="http://schemas.microsoft.com/office/powerpoint/2010/main" val="397132319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13" y="3685881"/>
            <a:ext cx="7365773" cy="1362075"/>
          </a:xfrm>
        </p:spPr>
        <p:txBody>
          <a:bodyPr anchor="b"/>
          <a:lstStyle>
            <a:lvl1pPr algn="l">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417513" y="5148454"/>
            <a:ext cx="7365773" cy="1500187"/>
          </a:xfrm>
        </p:spPr>
        <p:txBody>
          <a:bodyPr anchor="t"/>
          <a:lstStyle>
            <a:lvl1pPr marL="0" indent="0" algn="l">
              <a:buNone/>
              <a:defRPr sz="1500">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9144000" cy="2824162"/>
          </a:xfrm>
          <a:solidFill>
            <a:schemeClr val="bg1">
              <a:lumMod val="95000"/>
            </a:schemeClr>
          </a:solidFill>
        </p:spPr>
        <p:txBody>
          <a:bodyPr/>
          <a:lstStyle>
            <a:lvl1pPr>
              <a:defRPr sz="1500"/>
            </a:lvl1pPr>
          </a:lstStyle>
          <a:p>
            <a:r>
              <a:rPr lang="en-US"/>
              <a:t>Click icon to add picture</a:t>
            </a:r>
            <a:endParaRPr lang="en-MY" dirty="0"/>
          </a:p>
        </p:txBody>
      </p:sp>
      <p:pic>
        <p:nvPicPr>
          <p:cNvPr id="5" name="Picture 4">
            <a:extLst>
              <a:ext uri="{FF2B5EF4-FFF2-40B4-BE49-F238E27FC236}">
                <a16:creationId xmlns:a16="http://schemas.microsoft.com/office/drawing/2014/main" id="{7D4EE0CE-D09D-13D8-9868-3B5B197D0F33}"/>
              </a:ext>
            </a:extLst>
          </p:cNvPr>
          <p:cNvPicPr>
            <a:picLocks noChangeAspect="1"/>
          </p:cNvPicPr>
          <p:nvPr/>
        </p:nvPicPr>
        <p:blipFill>
          <a:blip r:embed="rId2"/>
          <a:stretch>
            <a:fillRect/>
          </a:stretch>
        </p:blipFill>
        <p:spPr>
          <a:xfrm>
            <a:off x="8196888" y="62243"/>
            <a:ext cx="947113" cy="1169658"/>
          </a:xfrm>
          <a:prstGeom prst="rect">
            <a:avLst/>
          </a:prstGeom>
        </p:spPr>
      </p:pic>
    </p:spTree>
    <p:extLst>
      <p:ext uri="{BB962C8B-B14F-4D97-AF65-F5344CB8AC3E}">
        <p14:creationId xmlns:p14="http://schemas.microsoft.com/office/powerpoint/2010/main" val="76186545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9144000" cy="6858000"/>
          </a:xfrm>
          <a:prstGeom prst="rect">
            <a:avLst/>
          </a:prstGeom>
          <a:solidFill>
            <a:schemeClr val="bg1">
              <a:lumMod val="95000"/>
            </a:schemeClr>
          </a:solidFill>
        </p:spPr>
        <p:txBody>
          <a:bodyPr/>
          <a:lstStyle>
            <a:lvl1pPr>
              <a:defRPr sz="1500"/>
            </a:lvl1pPr>
          </a:lstStyle>
          <a:p>
            <a:r>
              <a:rPr lang="en-US"/>
              <a:t>Click icon to add picture</a:t>
            </a:r>
          </a:p>
        </p:txBody>
      </p:sp>
      <p:pic>
        <p:nvPicPr>
          <p:cNvPr id="8" name="Picture 7">
            <a:extLst>
              <a:ext uri="{FF2B5EF4-FFF2-40B4-BE49-F238E27FC236}">
                <a16:creationId xmlns:a16="http://schemas.microsoft.com/office/drawing/2014/main" id="{5CC693C5-DD98-AC19-3152-F9560029DFA2}"/>
              </a:ext>
            </a:extLst>
          </p:cNvPr>
          <p:cNvPicPr>
            <a:picLocks noChangeAspect="1"/>
          </p:cNvPicPr>
          <p:nvPr/>
        </p:nvPicPr>
        <p:blipFill>
          <a:blip r:embed="rId2"/>
          <a:stretch>
            <a:fillRect/>
          </a:stretch>
        </p:blipFill>
        <p:spPr>
          <a:xfrm>
            <a:off x="8236698" y="28577"/>
            <a:ext cx="896190" cy="1109568"/>
          </a:xfrm>
          <a:prstGeom prst="rect">
            <a:avLst/>
          </a:prstGeom>
        </p:spPr>
      </p:pic>
      <p:sp>
        <p:nvSpPr>
          <p:cNvPr id="2" name="Title 1"/>
          <p:cNvSpPr>
            <a:spLocks noGrp="1"/>
          </p:cNvSpPr>
          <p:nvPr>
            <p:ph type="title"/>
          </p:nvPr>
        </p:nvSpPr>
        <p:spPr>
          <a:xfrm>
            <a:off x="722313" y="4406902"/>
            <a:ext cx="7772400" cy="1362075"/>
          </a:xfrm>
        </p:spPr>
        <p:txBody>
          <a:bodyPr anchor="t"/>
          <a:lstStyle>
            <a:lvl1pPr algn="ctr">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1875">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147636433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47948"/>
            <a:ext cx="9144000" cy="6858000"/>
          </a:xfrm>
          <a:prstGeom prst="rect">
            <a:avLst/>
          </a:prstGeom>
          <a:solidFill>
            <a:schemeClr val="bg1">
              <a:lumMod val="95000"/>
            </a:schemeClr>
          </a:solidFill>
        </p:spPr>
        <p:txBody>
          <a:bodyPr/>
          <a:lstStyle>
            <a:lvl1pPr>
              <a:defRPr sz="1500">
                <a:solidFill>
                  <a:schemeClr val="bg1"/>
                </a:solidFill>
              </a:defRPr>
            </a:lvl1pPr>
          </a:lstStyle>
          <a:p>
            <a:r>
              <a:rPr lang="en-US"/>
              <a:t>Click icon to add picture</a:t>
            </a:r>
          </a:p>
        </p:txBody>
      </p:sp>
      <p:pic>
        <p:nvPicPr>
          <p:cNvPr id="9" name="Picture 8">
            <a:extLst>
              <a:ext uri="{FF2B5EF4-FFF2-40B4-BE49-F238E27FC236}">
                <a16:creationId xmlns:a16="http://schemas.microsoft.com/office/drawing/2014/main" id="{F4FBDFD6-79DA-D6BE-0448-96C8DCC172E2}"/>
              </a:ext>
            </a:extLst>
          </p:cNvPr>
          <p:cNvPicPr>
            <a:picLocks noChangeAspect="1"/>
          </p:cNvPicPr>
          <p:nvPr/>
        </p:nvPicPr>
        <p:blipFill>
          <a:blip r:embed="rId2"/>
          <a:stretch>
            <a:fillRect/>
          </a:stretch>
        </p:blipFill>
        <p:spPr>
          <a:xfrm>
            <a:off x="8247810" y="-47948"/>
            <a:ext cx="896190" cy="1109568"/>
          </a:xfrm>
          <a:prstGeom prst="rect">
            <a:avLst/>
          </a:prstGeom>
        </p:spPr>
      </p:pic>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417513" y="127003"/>
            <a:ext cx="7011987" cy="1362075"/>
          </a:xfrm>
        </p:spPr>
        <p:txBody>
          <a:bodyPr anchor="b"/>
          <a:lstStyle>
            <a:lvl1pPr algn="l">
              <a:defRPr sz="2250" b="1" cap="all">
                <a:solidFill>
                  <a:schemeClr val="tx2"/>
                </a:solidFill>
              </a:defRPr>
            </a:lvl1pPr>
          </a:lstStyle>
          <a:p>
            <a:r>
              <a:rPr lang="en-US"/>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417513" y="1589576"/>
            <a:ext cx="7011987" cy="1500187"/>
          </a:xfrm>
        </p:spPr>
        <p:txBody>
          <a:bodyPr anchor="t"/>
          <a:lstStyle>
            <a:lvl1pPr marL="0" indent="0" algn="l">
              <a:buNone/>
              <a:defRPr sz="1500">
                <a:solidFill>
                  <a:schemeClr val="accent6"/>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36951677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pic>
        <p:nvPicPr>
          <p:cNvPr id="6" name="Picture 5">
            <a:extLst>
              <a:ext uri="{FF2B5EF4-FFF2-40B4-BE49-F238E27FC236}">
                <a16:creationId xmlns:a16="http://schemas.microsoft.com/office/drawing/2014/main" id="{01DF7E10-430C-4E25-987A-D9E8ADAA7745}"/>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3677208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7" name="Picture 6">
            <a:extLst>
              <a:ext uri="{FF2B5EF4-FFF2-40B4-BE49-F238E27FC236}">
                <a16:creationId xmlns:a16="http://schemas.microsoft.com/office/drawing/2014/main" id="{DA8370A5-1740-3ABE-F0A5-C7BCD001E437}"/>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286113540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pic>
        <p:nvPicPr>
          <p:cNvPr id="4" name="Picture 3">
            <a:extLst>
              <a:ext uri="{FF2B5EF4-FFF2-40B4-BE49-F238E27FC236}">
                <a16:creationId xmlns:a16="http://schemas.microsoft.com/office/drawing/2014/main" id="{D143FC5C-89B3-91B4-DDDF-8061B1B3970A}"/>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2326538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21514" y="274638"/>
            <a:ext cx="7843030"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7" name="Picture 6">
            <a:extLst>
              <a:ext uri="{FF2B5EF4-FFF2-40B4-BE49-F238E27FC236}">
                <a16:creationId xmlns:a16="http://schemas.microsoft.com/office/drawing/2014/main" id="{F2655302-5D4A-37B8-AB30-349CD13927BB}"/>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266101878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1514" y="1697038"/>
            <a:ext cx="4038600" cy="452596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8363" y="1697038"/>
            <a:ext cx="4038600" cy="452596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pic>
        <p:nvPicPr>
          <p:cNvPr id="5" name="Picture 4">
            <a:extLst>
              <a:ext uri="{FF2B5EF4-FFF2-40B4-BE49-F238E27FC236}">
                <a16:creationId xmlns:a16="http://schemas.microsoft.com/office/drawing/2014/main" id="{AC308BD9-AC63-2D50-3B12-FBC0E86013EF}"/>
              </a:ext>
            </a:extLst>
          </p:cNvPr>
          <p:cNvPicPr>
            <a:picLocks noChangeAspect="1"/>
          </p:cNvPicPr>
          <p:nvPr/>
        </p:nvPicPr>
        <p:blipFill>
          <a:blip r:embed="rId2"/>
          <a:stretch>
            <a:fillRect/>
          </a:stretch>
        </p:blipFill>
        <p:spPr>
          <a:xfrm>
            <a:off x="8247810" y="-4762"/>
            <a:ext cx="896190" cy="1109568"/>
          </a:xfrm>
          <a:prstGeom prst="rect">
            <a:avLst/>
          </a:prstGeom>
        </p:spPr>
      </p:pic>
    </p:spTree>
    <p:extLst>
      <p:ext uri="{BB962C8B-B14F-4D97-AF65-F5344CB8AC3E}">
        <p14:creationId xmlns:p14="http://schemas.microsoft.com/office/powerpoint/2010/main" val="1253442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1514" y="1697038"/>
            <a:ext cx="4038600" cy="4525962"/>
          </a:xfrm>
        </p:spPr>
        <p:txBody>
          <a:bodyPr/>
          <a:lstStyle>
            <a:lvl1pPr>
              <a:defRPr sz="2100">
                <a:solidFill>
                  <a:schemeClr val="bg1"/>
                </a:solidFill>
              </a:defRPr>
            </a:lvl1pPr>
            <a:lvl2pPr>
              <a:defRPr sz="1800">
                <a:solidFill>
                  <a:schemeClr val="bg1"/>
                </a:solidFill>
              </a:defRPr>
            </a:lvl2pPr>
            <a:lvl3pPr>
              <a:defRPr sz="1500">
                <a:solidFill>
                  <a:schemeClr val="bg1"/>
                </a:solidFill>
              </a:defRPr>
            </a:lvl3pPr>
            <a:lvl4pPr>
              <a:defRPr sz="1350">
                <a:solidFill>
                  <a:schemeClr val="bg1"/>
                </a:solidFill>
              </a:defRPr>
            </a:lvl4pPr>
            <a:lvl5pPr>
              <a:defRPr sz="135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8363" y="1697038"/>
            <a:ext cx="4038600" cy="4525962"/>
          </a:xfrm>
        </p:spPr>
        <p:txBody>
          <a:bodyPr/>
          <a:lstStyle>
            <a:lvl1pPr>
              <a:defRPr sz="2100">
                <a:solidFill>
                  <a:schemeClr val="bg1"/>
                </a:solidFill>
              </a:defRPr>
            </a:lvl1pPr>
            <a:lvl2pPr>
              <a:defRPr sz="1800">
                <a:solidFill>
                  <a:schemeClr val="bg1"/>
                </a:solidFill>
              </a:defRPr>
            </a:lvl2pPr>
            <a:lvl3pPr>
              <a:defRPr sz="1500">
                <a:solidFill>
                  <a:schemeClr val="bg1"/>
                </a:solidFill>
              </a:defRPr>
            </a:lvl3pPr>
            <a:lvl4pPr>
              <a:defRPr sz="1350">
                <a:solidFill>
                  <a:schemeClr val="bg1"/>
                </a:solidFill>
              </a:defRPr>
            </a:lvl4pPr>
            <a:lvl5pPr>
              <a:defRPr sz="135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8" name="Picture 7">
            <a:extLst>
              <a:ext uri="{FF2B5EF4-FFF2-40B4-BE49-F238E27FC236}">
                <a16:creationId xmlns:a16="http://schemas.microsoft.com/office/drawing/2014/main" id="{3F565178-4E2E-92E2-03AB-296C33492130}"/>
              </a:ext>
            </a:extLst>
          </p:cNvPr>
          <p:cNvPicPr>
            <a:picLocks noChangeAspect="1"/>
          </p:cNvPicPr>
          <p:nvPr/>
        </p:nvPicPr>
        <p:blipFill>
          <a:blip r:embed="rId2"/>
          <a:stretch>
            <a:fillRect/>
          </a:stretch>
        </p:blipFill>
        <p:spPr>
          <a:xfrm>
            <a:off x="8247810" y="12700"/>
            <a:ext cx="896190" cy="1103472"/>
          </a:xfrm>
          <a:prstGeom prst="rect">
            <a:avLst/>
          </a:prstGeom>
        </p:spPr>
      </p:pic>
    </p:spTree>
    <p:extLst>
      <p:ext uri="{BB962C8B-B14F-4D97-AF65-F5344CB8AC3E}">
        <p14:creationId xmlns:p14="http://schemas.microsoft.com/office/powerpoint/2010/main" val="291559232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1514" y="1535113"/>
            <a:ext cx="4275874" cy="639762"/>
          </a:xfrm>
        </p:spPr>
        <p:txBody>
          <a:bodyPr anchor="b"/>
          <a:lstStyle>
            <a:lvl1pPr marL="0" indent="0">
              <a:buNone/>
              <a:defRPr sz="18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21514" y="2174875"/>
            <a:ext cx="4275874" cy="3951288"/>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pic>
        <p:nvPicPr>
          <p:cNvPr id="9" name="Picture 8">
            <a:extLst>
              <a:ext uri="{FF2B5EF4-FFF2-40B4-BE49-F238E27FC236}">
                <a16:creationId xmlns:a16="http://schemas.microsoft.com/office/drawing/2014/main" id="{7966537B-1220-BFD8-2AEA-74EE8804032D}"/>
              </a:ext>
            </a:extLst>
          </p:cNvPr>
          <p:cNvPicPr>
            <a:picLocks noChangeAspect="1"/>
          </p:cNvPicPr>
          <p:nvPr/>
        </p:nvPicPr>
        <p:blipFill>
          <a:blip r:embed="rId2"/>
          <a:stretch>
            <a:fillRect/>
          </a:stretch>
        </p:blipFill>
        <p:spPr>
          <a:xfrm>
            <a:off x="8238706" y="0"/>
            <a:ext cx="896190" cy="1109568"/>
          </a:xfrm>
          <a:prstGeom prst="rect">
            <a:avLst/>
          </a:prstGeom>
        </p:spPr>
      </p:pic>
    </p:spTree>
    <p:extLst>
      <p:ext uri="{BB962C8B-B14F-4D97-AF65-F5344CB8AC3E}">
        <p14:creationId xmlns:p14="http://schemas.microsoft.com/office/powerpoint/2010/main" val="31800268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1514" y="1535113"/>
            <a:ext cx="4275874" cy="639762"/>
          </a:xfrm>
        </p:spPr>
        <p:txBody>
          <a:bodyPr anchor="b"/>
          <a:lstStyle>
            <a:lvl1pPr marL="0" indent="0">
              <a:buNone/>
              <a:defRPr sz="18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21514" y="2174875"/>
            <a:ext cx="4275874" cy="3951288"/>
          </a:xfrm>
        </p:spPr>
        <p:txBody>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10" name="Picture 9">
            <a:extLst>
              <a:ext uri="{FF2B5EF4-FFF2-40B4-BE49-F238E27FC236}">
                <a16:creationId xmlns:a16="http://schemas.microsoft.com/office/drawing/2014/main" id="{9D52FF7B-3D38-87EF-79B8-141215463ECC}"/>
              </a:ext>
            </a:extLst>
          </p:cNvPr>
          <p:cNvPicPr>
            <a:picLocks noChangeAspect="1"/>
          </p:cNvPicPr>
          <p:nvPr/>
        </p:nvPicPr>
        <p:blipFill>
          <a:blip r:embed="rId2"/>
          <a:stretch>
            <a:fillRect/>
          </a:stretch>
        </p:blipFill>
        <p:spPr>
          <a:xfrm>
            <a:off x="8238706" y="-27860"/>
            <a:ext cx="896190" cy="1103472"/>
          </a:xfrm>
          <a:prstGeom prst="rect">
            <a:avLst/>
          </a:prstGeom>
        </p:spPr>
      </p:pic>
    </p:spTree>
    <p:extLst>
      <p:ext uri="{BB962C8B-B14F-4D97-AF65-F5344CB8AC3E}">
        <p14:creationId xmlns:p14="http://schemas.microsoft.com/office/powerpoint/2010/main" val="249663809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B28F42-C4BB-5CCC-D37C-2FD6EBCA0537}"/>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3851785917"/>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372B7E-8446-C266-C188-6F26B42EE6FB}"/>
              </a:ext>
            </a:extLst>
          </p:cNvPr>
          <p:cNvPicPr>
            <a:picLocks noChangeAspect="1"/>
          </p:cNvPicPr>
          <p:nvPr/>
        </p:nvPicPr>
        <p:blipFill>
          <a:blip r:embed="rId2"/>
          <a:stretch>
            <a:fillRect/>
          </a:stretch>
        </p:blipFill>
        <p:spPr>
          <a:xfrm>
            <a:off x="8238285" y="0"/>
            <a:ext cx="896190" cy="1109568"/>
          </a:xfrm>
          <a:prstGeom prst="rect">
            <a:avLst/>
          </a:prstGeom>
        </p:spPr>
      </p:pic>
    </p:spTree>
    <p:extLst>
      <p:ext uri="{BB962C8B-B14F-4D97-AF65-F5344CB8AC3E}">
        <p14:creationId xmlns:p14="http://schemas.microsoft.com/office/powerpoint/2010/main" val="31003178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390AB1-350E-8302-6236-A81641023524}"/>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4221582869"/>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D5A9F8-B4CB-884F-BB69-658179636F74}"/>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3839473788"/>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2"/>
            <a:ext cx="5111750" cy="5853113"/>
          </a:xfrm>
        </p:spPr>
        <p:txBody>
          <a:bodyPr/>
          <a:lstStyle>
            <a:lvl1pPr>
              <a:defRPr sz="2400">
                <a:solidFill>
                  <a:schemeClr val="tx2"/>
                </a:solidFill>
              </a:defRPr>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6" name="Picture 5">
            <a:extLst>
              <a:ext uri="{FF2B5EF4-FFF2-40B4-BE49-F238E27FC236}">
                <a16:creationId xmlns:a16="http://schemas.microsoft.com/office/drawing/2014/main" id="{7DFCAE6E-66E6-0CBA-0535-F1CCF409B977}"/>
              </a:ext>
            </a:extLst>
          </p:cNvPr>
          <p:cNvPicPr>
            <a:picLocks noChangeAspect="1"/>
          </p:cNvPicPr>
          <p:nvPr/>
        </p:nvPicPr>
        <p:blipFill>
          <a:blip r:embed="rId2"/>
          <a:stretch>
            <a:fillRect/>
          </a:stretch>
        </p:blipFill>
        <p:spPr>
          <a:xfrm>
            <a:off x="0" y="0"/>
            <a:ext cx="896190" cy="1109568"/>
          </a:xfrm>
          <a:prstGeom prst="rect">
            <a:avLst/>
          </a:prstGeom>
        </p:spPr>
      </p:pic>
    </p:spTree>
    <p:extLst>
      <p:ext uri="{BB962C8B-B14F-4D97-AF65-F5344CB8AC3E}">
        <p14:creationId xmlns:p14="http://schemas.microsoft.com/office/powerpoint/2010/main" val="228536001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2"/>
            <a:ext cx="5111750" cy="5853113"/>
          </a:xfrm>
        </p:spPr>
        <p:txBody>
          <a:bodyPr/>
          <a:lstStyle>
            <a:lvl1pPr>
              <a:defRPr sz="2400">
                <a:solidFill>
                  <a:schemeClr val="accent5"/>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6" name="Picture 5">
            <a:extLst>
              <a:ext uri="{FF2B5EF4-FFF2-40B4-BE49-F238E27FC236}">
                <a16:creationId xmlns:a16="http://schemas.microsoft.com/office/drawing/2014/main" id="{DC069447-BE09-A312-A5E4-D814D1507ECD}"/>
              </a:ext>
            </a:extLst>
          </p:cNvPr>
          <p:cNvPicPr>
            <a:picLocks noChangeAspect="1"/>
          </p:cNvPicPr>
          <p:nvPr/>
        </p:nvPicPr>
        <p:blipFill>
          <a:blip r:embed="rId2"/>
          <a:stretch>
            <a:fillRect/>
          </a:stretch>
        </p:blipFill>
        <p:spPr>
          <a:xfrm>
            <a:off x="9105" y="0"/>
            <a:ext cx="896190" cy="1103472"/>
          </a:xfrm>
          <a:prstGeom prst="rect">
            <a:avLst/>
          </a:prstGeom>
        </p:spPr>
      </p:pic>
    </p:spTree>
    <p:extLst>
      <p:ext uri="{BB962C8B-B14F-4D97-AF65-F5344CB8AC3E}">
        <p14:creationId xmlns:p14="http://schemas.microsoft.com/office/powerpoint/2010/main" val="736381762"/>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a:solidFill>
            <a:schemeClr val="bg1">
              <a:lumMod val="95000"/>
            </a:schemeClr>
          </a:solidFill>
        </p:spPr>
        <p:txBody>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7" name="Picture 6">
            <a:extLst>
              <a:ext uri="{FF2B5EF4-FFF2-40B4-BE49-F238E27FC236}">
                <a16:creationId xmlns:a16="http://schemas.microsoft.com/office/drawing/2014/main" id="{08A88DC6-2D85-73C6-311B-D8A082496EC8}"/>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4550745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solidFill>
                  <a:schemeClr val="accent5"/>
                </a:solidFill>
              </a:defRPr>
            </a:lvl1pPr>
          </a:lstStyle>
          <a:p>
            <a:r>
              <a:rPr lang="en-US"/>
              <a:t>Click to edit Master title style</a:t>
            </a:r>
            <a:endParaRPr lang="en-GB" dirty="0"/>
          </a:p>
        </p:txBody>
      </p:sp>
      <p:sp>
        <p:nvSpPr>
          <p:cNvPr id="3" name="Picture Placeholder 2"/>
          <p:cNvSpPr>
            <a:spLocks noGrp="1"/>
          </p:cNvSpPr>
          <p:nvPr>
            <p:ph type="pic" idx="1"/>
          </p:nvPr>
        </p:nvSpPr>
        <p:spPr>
          <a:xfrm>
            <a:off x="1792288" y="612775"/>
            <a:ext cx="5486400" cy="4114800"/>
          </a:xfrm>
          <a:solidFill>
            <a:schemeClr val="bg1">
              <a:lumMod val="95000"/>
            </a:schemeClr>
          </a:solidFill>
        </p:spPr>
        <p:txBody>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7" name="Picture 6">
            <a:extLst>
              <a:ext uri="{FF2B5EF4-FFF2-40B4-BE49-F238E27FC236}">
                <a16:creationId xmlns:a16="http://schemas.microsoft.com/office/drawing/2014/main" id="{BD6C3883-F038-23D4-CBA3-04C862509E61}"/>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4043700697"/>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9144000" cy="2824162"/>
          </a:xfrm>
          <a:solidFill>
            <a:schemeClr val="bg1">
              <a:lumMod val="95000"/>
            </a:schemeClr>
          </a:solidFill>
        </p:spPr>
        <p:txBody>
          <a:bodyPr/>
          <a:lstStyle>
            <a:lvl1pPr>
              <a:defRPr sz="1500"/>
            </a:lvl1pPr>
          </a:lstStyle>
          <a:p>
            <a:r>
              <a:rPr lang="en-US"/>
              <a:t>Click icon to add picture</a:t>
            </a:r>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4213782"/>
            <a:ext cx="8717438" cy="1958419"/>
          </a:xfrm>
        </p:spPr>
        <p:txBody>
          <a:bodyPr/>
          <a:lstStyle>
            <a:lvl1pPr marL="0" indent="0">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6" name="Picture 5">
            <a:extLst>
              <a:ext uri="{FF2B5EF4-FFF2-40B4-BE49-F238E27FC236}">
                <a16:creationId xmlns:a16="http://schemas.microsoft.com/office/drawing/2014/main" id="{9DD39C9D-F543-7E39-E1A1-67A1187E7C6D}"/>
              </a:ext>
            </a:extLst>
          </p:cNvPr>
          <p:cNvPicPr>
            <a:picLocks noChangeAspect="1"/>
          </p:cNvPicPr>
          <p:nvPr/>
        </p:nvPicPr>
        <p:blipFill>
          <a:blip r:embed="rId2"/>
          <a:stretch>
            <a:fillRect/>
          </a:stretch>
        </p:blipFill>
        <p:spPr>
          <a:xfrm>
            <a:off x="8247810" y="-16058"/>
            <a:ext cx="896190" cy="1109568"/>
          </a:xfrm>
          <a:prstGeom prst="rect">
            <a:avLst/>
          </a:prstGeom>
        </p:spPr>
      </p:pic>
    </p:spTree>
    <p:extLst>
      <p:ext uri="{BB962C8B-B14F-4D97-AF65-F5344CB8AC3E}">
        <p14:creationId xmlns:p14="http://schemas.microsoft.com/office/powerpoint/2010/main" val="1709774405"/>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9144000" cy="2824162"/>
          </a:xfrm>
          <a:solidFill>
            <a:schemeClr val="bg1">
              <a:lumMod val="95000"/>
            </a:schemeClr>
          </a:solidFill>
        </p:spPr>
        <p:txBody>
          <a:bodyPr/>
          <a:lstStyle>
            <a:lvl1pPr>
              <a:defRPr sz="1500"/>
            </a:lvl1pPr>
          </a:lstStyle>
          <a:p>
            <a:r>
              <a:rPr lang="en-US"/>
              <a:t>Click icon to add picture</a:t>
            </a:r>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05033" y="4213782"/>
            <a:ext cx="8717438" cy="1958419"/>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4" name="Picture 3">
            <a:extLst>
              <a:ext uri="{FF2B5EF4-FFF2-40B4-BE49-F238E27FC236}">
                <a16:creationId xmlns:a16="http://schemas.microsoft.com/office/drawing/2014/main" id="{AD7DB65F-FE40-D9F7-738B-AE427EA54DDB}"/>
              </a:ext>
            </a:extLst>
          </p:cNvPr>
          <p:cNvPicPr>
            <a:picLocks noChangeAspect="1"/>
          </p:cNvPicPr>
          <p:nvPr/>
        </p:nvPicPr>
        <p:blipFill>
          <a:blip r:embed="rId2"/>
          <a:stretch>
            <a:fillRect/>
          </a:stretch>
        </p:blipFill>
        <p:spPr>
          <a:xfrm>
            <a:off x="8288383" y="-24446"/>
            <a:ext cx="855617" cy="1191981"/>
          </a:xfrm>
          <a:prstGeom prst="rect">
            <a:avLst/>
          </a:prstGeom>
        </p:spPr>
      </p:pic>
    </p:spTree>
    <p:extLst>
      <p:ext uri="{BB962C8B-B14F-4D97-AF65-F5344CB8AC3E}">
        <p14:creationId xmlns:p14="http://schemas.microsoft.com/office/powerpoint/2010/main" val="2679996056"/>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1132115"/>
            <a:ext cx="8717438" cy="1654629"/>
          </a:xfrm>
        </p:spPr>
        <p:txBody>
          <a:bodyPr/>
          <a:lstStyle>
            <a:lvl1pPr marL="0" indent="0">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457200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EB1D02F6-DCF7-DAE9-85B9-9944F944B1E8}"/>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2661648955"/>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1132115"/>
            <a:ext cx="8717438" cy="1654629"/>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457200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A9A4D3AD-E4A5-21C8-8BDB-5FBA46C3F115}"/>
              </a:ext>
            </a:extLst>
          </p:cNvPr>
          <p:cNvPicPr>
            <a:picLocks noChangeAspect="1"/>
          </p:cNvPicPr>
          <p:nvPr/>
        </p:nvPicPr>
        <p:blipFill>
          <a:blip r:embed="rId2"/>
          <a:stretch>
            <a:fillRect/>
          </a:stretch>
        </p:blipFill>
        <p:spPr>
          <a:xfrm>
            <a:off x="8317774" y="1"/>
            <a:ext cx="826226" cy="1151034"/>
          </a:xfrm>
          <a:prstGeom prst="rect">
            <a:avLst/>
          </a:prstGeom>
        </p:spPr>
      </p:pic>
    </p:spTree>
    <p:extLst>
      <p:ext uri="{BB962C8B-B14F-4D97-AF65-F5344CB8AC3E}">
        <p14:creationId xmlns:p14="http://schemas.microsoft.com/office/powerpoint/2010/main" val="755671894"/>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466725" y="1600200"/>
            <a:ext cx="1371601" cy="1828800"/>
          </a:xfrm>
          <a:solidFill>
            <a:schemeClr val="bg1">
              <a:lumMod val="95000"/>
            </a:schemeClr>
          </a:solidFill>
        </p:spPr>
        <p:txBody>
          <a:bodyPr/>
          <a:lstStyle>
            <a:lvl1pPr>
              <a:defRPr sz="1125"/>
            </a:lvl1pPr>
          </a:lstStyle>
          <a:p>
            <a:r>
              <a:rPr lang="en-US"/>
              <a:t>Click icon to add picture</a:t>
            </a:r>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168129" y="1600200"/>
            <a:ext cx="1371601" cy="1828800"/>
          </a:xfrm>
          <a:solidFill>
            <a:schemeClr val="bg1">
              <a:lumMod val="95000"/>
            </a:schemeClr>
          </a:solidFill>
        </p:spPr>
        <p:txBody>
          <a:bodyPr/>
          <a:lstStyle>
            <a:lvl1pPr>
              <a:defRPr sz="1125"/>
            </a:lvl1pPr>
          </a:lstStyle>
          <a:p>
            <a:r>
              <a:rPr lang="en-US"/>
              <a:t>Click icon to add picture</a:t>
            </a:r>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3869532" y="1600200"/>
            <a:ext cx="1371601" cy="1828800"/>
          </a:xfrm>
          <a:solidFill>
            <a:schemeClr val="bg1">
              <a:lumMod val="95000"/>
            </a:schemeClr>
          </a:solidFill>
        </p:spPr>
        <p:txBody>
          <a:bodyPr/>
          <a:lstStyle>
            <a:lvl1pPr>
              <a:defRPr sz="1125"/>
            </a:lvl1pPr>
          </a:lstStyle>
          <a:p>
            <a:r>
              <a:rPr lang="en-US"/>
              <a:t>Click icon to add picture</a:t>
            </a:r>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5570936" y="1600200"/>
            <a:ext cx="1371601" cy="1828800"/>
          </a:xfrm>
          <a:solidFill>
            <a:schemeClr val="bg1">
              <a:lumMod val="95000"/>
            </a:schemeClr>
          </a:solidFill>
        </p:spPr>
        <p:txBody>
          <a:bodyPr/>
          <a:lstStyle>
            <a:lvl1pPr>
              <a:defRPr sz="1125"/>
            </a:lvl1pPr>
          </a:lstStyle>
          <a:p>
            <a:r>
              <a:rPr lang="en-US"/>
              <a:t>Click icon to add picture</a:t>
            </a:r>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7272339" y="1600200"/>
            <a:ext cx="1371601" cy="1828800"/>
          </a:xfrm>
          <a:solidFill>
            <a:schemeClr val="bg1">
              <a:lumMod val="95000"/>
            </a:schemeClr>
          </a:solidFill>
        </p:spPr>
        <p:txBody>
          <a:bodyPr/>
          <a:lstStyle>
            <a:lvl1pPr>
              <a:defRPr sz="1125"/>
            </a:lvl1pPr>
          </a:lstStyle>
          <a:p>
            <a:r>
              <a:rPr lang="en-US"/>
              <a:t>Click icon to add picture</a:t>
            </a:r>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466725" y="3752850"/>
            <a:ext cx="1371601" cy="1828800"/>
          </a:xfrm>
          <a:solidFill>
            <a:schemeClr val="bg1">
              <a:lumMod val="95000"/>
            </a:schemeClr>
          </a:solidFill>
        </p:spPr>
        <p:txBody>
          <a:bodyPr/>
          <a:lstStyle>
            <a:lvl1pPr>
              <a:defRPr sz="1125"/>
            </a:lvl1pPr>
          </a:lstStyle>
          <a:p>
            <a:r>
              <a:rPr lang="en-US"/>
              <a:t>Click icon to add picture</a:t>
            </a:r>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168129" y="3752850"/>
            <a:ext cx="1371601" cy="1828800"/>
          </a:xfrm>
          <a:solidFill>
            <a:schemeClr val="bg1">
              <a:lumMod val="95000"/>
            </a:schemeClr>
          </a:solidFill>
        </p:spPr>
        <p:txBody>
          <a:bodyPr/>
          <a:lstStyle>
            <a:lvl1pPr>
              <a:defRPr sz="1125"/>
            </a:lvl1pPr>
          </a:lstStyle>
          <a:p>
            <a:r>
              <a:rPr lang="en-US"/>
              <a:t>Click icon to add picture</a:t>
            </a:r>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3869532" y="3752850"/>
            <a:ext cx="1371601" cy="1828800"/>
          </a:xfrm>
          <a:solidFill>
            <a:schemeClr val="bg1">
              <a:lumMod val="95000"/>
            </a:schemeClr>
          </a:solidFill>
        </p:spPr>
        <p:txBody>
          <a:bodyPr/>
          <a:lstStyle>
            <a:lvl1pPr>
              <a:defRPr sz="1125"/>
            </a:lvl1pPr>
          </a:lstStyle>
          <a:p>
            <a:r>
              <a:rPr lang="en-US"/>
              <a:t>Click icon to add picture</a:t>
            </a:r>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5570936" y="3752850"/>
            <a:ext cx="1371601" cy="1828800"/>
          </a:xfrm>
          <a:solidFill>
            <a:schemeClr val="bg1">
              <a:lumMod val="95000"/>
            </a:schemeClr>
          </a:solidFill>
        </p:spPr>
        <p:txBody>
          <a:bodyPr/>
          <a:lstStyle>
            <a:lvl1pPr>
              <a:defRPr sz="1125"/>
            </a:lvl1pPr>
          </a:lstStyle>
          <a:p>
            <a:r>
              <a:rPr lang="en-US"/>
              <a:t>Click icon to add picture</a:t>
            </a:r>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7272339" y="3752850"/>
            <a:ext cx="1371601" cy="1828800"/>
          </a:xfrm>
          <a:solidFill>
            <a:schemeClr val="bg1">
              <a:lumMod val="95000"/>
            </a:schemeClr>
          </a:solidFill>
        </p:spPr>
        <p:txBody>
          <a:bodyPr/>
          <a:lstStyle>
            <a:lvl1pPr>
              <a:defRPr sz="1125"/>
            </a:lvl1pPr>
          </a:lstStyle>
          <a:p>
            <a:r>
              <a:rPr lang="en-US"/>
              <a:t>Click icon to add picture</a:t>
            </a:r>
          </a:p>
        </p:txBody>
      </p:sp>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US" altLang="en-US"/>
              <a:t>Click to edit Master title style</a:t>
            </a:r>
            <a:endParaRPr lang="en-GB" altLang="en-US" dirty="0"/>
          </a:p>
        </p:txBody>
      </p:sp>
      <p:pic>
        <p:nvPicPr>
          <p:cNvPr id="5" name="Picture 4">
            <a:extLst>
              <a:ext uri="{FF2B5EF4-FFF2-40B4-BE49-F238E27FC236}">
                <a16:creationId xmlns:a16="http://schemas.microsoft.com/office/drawing/2014/main" id="{EA7678C3-56FB-0508-5AED-AC1CEF948DFB}"/>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2066420429"/>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466725" y="1600200"/>
            <a:ext cx="1371601" cy="1828800"/>
          </a:xfrm>
          <a:solidFill>
            <a:schemeClr val="bg1">
              <a:lumMod val="95000"/>
            </a:schemeClr>
          </a:solidFill>
        </p:spPr>
        <p:txBody>
          <a:bodyPr/>
          <a:lstStyle>
            <a:lvl1pPr>
              <a:defRPr sz="1125"/>
            </a:lvl1pPr>
          </a:lstStyle>
          <a:p>
            <a:r>
              <a:rPr lang="en-US"/>
              <a:t>Click icon to add picture</a:t>
            </a:r>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168129" y="1600200"/>
            <a:ext cx="1371601" cy="1828800"/>
          </a:xfrm>
          <a:solidFill>
            <a:schemeClr val="bg1">
              <a:lumMod val="95000"/>
            </a:schemeClr>
          </a:solidFill>
        </p:spPr>
        <p:txBody>
          <a:bodyPr/>
          <a:lstStyle>
            <a:lvl1pPr>
              <a:defRPr sz="1125"/>
            </a:lvl1pPr>
          </a:lstStyle>
          <a:p>
            <a:r>
              <a:rPr lang="en-US"/>
              <a:t>Click icon to add picture</a:t>
            </a:r>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3869532" y="1600200"/>
            <a:ext cx="1371601" cy="1828800"/>
          </a:xfrm>
          <a:solidFill>
            <a:schemeClr val="bg1">
              <a:lumMod val="95000"/>
            </a:schemeClr>
          </a:solidFill>
        </p:spPr>
        <p:txBody>
          <a:bodyPr/>
          <a:lstStyle>
            <a:lvl1pPr>
              <a:defRPr sz="1125"/>
            </a:lvl1pPr>
          </a:lstStyle>
          <a:p>
            <a:r>
              <a:rPr lang="en-US"/>
              <a:t>Click icon to add picture</a:t>
            </a:r>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5570936" y="1600200"/>
            <a:ext cx="1371601" cy="1828800"/>
          </a:xfrm>
          <a:solidFill>
            <a:schemeClr val="bg1">
              <a:lumMod val="95000"/>
            </a:schemeClr>
          </a:solidFill>
        </p:spPr>
        <p:txBody>
          <a:bodyPr/>
          <a:lstStyle>
            <a:lvl1pPr>
              <a:defRPr sz="1125"/>
            </a:lvl1pPr>
          </a:lstStyle>
          <a:p>
            <a:r>
              <a:rPr lang="en-US"/>
              <a:t>Click icon to add picture</a:t>
            </a:r>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7272339" y="1600200"/>
            <a:ext cx="1371601" cy="1828800"/>
          </a:xfrm>
          <a:solidFill>
            <a:schemeClr val="bg1">
              <a:lumMod val="95000"/>
            </a:schemeClr>
          </a:solidFill>
        </p:spPr>
        <p:txBody>
          <a:bodyPr/>
          <a:lstStyle>
            <a:lvl1pPr>
              <a:defRPr sz="1125"/>
            </a:lvl1pPr>
          </a:lstStyle>
          <a:p>
            <a:r>
              <a:rPr lang="en-US"/>
              <a:t>Click icon to add picture</a:t>
            </a:r>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466725" y="3752850"/>
            <a:ext cx="1371601" cy="1828800"/>
          </a:xfrm>
          <a:solidFill>
            <a:schemeClr val="bg1">
              <a:lumMod val="95000"/>
            </a:schemeClr>
          </a:solidFill>
        </p:spPr>
        <p:txBody>
          <a:bodyPr/>
          <a:lstStyle>
            <a:lvl1pPr>
              <a:defRPr sz="1125"/>
            </a:lvl1pPr>
          </a:lstStyle>
          <a:p>
            <a:r>
              <a:rPr lang="en-US"/>
              <a:t>Click icon to add picture</a:t>
            </a:r>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168129" y="3752850"/>
            <a:ext cx="1371601" cy="1828800"/>
          </a:xfrm>
          <a:solidFill>
            <a:schemeClr val="bg1">
              <a:lumMod val="95000"/>
            </a:schemeClr>
          </a:solidFill>
        </p:spPr>
        <p:txBody>
          <a:bodyPr/>
          <a:lstStyle>
            <a:lvl1pPr>
              <a:defRPr sz="1125"/>
            </a:lvl1pPr>
          </a:lstStyle>
          <a:p>
            <a:r>
              <a:rPr lang="en-US"/>
              <a:t>Click icon to add picture</a:t>
            </a:r>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3869532" y="3752850"/>
            <a:ext cx="1371601" cy="1828800"/>
          </a:xfrm>
          <a:solidFill>
            <a:schemeClr val="bg1">
              <a:lumMod val="95000"/>
            </a:schemeClr>
          </a:solidFill>
        </p:spPr>
        <p:txBody>
          <a:bodyPr/>
          <a:lstStyle>
            <a:lvl1pPr>
              <a:defRPr sz="1125"/>
            </a:lvl1pPr>
          </a:lstStyle>
          <a:p>
            <a:r>
              <a:rPr lang="en-US"/>
              <a:t>Click icon to add picture</a:t>
            </a:r>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5570936" y="3752850"/>
            <a:ext cx="1371601" cy="1828800"/>
          </a:xfrm>
          <a:solidFill>
            <a:schemeClr val="bg1">
              <a:lumMod val="95000"/>
            </a:schemeClr>
          </a:solidFill>
        </p:spPr>
        <p:txBody>
          <a:bodyPr/>
          <a:lstStyle>
            <a:lvl1pPr>
              <a:defRPr sz="1125"/>
            </a:lvl1pPr>
          </a:lstStyle>
          <a:p>
            <a:r>
              <a:rPr lang="en-US"/>
              <a:t>Click icon to add picture</a:t>
            </a:r>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7272339" y="3752850"/>
            <a:ext cx="1371601" cy="1828800"/>
          </a:xfrm>
          <a:solidFill>
            <a:schemeClr val="bg1">
              <a:lumMod val="95000"/>
            </a:schemeClr>
          </a:solidFill>
        </p:spPr>
        <p:txBody>
          <a:bodyPr/>
          <a:lstStyle>
            <a:lvl1pPr>
              <a:defRPr sz="1125"/>
            </a:lvl1pPr>
          </a:lstStyle>
          <a:p>
            <a:r>
              <a:rPr lang="en-US"/>
              <a:t>Click icon to add picture</a:t>
            </a:r>
          </a:p>
        </p:txBody>
      </p:sp>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5" name="Picture 4">
            <a:extLst>
              <a:ext uri="{FF2B5EF4-FFF2-40B4-BE49-F238E27FC236}">
                <a16:creationId xmlns:a16="http://schemas.microsoft.com/office/drawing/2014/main" id="{DDAC1D59-3DB1-49A4-7834-D463A1612B96}"/>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265866914"/>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43815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4806423" y="1"/>
            <a:ext cx="4337577" cy="6223000"/>
          </a:xfrm>
          <a:prstGeom prst="rect">
            <a:avLst/>
          </a:prstGeom>
          <a:solidFill>
            <a:schemeClr val="bg1">
              <a:lumMod val="95000"/>
            </a:schemeClr>
          </a:solidFill>
          <a:effectLst/>
        </p:spPr>
        <p:txBody>
          <a:bodyPr>
            <a:normAutofit/>
          </a:bodyPr>
          <a:lstStyle>
            <a:lvl1pPr marL="0" indent="0">
              <a:buNone/>
              <a:defRPr sz="1500">
                <a:ln>
                  <a:noFill/>
                </a:ln>
                <a:solidFill>
                  <a:schemeClr val="bg1">
                    <a:lumMod val="85000"/>
                  </a:schemeClr>
                </a:solidFill>
                <a:latin typeface="+mj-lt"/>
                <a:ea typeface="Lato Light" charset="0"/>
                <a:cs typeface="Lato Light" charset="0"/>
              </a:defRPr>
            </a:lvl1pPr>
          </a:lstStyle>
          <a:p>
            <a:r>
              <a:rPr lang="en-US"/>
              <a:t>Click icon to add picture</a:t>
            </a:r>
            <a:endParaRPr lang="en-US" dirty="0"/>
          </a:p>
        </p:txBody>
      </p:sp>
      <p:pic>
        <p:nvPicPr>
          <p:cNvPr id="6" name="Picture 5">
            <a:extLst>
              <a:ext uri="{FF2B5EF4-FFF2-40B4-BE49-F238E27FC236}">
                <a16:creationId xmlns:a16="http://schemas.microsoft.com/office/drawing/2014/main" id="{3F083A5E-8B19-310B-8AE5-29459F822C26}"/>
              </a:ext>
            </a:extLst>
          </p:cNvPr>
          <p:cNvPicPr>
            <a:picLocks noChangeAspect="1"/>
          </p:cNvPicPr>
          <p:nvPr/>
        </p:nvPicPr>
        <p:blipFill>
          <a:blip r:embed="rId2"/>
          <a:stretch>
            <a:fillRect/>
          </a:stretch>
        </p:blipFill>
        <p:spPr>
          <a:xfrm>
            <a:off x="0" y="80216"/>
            <a:ext cx="896190" cy="1109568"/>
          </a:xfrm>
          <a:prstGeom prst="rect">
            <a:avLst/>
          </a:prstGeom>
        </p:spPr>
      </p:pic>
    </p:spTree>
    <p:extLst>
      <p:ext uri="{BB962C8B-B14F-4D97-AF65-F5344CB8AC3E}">
        <p14:creationId xmlns:p14="http://schemas.microsoft.com/office/powerpoint/2010/main" val="1630143512"/>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43815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4806423" y="1"/>
            <a:ext cx="4337577" cy="6223000"/>
          </a:xfrm>
          <a:prstGeom prst="rect">
            <a:avLst/>
          </a:prstGeom>
          <a:solidFill>
            <a:schemeClr val="tx1">
              <a:lumMod val="95000"/>
            </a:schemeClr>
          </a:solidFill>
          <a:effectLst/>
        </p:spPr>
        <p:txBody>
          <a:bodyPr>
            <a:normAutofit/>
          </a:bodyPr>
          <a:lstStyle>
            <a:lvl1pPr marL="0" indent="0">
              <a:buNone/>
              <a:defRPr sz="1500">
                <a:ln>
                  <a:noFill/>
                </a:ln>
                <a:solidFill>
                  <a:schemeClr val="bg1">
                    <a:lumMod val="85000"/>
                  </a:schemeClr>
                </a:solidFill>
                <a:latin typeface="+mj-lt"/>
                <a:ea typeface="Lato Light" charset="0"/>
                <a:cs typeface="Lato Light" charset="0"/>
              </a:defRPr>
            </a:lvl1pPr>
          </a:lstStyle>
          <a:p>
            <a:r>
              <a:rPr lang="en-US"/>
              <a:t>Click icon to add picture</a:t>
            </a:r>
            <a:endParaRPr lang="en-US" dirty="0"/>
          </a:p>
        </p:txBody>
      </p:sp>
      <p:pic>
        <p:nvPicPr>
          <p:cNvPr id="5" name="Picture 4">
            <a:extLst>
              <a:ext uri="{FF2B5EF4-FFF2-40B4-BE49-F238E27FC236}">
                <a16:creationId xmlns:a16="http://schemas.microsoft.com/office/drawing/2014/main" id="{6E73B8D9-BACD-B1A6-EFCF-E4175989D30F}"/>
              </a:ext>
            </a:extLst>
          </p:cNvPr>
          <p:cNvPicPr>
            <a:picLocks noChangeAspect="1"/>
          </p:cNvPicPr>
          <p:nvPr/>
        </p:nvPicPr>
        <p:blipFill>
          <a:blip r:embed="rId2"/>
          <a:stretch>
            <a:fillRect/>
          </a:stretch>
        </p:blipFill>
        <p:spPr>
          <a:xfrm>
            <a:off x="56226" y="1"/>
            <a:ext cx="864706" cy="1204642"/>
          </a:xfrm>
          <a:prstGeom prst="rect">
            <a:avLst/>
          </a:prstGeom>
        </p:spPr>
      </p:pic>
    </p:spTree>
    <p:extLst>
      <p:ext uri="{BB962C8B-B14F-4D97-AF65-F5344CB8AC3E}">
        <p14:creationId xmlns:p14="http://schemas.microsoft.com/office/powerpoint/2010/main" val="3659654501"/>
      </p:ext>
    </p:extLst>
  </p:cSld>
  <p:clrMapOvr>
    <a:overrideClrMapping bg1="dk1" tx1="lt1" bg2="dk2" tx2="lt2" accent1="accent1" accent2="accent2" accent3="accent3" accent4="accent4" accent5="accent5" accent6="accent6" hlink="hlink" folHlink="folHlink"/>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75364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57457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39550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190501" y="1697038"/>
            <a:ext cx="35814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9" name="Picture 8">
            <a:extLst>
              <a:ext uri="{FF2B5EF4-FFF2-40B4-BE49-F238E27FC236}">
                <a16:creationId xmlns:a16="http://schemas.microsoft.com/office/drawing/2014/main" id="{FC061A15-FF3E-D475-68D5-CEA211DFFE32}"/>
              </a:ext>
            </a:extLst>
          </p:cNvPr>
          <p:cNvPicPr>
            <a:picLocks noChangeAspect="1"/>
          </p:cNvPicPr>
          <p:nvPr/>
        </p:nvPicPr>
        <p:blipFill>
          <a:blip r:embed="rId2"/>
          <a:stretch>
            <a:fillRect/>
          </a:stretch>
        </p:blipFill>
        <p:spPr>
          <a:xfrm>
            <a:off x="8247810" y="6172"/>
            <a:ext cx="896190" cy="1109568"/>
          </a:xfrm>
          <a:prstGeom prst="rect">
            <a:avLst/>
          </a:prstGeom>
        </p:spPr>
      </p:pic>
    </p:spTree>
    <p:extLst>
      <p:ext uri="{BB962C8B-B14F-4D97-AF65-F5344CB8AC3E}">
        <p14:creationId xmlns:p14="http://schemas.microsoft.com/office/powerpoint/2010/main" val="3533453618"/>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75364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57457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39550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190501" y="1697038"/>
            <a:ext cx="35814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8" name="Picture 7">
            <a:extLst>
              <a:ext uri="{FF2B5EF4-FFF2-40B4-BE49-F238E27FC236}">
                <a16:creationId xmlns:a16="http://schemas.microsoft.com/office/drawing/2014/main" id="{DBE1E25A-8699-3AD3-4EBB-7E4469BBD56C}"/>
              </a:ext>
            </a:extLst>
          </p:cNvPr>
          <p:cNvPicPr>
            <a:picLocks noChangeAspect="1"/>
          </p:cNvPicPr>
          <p:nvPr/>
        </p:nvPicPr>
        <p:blipFill>
          <a:blip r:embed="rId2"/>
          <a:stretch>
            <a:fillRect/>
          </a:stretch>
        </p:blipFill>
        <p:spPr>
          <a:xfrm>
            <a:off x="8247810" y="15316"/>
            <a:ext cx="896190" cy="1103472"/>
          </a:xfrm>
          <a:prstGeom prst="rect">
            <a:avLst/>
          </a:prstGeom>
        </p:spPr>
      </p:pic>
    </p:spTree>
    <p:extLst>
      <p:ext uri="{BB962C8B-B14F-4D97-AF65-F5344CB8AC3E}">
        <p14:creationId xmlns:p14="http://schemas.microsoft.com/office/powerpoint/2010/main" val="4233141974"/>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3957754"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2">
            <a:extLst>
              <a:ext uri="{FF2B5EF4-FFF2-40B4-BE49-F238E27FC236}">
                <a16:creationId xmlns:a16="http://schemas.microsoft.com/office/drawing/2014/main" id="{AB28B768-EAD6-3CC0-C557-D8E57DA6B6D4}"/>
              </a:ext>
            </a:extLst>
          </p:cNvPr>
          <p:cNvPicPr>
            <a:picLocks noChangeAspect="1"/>
          </p:cNvPicPr>
          <p:nvPr/>
        </p:nvPicPr>
        <p:blipFill>
          <a:blip r:embed="rId2"/>
          <a:stretch>
            <a:fillRect/>
          </a:stretch>
        </p:blipFill>
        <p:spPr>
          <a:xfrm>
            <a:off x="0" y="0"/>
            <a:ext cx="896190" cy="1109568"/>
          </a:xfrm>
          <a:prstGeom prst="rect">
            <a:avLst/>
          </a:prstGeom>
        </p:spPr>
      </p:pic>
    </p:spTree>
    <p:extLst>
      <p:ext uri="{BB962C8B-B14F-4D97-AF65-F5344CB8AC3E}">
        <p14:creationId xmlns:p14="http://schemas.microsoft.com/office/powerpoint/2010/main" val="1297012609"/>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8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3957754"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2">
            <a:extLst>
              <a:ext uri="{FF2B5EF4-FFF2-40B4-BE49-F238E27FC236}">
                <a16:creationId xmlns:a16="http://schemas.microsoft.com/office/drawing/2014/main" id="{A9FD0792-A42D-30B8-6682-4417A44B7605}"/>
              </a:ext>
            </a:extLst>
          </p:cNvPr>
          <p:cNvPicPr>
            <a:picLocks noChangeAspect="1"/>
          </p:cNvPicPr>
          <p:nvPr/>
        </p:nvPicPr>
        <p:blipFill>
          <a:blip r:embed="rId2"/>
          <a:stretch>
            <a:fillRect/>
          </a:stretch>
        </p:blipFill>
        <p:spPr>
          <a:xfrm>
            <a:off x="0" y="1"/>
            <a:ext cx="891540" cy="1242026"/>
          </a:xfrm>
          <a:prstGeom prst="rect">
            <a:avLst/>
          </a:prstGeom>
        </p:spPr>
      </p:pic>
    </p:spTree>
    <p:extLst>
      <p:ext uri="{BB962C8B-B14F-4D97-AF65-F5344CB8AC3E}">
        <p14:creationId xmlns:p14="http://schemas.microsoft.com/office/powerpoint/2010/main" val="3268609293"/>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190500" y="1697038"/>
            <a:ext cx="3957754"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21515" y="274638"/>
            <a:ext cx="531506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US" altLang="en-US"/>
              <a:t>Click to edit Master title style</a:t>
            </a:r>
            <a:endParaRPr lang="en-GB" altLang="en-US" dirty="0"/>
          </a:p>
        </p:txBody>
      </p:sp>
      <p:pic>
        <p:nvPicPr>
          <p:cNvPr id="6" name="Picture 5">
            <a:extLst>
              <a:ext uri="{FF2B5EF4-FFF2-40B4-BE49-F238E27FC236}">
                <a16:creationId xmlns:a16="http://schemas.microsoft.com/office/drawing/2014/main" id="{CE63A347-BE8E-B62F-9E30-DC6F03276FD3}"/>
              </a:ext>
            </a:extLst>
          </p:cNvPr>
          <p:cNvPicPr>
            <a:picLocks noChangeAspect="1"/>
          </p:cNvPicPr>
          <p:nvPr/>
        </p:nvPicPr>
        <p:blipFill>
          <a:blip r:embed="rId2"/>
          <a:stretch>
            <a:fillRect/>
          </a:stretch>
        </p:blipFill>
        <p:spPr>
          <a:xfrm>
            <a:off x="8247810" y="25400"/>
            <a:ext cx="896190" cy="1109568"/>
          </a:xfrm>
          <a:prstGeom prst="rect">
            <a:avLst/>
          </a:prstGeom>
        </p:spPr>
      </p:pic>
    </p:spTree>
    <p:extLst>
      <p:ext uri="{BB962C8B-B14F-4D97-AF65-F5344CB8AC3E}">
        <p14:creationId xmlns:p14="http://schemas.microsoft.com/office/powerpoint/2010/main" val="1968178260"/>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190500" y="1697038"/>
            <a:ext cx="3957754"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21515" y="274638"/>
            <a:ext cx="531506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6" name="Picture 5">
            <a:extLst>
              <a:ext uri="{FF2B5EF4-FFF2-40B4-BE49-F238E27FC236}">
                <a16:creationId xmlns:a16="http://schemas.microsoft.com/office/drawing/2014/main" id="{B93CF1D4-4F14-1861-0384-12994591C342}"/>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1132748967"/>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064105" y="1"/>
            <a:ext cx="154995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064105" y="3033601"/>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402770" y="798286"/>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402770" y="4277251"/>
            <a:ext cx="154995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3803650" y="273052"/>
            <a:ext cx="5111750" cy="5853113"/>
          </a:xfrm>
        </p:spPr>
        <p:txBody>
          <a:bodyPr/>
          <a:lstStyle>
            <a:lvl1pPr>
              <a:defRPr sz="2400">
                <a:solidFill>
                  <a:schemeClr val="tx2"/>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943125472"/>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064105" y="1"/>
            <a:ext cx="154995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064105" y="3033601"/>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402770" y="798286"/>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402770" y="4277251"/>
            <a:ext cx="154995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3803650" y="273052"/>
            <a:ext cx="5111750" cy="5853113"/>
          </a:xfrm>
        </p:spPr>
        <p:txBody>
          <a:bodyPr/>
          <a:lstStyle>
            <a:lvl1pPr>
              <a:defRPr sz="2400">
                <a:solidFill>
                  <a:schemeClr val="accent5"/>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490490738"/>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2312686"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462537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6938055"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21514" y="274638"/>
            <a:ext cx="7843030" cy="1143000"/>
          </a:xfrm>
        </p:spPr>
        <p:txBody>
          <a:bodyPr/>
          <a:lstStyle>
            <a:lvl1pPr>
              <a:defRPr>
                <a:solidFill>
                  <a:schemeClr val="tx2"/>
                </a:solidFill>
              </a:defRPr>
            </a:lvl1pPr>
          </a:lstStyle>
          <a:p>
            <a:r>
              <a:rPr lang="en-US"/>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21514" y="1417638"/>
            <a:ext cx="8700972"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5" name="Picture 4">
            <a:extLst>
              <a:ext uri="{FF2B5EF4-FFF2-40B4-BE49-F238E27FC236}">
                <a16:creationId xmlns:a16="http://schemas.microsoft.com/office/drawing/2014/main" id="{32D0F3F0-0B2A-30F2-5108-FBA2B748421B}"/>
              </a:ext>
            </a:extLst>
          </p:cNvPr>
          <p:cNvPicPr>
            <a:picLocks noChangeAspect="1"/>
          </p:cNvPicPr>
          <p:nvPr/>
        </p:nvPicPr>
        <p:blipFill>
          <a:blip r:embed="rId2"/>
          <a:stretch>
            <a:fillRect/>
          </a:stretch>
        </p:blipFill>
        <p:spPr>
          <a:xfrm>
            <a:off x="8247810" y="14514"/>
            <a:ext cx="896190" cy="1109568"/>
          </a:xfrm>
          <a:prstGeom prst="rect">
            <a:avLst/>
          </a:prstGeom>
        </p:spPr>
      </p:pic>
    </p:spTree>
    <p:extLst>
      <p:ext uri="{BB962C8B-B14F-4D97-AF65-F5344CB8AC3E}">
        <p14:creationId xmlns:p14="http://schemas.microsoft.com/office/powerpoint/2010/main" val="3813329096"/>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2312686"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462537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6938055"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21514" y="274638"/>
            <a:ext cx="7843030" cy="1143000"/>
          </a:xfrm>
        </p:spPr>
        <p:txBody>
          <a:bodyPr/>
          <a:lstStyle>
            <a:lvl1pPr>
              <a:defRPr>
                <a:solidFill>
                  <a:schemeClr val="accent5"/>
                </a:solidFill>
              </a:defRPr>
            </a:lvl1pPr>
          </a:lstStyle>
          <a:p>
            <a:r>
              <a:rPr lang="en-US"/>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21514" y="1417638"/>
            <a:ext cx="8700972"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6" name="Picture 5">
            <a:extLst>
              <a:ext uri="{FF2B5EF4-FFF2-40B4-BE49-F238E27FC236}">
                <a16:creationId xmlns:a16="http://schemas.microsoft.com/office/drawing/2014/main" id="{44384D95-A3AF-8F02-0DE3-9E8837F3AA6F}"/>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224981975"/>
      </p:ext>
    </p:extLst>
  </p:cSld>
  <p:clrMapOvr>
    <a:masterClrMapping/>
  </p:clrMapOvr>
  <p:hf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p:nvPicPr>
        <p:blipFill rotWithShape="1">
          <a:blip r:embed="rId43" cstate="print">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9"/>
            <a:ext cx="9144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190500" y="1697038"/>
            <a:ext cx="881062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en-GB" altLang="en-US" dirty="0"/>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sp>
        <p:nvSpPr>
          <p:cNvPr id="2" name="TextBox 1">
            <a:extLst>
              <a:ext uri="{FF2B5EF4-FFF2-40B4-BE49-F238E27FC236}">
                <a16:creationId xmlns:a16="http://schemas.microsoft.com/office/drawing/2014/main" id="{A748569D-7387-4D30-B100-DC94E7D1863E}"/>
              </a:ext>
            </a:extLst>
          </p:cNvPr>
          <p:cNvSpPr txBox="1"/>
          <p:nvPr/>
        </p:nvSpPr>
        <p:spPr>
          <a:xfrm>
            <a:off x="8144693" y="6588371"/>
            <a:ext cx="1162594" cy="184666"/>
          </a:xfrm>
          <a:prstGeom prst="rect">
            <a:avLst/>
          </a:prstGeom>
          <a:noFill/>
        </p:spPr>
        <p:txBody>
          <a:bodyPr wrap="square" rtlCol="0">
            <a:spAutoFit/>
          </a:bodyPr>
          <a:lstStyle/>
          <a:p>
            <a:pPr algn="ctr"/>
            <a:r>
              <a:rPr lang="en-US" sz="600" dirty="0">
                <a:solidFill>
                  <a:schemeClr val="bg2"/>
                </a:solidFill>
                <a:latin typeface="Montserrat" panose="00000500000000000000" pitchFamily="2" charset="0"/>
              </a:rPr>
              <a:t>SLIDE </a:t>
            </a:r>
            <a:fld id="{7E7DF8DA-2BBC-4974-99EF-62657F72EFE3}" type="slidenum">
              <a:rPr lang="en-US" sz="600" smtClean="0">
                <a:solidFill>
                  <a:schemeClr val="bg2"/>
                </a:solidFill>
                <a:latin typeface="Montserrat" panose="00000500000000000000" pitchFamily="2" charset="0"/>
              </a:rPr>
              <a:pPr algn="ctr"/>
              <a:t>‹#›</a:t>
            </a:fld>
            <a:endParaRPr lang="en-US" sz="6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p:nvSpPr>
        <p:spPr>
          <a:xfrm>
            <a:off x="29381" y="6588371"/>
            <a:ext cx="1783091" cy="276999"/>
          </a:xfrm>
          <a:prstGeom prst="rect">
            <a:avLst/>
          </a:prstGeom>
          <a:noFill/>
        </p:spPr>
        <p:txBody>
          <a:bodyPr wrap="square" rtlCol="0">
            <a:spAutoFit/>
          </a:bodyPr>
          <a:lstStyle/>
          <a:p>
            <a:pPr algn="l"/>
            <a:r>
              <a:rPr lang="en-US" sz="600" dirty="0">
                <a:solidFill>
                  <a:schemeClr val="bg2"/>
                </a:solidFill>
                <a:latin typeface="Montserrat" panose="00000500000000000000" pitchFamily="2" charset="0"/>
              </a:rPr>
              <a:t>Digital Security and Forensics</a:t>
            </a:r>
            <a:br>
              <a:rPr lang="en-US" sz="600" dirty="0">
                <a:solidFill>
                  <a:schemeClr val="bg2"/>
                </a:solidFill>
                <a:latin typeface="Montserrat" panose="00000500000000000000" pitchFamily="2" charset="0"/>
              </a:rPr>
            </a:br>
            <a:r>
              <a:rPr lang="en-US" sz="600" dirty="0">
                <a:solidFill>
                  <a:schemeClr val="bg2"/>
                </a:solidFill>
                <a:latin typeface="Montserrat" panose="00000500000000000000" pitchFamily="2" charset="0"/>
              </a:rPr>
              <a:t>AICT006-4-2-DSF</a:t>
            </a:r>
          </a:p>
        </p:txBody>
      </p:sp>
      <p:sp>
        <p:nvSpPr>
          <p:cNvPr id="8" name="TextBox 7">
            <a:extLst>
              <a:ext uri="{FF2B5EF4-FFF2-40B4-BE49-F238E27FC236}">
                <a16:creationId xmlns:a16="http://schemas.microsoft.com/office/drawing/2014/main" id="{9EBD054F-4D2B-C683-DC2F-88927DD0A10B}"/>
              </a:ext>
            </a:extLst>
          </p:cNvPr>
          <p:cNvSpPr txBox="1"/>
          <p:nvPr/>
        </p:nvSpPr>
        <p:spPr>
          <a:xfrm>
            <a:off x="3360421" y="6572476"/>
            <a:ext cx="2547257" cy="184666"/>
          </a:xfrm>
          <a:prstGeom prst="rect">
            <a:avLst/>
          </a:prstGeom>
          <a:noFill/>
        </p:spPr>
        <p:txBody>
          <a:bodyPr wrap="square" rtlCol="0">
            <a:spAutoFit/>
          </a:bodyPr>
          <a:lstStyle/>
          <a:p>
            <a:pPr algn="ctr"/>
            <a:r>
              <a:rPr lang="en-US" sz="600" dirty="0">
                <a:solidFill>
                  <a:schemeClr val="bg2"/>
                </a:solidFill>
                <a:latin typeface="Montserrat" panose="00000500000000000000" pitchFamily="2" charset="0"/>
              </a:rPr>
              <a:t>Forensic Tools and Techniques</a:t>
            </a:r>
          </a:p>
        </p:txBody>
      </p:sp>
    </p:spTree>
    <p:extLst>
      <p:ext uri="{BB962C8B-B14F-4D97-AF65-F5344CB8AC3E}">
        <p14:creationId xmlns:p14="http://schemas.microsoft.com/office/powerpoint/2010/main" val="926668471"/>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 id="2147483740" r:id="rId33"/>
    <p:sldLayoutId id="2147483741" r:id="rId34"/>
    <p:sldLayoutId id="2147483742" r:id="rId35"/>
    <p:sldLayoutId id="2147483743" r:id="rId36"/>
    <p:sldLayoutId id="2147483744" r:id="rId37"/>
    <p:sldLayoutId id="2147483745" r:id="rId38"/>
    <p:sldLayoutId id="2147483746" r:id="rId39"/>
    <p:sldLayoutId id="2147483747" r:id="rId40"/>
    <p:sldLayoutId id="2147483748" r:id="rId41"/>
  </p:sldLayoutIdLst>
  <p:hf hdr="0" ftr="0" dt="0"/>
  <p:txStyles>
    <p:titleStyle>
      <a:lvl1pPr algn="l" rtl="0" eaLnBrk="1" fontAlgn="base" hangingPunct="1">
        <a:spcBef>
          <a:spcPct val="0"/>
        </a:spcBef>
        <a:spcAft>
          <a:spcPct val="0"/>
        </a:spcAft>
        <a:defRPr sz="2800" b="1">
          <a:solidFill>
            <a:schemeClr val="tx2"/>
          </a:solidFill>
          <a:latin typeface="Montserrat" panose="00000500000000000000" pitchFamily="2" charset="0"/>
          <a:ea typeface="+mj-ea"/>
          <a:cs typeface="+mj-cs"/>
        </a:defRPr>
      </a:lvl1pPr>
      <a:lvl2pPr algn="ctr" rtl="0" eaLnBrk="1" fontAlgn="base" hangingPunct="1">
        <a:spcBef>
          <a:spcPct val="0"/>
        </a:spcBef>
        <a:spcAft>
          <a:spcPct val="0"/>
        </a:spcAft>
        <a:defRPr sz="2700">
          <a:solidFill>
            <a:schemeClr val="tx2"/>
          </a:solidFill>
          <a:latin typeface="Arial" charset="0"/>
        </a:defRPr>
      </a:lvl2pPr>
      <a:lvl3pPr algn="ctr" rtl="0" eaLnBrk="1" fontAlgn="base" hangingPunct="1">
        <a:spcBef>
          <a:spcPct val="0"/>
        </a:spcBef>
        <a:spcAft>
          <a:spcPct val="0"/>
        </a:spcAft>
        <a:defRPr sz="2700">
          <a:solidFill>
            <a:schemeClr val="tx2"/>
          </a:solidFill>
          <a:latin typeface="Arial" charset="0"/>
        </a:defRPr>
      </a:lvl3pPr>
      <a:lvl4pPr algn="ctr" rtl="0" eaLnBrk="1" fontAlgn="base" hangingPunct="1">
        <a:spcBef>
          <a:spcPct val="0"/>
        </a:spcBef>
        <a:spcAft>
          <a:spcPct val="0"/>
        </a:spcAft>
        <a:defRPr sz="2700">
          <a:solidFill>
            <a:schemeClr val="tx2"/>
          </a:solidFill>
          <a:latin typeface="Arial" charset="0"/>
        </a:defRPr>
      </a:lvl4pPr>
      <a:lvl5pPr algn="ctr" rtl="0" eaLnBrk="1" fontAlgn="base" hangingPunct="1">
        <a:spcBef>
          <a:spcPct val="0"/>
        </a:spcBef>
        <a:spcAft>
          <a:spcPct val="0"/>
        </a:spcAft>
        <a:defRPr sz="2700">
          <a:solidFill>
            <a:schemeClr val="tx2"/>
          </a:solidFill>
          <a:latin typeface="Arial" charset="0"/>
        </a:defRPr>
      </a:lvl5pPr>
      <a:lvl6pPr marL="342900" algn="ctr" rtl="0" eaLnBrk="1" fontAlgn="base" hangingPunct="1">
        <a:spcBef>
          <a:spcPct val="0"/>
        </a:spcBef>
        <a:spcAft>
          <a:spcPct val="0"/>
        </a:spcAft>
        <a:defRPr sz="2700">
          <a:solidFill>
            <a:schemeClr val="tx2"/>
          </a:solidFill>
          <a:latin typeface="Arial" charset="0"/>
        </a:defRPr>
      </a:lvl6pPr>
      <a:lvl7pPr marL="685800" algn="ctr" rtl="0" eaLnBrk="1" fontAlgn="base" hangingPunct="1">
        <a:spcBef>
          <a:spcPct val="0"/>
        </a:spcBef>
        <a:spcAft>
          <a:spcPct val="0"/>
        </a:spcAft>
        <a:defRPr sz="2700">
          <a:solidFill>
            <a:schemeClr val="tx2"/>
          </a:solidFill>
          <a:latin typeface="Arial" charset="0"/>
        </a:defRPr>
      </a:lvl7pPr>
      <a:lvl8pPr marL="1028700" algn="ctr" rtl="0" eaLnBrk="1" fontAlgn="base" hangingPunct="1">
        <a:spcBef>
          <a:spcPct val="0"/>
        </a:spcBef>
        <a:spcAft>
          <a:spcPct val="0"/>
        </a:spcAft>
        <a:defRPr sz="2700">
          <a:solidFill>
            <a:schemeClr val="tx2"/>
          </a:solidFill>
          <a:latin typeface="Arial" charset="0"/>
        </a:defRPr>
      </a:lvl8pPr>
      <a:lvl9pPr marL="1371600" algn="ctr" rtl="0" eaLnBrk="1" fontAlgn="base" hangingPunct="1">
        <a:spcBef>
          <a:spcPct val="0"/>
        </a:spcBef>
        <a:spcAft>
          <a:spcPct val="0"/>
        </a:spcAft>
        <a:defRPr sz="2700">
          <a:solidFill>
            <a:schemeClr val="tx2"/>
          </a:solidFill>
          <a:latin typeface="Arial" charset="0"/>
        </a:defRPr>
      </a:lvl9pPr>
    </p:titleStyle>
    <p:bodyStyle>
      <a:lvl1pPr marL="257175" indent="-257175" algn="l" rtl="0" eaLnBrk="1" fontAlgn="base" hangingPunct="1">
        <a:spcBef>
          <a:spcPct val="20000"/>
        </a:spcBef>
        <a:spcAft>
          <a:spcPct val="0"/>
        </a:spcAft>
        <a:buChar char="•"/>
        <a:defRPr sz="2000">
          <a:solidFill>
            <a:schemeClr val="tx1"/>
          </a:solidFill>
          <a:latin typeface="+mj-lt"/>
          <a:ea typeface="+mn-ea"/>
          <a:cs typeface="Calibri" panose="020F0502020204030204" pitchFamily="34" charset="0"/>
        </a:defRPr>
      </a:lvl1pPr>
      <a:lvl2pPr marL="557213" indent="-214313" algn="l" rtl="0" eaLnBrk="1" fontAlgn="base" hangingPunct="1">
        <a:spcBef>
          <a:spcPct val="20000"/>
        </a:spcBef>
        <a:spcAft>
          <a:spcPct val="0"/>
        </a:spcAft>
        <a:buChar char="–"/>
        <a:defRPr sz="1600">
          <a:solidFill>
            <a:schemeClr val="tx1"/>
          </a:solidFill>
          <a:latin typeface="+mj-lt"/>
          <a:cs typeface="Calibri" panose="020F0502020204030204" pitchFamily="34" charset="0"/>
        </a:defRPr>
      </a:lvl2pPr>
      <a:lvl3pPr marL="857250" indent="-171450" algn="l" rtl="0" eaLnBrk="1" fontAlgn="base" hangingPunct="1">
        <a:spcBef>
          <a:spcPct val="20000"/>
        </a:spcBef>
        <a:spcAft>
          <a:spcPct val="0"/>
        </a:spcAft>
        <a:buChar char="•"/>
        <a:defRPr sz="1400">
          <a:solidFill>
            <a:schemeClr val="tx1"/>
          </a:solidFill>
          <a:latin typeface="+mj-lt"/>
          <a:cs typeface="Calibri" panose="020F0502020204030204" pitchFamily="34" charset="0"/>
        </a:defRPr>
      </a:lvl3pPr>
      <a:lvl4pPr marL="1200150" indent="-171450" algn="l" rtl="0" eaLnBrk="1" fontAlgn="base" hangingPunct="1">
        <a:spcBef>
          <a:spcPct val="20000"/>
        </a:spcBef>
        <a:spcAft>
          <a:spcPct val="0"/>
        </a:spcAft>
        <a:buChar char="–"/>
        <a:defRPr sz="1200">
          <a:solidFill>
            <a:schemeClr val="tx1"/>
          </a:solidFill>
          <a:latin typeface="+mj-lt"/>
          <a:cs typeface="Calibri" panose="020F0502020204030204" pitchFamily="34" charset="0"/>
        </a:defRPr>
      </a:lvl4pPr>
      <a:lvl5pPr marL="1543050" indent="-171450" algn="l" rtl="0" eaLnBrk="1" fontAlgn="base" hangingPunct="1">
        <a:spcBef>
          <a:spcPct val="20000"/>
        </a:spcBef>
        <a:spcAft>
          <a:spcPct val="0"/>
        </a:spcAft>
        <a:buChar char="»"/>
        <a:defRPr sz="1000">
          <a:solidFill>
            <a:schemeClr val="tx1"/>
          </a:solidFill>
          <a:latin typeface="+mj-lt"/>
          <a:cs typeface="Calibri" panose="020F0502020204030204" pitchFamily="34" charset="0"/>
        </a:defRPr>
      </a:lvl5pPr>
      <a:lvl6pPr marL="1885950" indent="-171450" algn="l" rtl="0" eaLnBrk="1" fontAlgn="base" hangingPunct="1">
        <a:spcBef>
          <a:spcPct val="20000"/>
        </a:spcBef>
        <a:spcAft>
          <a:spcPct val="0"/>
        </a:spcAft>
        <a:buChar char="»"/>
        <a:defRPr sz="1500">
          <a:solidFill>
            <a:schemeClr val="tx1"/>
          </a:solidFill>
          <a:latin typeface="+mn-lt"/>
        </a:defRPr>
      </a:lvl6pPr>
      <a:lvl7pPr marL="2228850" indent="-171450" algn="l" rtl="0" eaLnBrk="1" fontAlgn="base" hangingPunct="1">
        <a:spcBef>
          <a:spcPct val="20000"/>
        </a:spcBef>
        <a:spcAft>
          <a:spcPct val="0"/>
        </a:spcAft>
        <a:buChar char="»"/>
        <a:defRPr sz="1500">
          <a:solidFill>
            <a:schemeClr val="tx1"/>
          </a:solidFill>
          <a:latin typeface="+mn-lt"/>
        </a:defRPr>
      </a:lvl7pPr>
      <a:lvl8pPr marL="2571750" indent="-171450" algn="l" rtl="0" eaLnBrk="1" fontAlgn="base" hangingPunct="1">
        <a:spcBef>
          <a:spcPct val="20000"/>
        </a:spcBef>
        <a:spcAft>
          <a:spcPct val="0"/>
        </a:spcAft>
        <a:buChar char="»"/>
        <a:defRPr sz="1500">
          <a:solidFill>
            <a:schemeClr val="tx1"/>
          </a:solidFill>
          <a:latin typeface="+mn-lt"/>
        </a:defRPr>
      </a:lvl8pPr>
      <a:lvl9pPr marL="2914650" indent="-171450" algn="l" rtl="0" eaLnBrk="1" fontAlgn="base" hangingPunct="1">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7.png"/><Relationship Id="rId1" Type="http://schemas.openxmlformats.org/officeDocument/2006/relationships/slideLayout" Target="../slideLayouts/slideLayout8.xml"/><Relationship Id="rId6" Type="http://schemas.openxmlformats.org/officeDocument/2006/relationships/image" Target="../media/image130.png"/><Relationship Id="rId5" Type="http://schemas.openxmlformats.org/officeDocument/2006/relationships/customXml" Target="../ink/ink2.xml"/><Relationship Id="rId10" Type="http://schemas.openxmlformats.org/officeDocument/2006/relationships/image" Target="../media/image150.png"/><Relationship Id="rId4" Type="http://schemas.openxmlformats.org/officeDocument/2006/relationships/image" Target="../media/image12.png"/><Relationship Id="rId9" Type="http://schemas.openxmlformats.org/officeDocument/2006/relationships/customXml" Target="../ink/ink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5" Type="http://schemas.openxmlformats.org/officeDocument/2006/relationships/image" Target="../media/image24.jpe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9.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wmf"/><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2172456" y="2200277"/>
            <a:ext cx="6754812" cy="1470025"/>
          </a:xfrm>
        </p:spPr>
        <p:txBody>
          <a:bodyPr/>
          <a:lstStyle/>
          <a:p>
            <a:r>
              <a:rPr lang="en-US" dirty="0"/>
              <a:t>Cyber Security and Forensics</a:t>
            </a:r>
            <a:br>
              <a:rPr lang="en-US" dirty="0"/>
            </a:br>
            <a:r>
              <a:rPr lang="en-US" dirty="0"/>
              <a:t>AICT014-4-2-CSF Version VE3</a:t>
            </a:r>
            <a:endParaRPr lang="en-GB" altLang="en-US" dirty="0"/>
          </a:p>
        </p:txBody>
      </p:sp>
      <p:sp>
        <p:nvSpPr>
          <p:cNvPr id="2" name="Subtitle 1"/>
          <p:cNvSpPr>
            <a:spLocks noGrp="1"/>
          </p:cNvSpPr>
          <p:nvPr>
            <p:ph type="subTitle" idx="1"/>
          </p:nvPr>
        </p:nvSpPr>
        <p:spPr>
          <a:xfrm>
            <a:off x="3727655" y="3879851"/>
            <a:ext cx="5185325" cy="1752600"/>
          </a:xfrm>
        </p:spPr>
        <p:txBody>
          <a:bodyPr/>
          <a:lstStyle/>
          <a:p>
            <a:r>
              <a:rPr lang="en-US" dirty="0"/>
              <a:t>Forensic Tools and Techniques</a:t>
            </a:r>
            <a:endParaRPr lang="en-GB" dirty="0"/>
          </a:p>
        </p:txBody>
      </p:sp>
    </p:spTree>
    <p:extLst>
      <p:ext uri="{BB962C8B-B14F-4D97-AF65-F5344CB8AC3E}">
        <p14:creationId xmlns:p14="http://schemas.microsoft.com/office/powerpoint/2010/main" val="3658713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wrap="square" anchor="ctr">
            <a:normAutofit/>
          </a:bodyPr>
          <a:lstStyle/>
          <a:p>
            <a:r>
              <a:rPr lang="en-US" altLang="zh-TW" sz="3200" b="1" u="sng"/>
              <a:t>Topic &amp; Structure of The Lesson</a:t>
            </a:r>
            <a:endParaRPr lang="en-GB" sz="3200"/>
          </a:p>
        </p:txBody>
      </p:sp>
      <p:graphicFrame>
        <p:nvGraphicFramePr>
          <p:cNvPr id="5" name="Content Placeholder 2">
            <a:extLst>
              <a:ext uri="{FF2B5EF4-FFF2-40B4-BE49-F238E27FC236}">
                <a16:creationId xmlns:a16="http://schemas.microsoft.com/office/drawing/2014/main" id="{EB6223F1-19A8-BFAC-4DEC-B7055B78399D}"/>
              </a:ext>
            </a:extLst>
          </p:cNvPr>
          <p:cNvGraphicFramePr>
            <a:graphicFrameLocks noGrp="1"/>
          </p:cNvGraphicFramePr>
          <p:nvPr>
            <p:ph idx="1"/>
          </p:nvPr>
        </p:nvGraphicFramePr>
        <p:xfrm>
          <a:off x="190500" y="1697038"/>
          <a:ext cx="8810625"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9404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altLang="zh-TW" sz="2400" dirty="0"/>
              <a:t>At the end of this topic, you should be able to</a:t>
            </a:r>
          </a:p>
          <a:p>
            <a:pPr lvl="1"/>
            <a:r>
              <a:rPr lang="en-US" altLang="zh-TW" sz="1800" dirty="0"/>
              <a:t>Explain categories of digital forensic investigation </a:t>
            </a:r>
          </a:p>
          <a:p>
            <a:pPr lvl="1"/>
            <a:r>
              <a:rPr lang="en-US" altLang="zh-TW" sz="1800" dirty="0"/>
              <a:t>Discuss how evidence extraction is performed</a:t>
            </a:r>
          </a:p>
          <a:p>
            <a:pPr lvl="1"/>
            <a:r>
              <a:rPr lang="en-US" altLang="zh-TW" sz="1800" dirty="0"/>
              <a:t>Describe steps involved in c</a:t>
            </a:r>
            <a:r>
              <a:rPr lang="en-US" sz="1800" dirty="0"/>
              <a:t>apturing contents of RAM</a:t>
            </a:r>
            <a:endParaRPr lang="en-GB" sz="1800" dirty="0"/>
          </a:p>
          <a:p>
            <a:pPr lvl="1"/>
            <a:endParaRPr lang="en-US" sz="1800" dirty="0"/>
          </a:p>
          <a:p>
            <a:endParaRPr lang="en-GB" sz="2400" dirty="0"/>
          </a:p>
        </p:txBody>
      </p:sp>
      <p:sp>
        <p:nvSpPr>
          <p:cNvPr id="2" name="Title 1"/>
          <p:cNvSpPr>
            <a:spLocks noGrp="1"/>
          </p:cNvSpPr>
          <p:nvPr>
            <p:ph type="title"/>
          </p:nvPr>
        </p:nvSpPr>
        <p:spPr>
          <a:xfrm>
            <a:off x="221514" y="274638"/>
            <a:ext cx="7843030" cy="1143000"/>
          </a:xfrm>
        </p:spPr>
        <p:txBody>
          <a:bodyPr/>
          <a:lstStyle/>
          <a:p>
            <a:r>
              <a:rPr lang="en-US" altLang="zh-TW" dirty="0"/>
              <a:t>Learning Outcomes</a:t>
            </a:r>
            <a:endParaRPr lang="en-GB" dirty="0"/>
          </a:p>
        </p:txBody>
      </p:sp>
    </p:spTree>
    <p:extLst>
      <p:ext uri="{BB962C8B-B14F-4D97-AF65-F5344CB8AC3E}">
        <p14:creationId xmlns:p14="http://schemas.microsoft.com/office/powerpoint/2010/main" val="4022922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wrap="square" anchor="t">
            <a:normAutofit/>
          </a:bodyPr>
          <a:lstStyle/>
          <a:p>
            <a:r>
              <a:rPr lang="en-US" altLang="en-US" b="1" dirty="0"/>
              <a:t>If you have mastered this topic, you should be able to use the following terms correctly in your assignments and exams:</a:t>
            </a:r>
          </a:p>
          <a:p>
            <a:pPr lvl="1"/>
            <a:r>
              <a:rPr lang="en-US" altLang="en-US" sz="1875" b="1" dirty="0"/>
              <a:t>Digital forensic investigation categories: </a:t>
            </a:r>
          </a:p>
          <a:p>
            <a:pPr lvl="2"/>
            <a:r>
              <a:rPr lang="en-US" altLang="en-US" sz="1875" b="1" dirty="0"/>
              <a:t>Acquisition</a:t>
            </a:r>
          </a:p>
          <a:p>
            <a:pPr lvl="2"/>
            <a:r>
              <a:rPr lang="en-US" altLang="en-US" sz="1875" b="1" dirty="0"/>
              <a:t>Examination</a:t>
            </a:r>
          </a:p>
          <a:p>
            <a:pPr lvl="2"/>
            <a:r>
              <a:rPr lang="en-US" altLang="en-US" sz="1875" b="1" dirty="0"/>
              <a:t>Presentation </a:t>
            </a:r>
          </a:p>
          <a:p>
            <a:pPr lvl="1"/>
            <a:r>
              <a:rPr lang="en-US" altLang="en-US" sz="1875" b="1" dirty="0"/>
              <a:t>Evidence extraction: physical vs logical</a:t>
            </a:r>
          </a:p>
          <a:p>
            <a:pPr lvl="1"/>
            <a:endParaRPr lang="en-US" altLang="en-US" sz="1875" b="1" dirty="0"/>
          </a:p>
          <a:p>
            <a:pPr lvl="1"/>
            <a:endParaRPr lang="en-US" sz="1875" dirty="0"/>
          </a:p>
          <a:p>
            <a:endParaRPr lang="en-GB" dirty="0"/>
          </a:p>
        </p:txBody>
      </p:sp>
      <p:sp>
        <p:nvSpPr>
          <p:cNvPr id="2" name="Title 1"/>
          <p:cNvSpPr>
            <a:spLocks noGrp="1"/>
          </p:cNvSpPr>
          <p:nvPr>
            <p:ph type="title"/>
          </p:nvPr>
        </p:nvSpPr>
        <p:spPr>
          <a:xfrm>
            <a:off x="221514" y="274638"/>
            <a:ext cx="7843030" cy="1143000"/>
          </a:xfrm>
        </p:spPr>
        <p:txBody>
          <a:bodyPr wrap="square" anchor="ctr">
            <a:normAutofit/>
          </a:bodyPr>
          <a:lstStyle/>
          <a:p>
            <a:r>
              <a:rPr lang="en-US" altLang="en-US" sz="3200" b="1" u="sng" dirty="0"/>
              <a:t>Key Terms You Must Be Able To Use</a:t>
            </a:r>
            <a:endParaRPr lang="en-GB" sz="3200" dirty="0"/>
          </a:p>
        </p:txBody>
      </p:sp>
    </p:spTree>
    <p:extLst>
      <p:ext uri="{BB962C8B-B14F-4D97-AF65-F5344CB8AC3E}">
        <p14:creationId xmlns:p14="http://schemas.microsoft.com/office/powerpoint/2010/main" val="2539379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5"/>
          <p:cNvSpPr>
            <a:spLocks noGrp="1"/>
          </p:cNvSpPr>
          <p:nvPr>
            <p:ph idx="1"/>
          </p:nvPr>
        </p:nvSpPr>
        <p:spPr>
          <a:xfrm>
            <a:off x="190500" y="1697038"/>
            <a:ext cx="8810625" cy="4525962"/>
          </a:xfrm>
        </p:spPr>
        <p:txBody>
          <a:bodyPr/>
          <a:lstStyle/>
          <a:p>
            <a:r>
              <a:rPr lang="en-US" altLang="en-US" dirty="0"/>
              <a:t>Association of Chief Police Officers of England, Wales &amp; N. Ireland</a:t>
            </a:r>
          </a:p>
          <a:p>
            <a:r>
              <a:rPr lang="en-US" altLang="en-US" dirty="0"/>
              <a:t>Good Practice Guide for Digital Evidence</a:t>
            </a:r>
          </a:p>
          <a:p>
            <a:r>
              <a:rPr lang="en-US" altLang="en-US" dirty="0"/>
              <a:t>Good Practice Guide for Managers of e-Crime investigation</a:t>
            </a:r>
          </a:p>
          <a:p>
            <a:pPr marL="0" indent="0">
              <a:buNone/>
            </a:pPr>
            <a:r>
              <a:rPr lang="en-US" altLang="en-US" dirty="0"/>
              <a:t>Irrespective of the size or complexity of the case the investigator should consider five primary stages.</a:t>
            </a:r>
          </a:p>
          <a:p>
            <a:pPr marL="265113" lvl="2" indent="0">
              <a:buNone/>
            </a:pPr>
            <a:r>
              <a:rPr lang="en-US" altLang="en-US" sz="1800" dirty="0"/>
              <a:t>1. </a:t>
            </a:r>
            <a:r>
              <a:rPr lang="en-US" altLang="en-US" sz="1800" dirty="0">
                <a:solidFill>
                  <a:srgbClr val="FF0000"/>
                </a:solidFill>
              </a:rPr>
              <a:t>Capture</a:t>
            </a:r>
            <a:r>
              <a:rPr lang="en-US" altLang="en-US" sz="1800" dirty="0"/>
              <a:t> (search and seizure at crime scenes);</a:t>
            </a:r>
          </a:p>
          <a:p>
            <a:pPr marL="265113" lvl="2" indent="0">
              <a:buNone/>
            </a:pPr>
            <a:r>
              <a:rPr lang="en-US" altLang="en-US" sz="1800" dirty="0"/>
              <a:t>2. </a:t>
            </a:r>
            <a:r>
              <a:rPr lang="en-US" altLang="en-US" sz="1800" dirty="0">
                <a:solidFill>
                  <a:srgbClr val="FF0000"/>
                </a:solidFill>
              </a:rPr>
              <a:t>Examination</a:t>
            </a:r>
            <a:r>
              <a:rPr lang="en-US" altLang="en-US" sz="1800" dirty="0"/>
              <a:t>;</a:t>
            </a:r>
          </a:p>
          <a:p>
            <a:pPr marL="265113" lvl="2" indent="0">
              <a:buNone/>
            </a:pPr>
            <a:r>
              <a:rPr lang="en-US" altLang="en-US" sz="1800" dirty="0"/>
              <a:t>3. </a:t>
            </a:r>
            <a:r>
              <a:rPr lang="en-US" altLang="en-US" sz="1800" dirty="0">
                <a:solidFill>
                  <a:srgbClr val="FF0000"/>
                </a:solidFill>
              </a:rPr>
              <a:t>Interpretation</a:t>
            </a:r>
            <a:r>
              <a:rPr lang="en-US" altLang="en-US" sz="1800" dirty="0"/>
              <a:t>;</a:t>
            </a:r>
          </a:p>
          <a:p>
            <a:pPr marL="265113" lvl="2" indent="0">
              <a:buNone/>
            </a:pPr>
            <a:r>
              <a:rPr lang="en-US" altLang="en-US" sz="1800" dirty="0"/>
              <a:t>4. </a:t>
            </a:r>
            <a:r>
              <a:rPr lang="en-US" altLang="en-US" sz="1800" dirty="0">
                <a:solidFill>
                  <a:srgbClr val="FF0000"/>
                </a:solidFill>
              </a:rPr>
              <a:t>Reporting</a:t>
            </a:r>
            <a:r>
              <a:rPr lang="en-US" altLang="en-US" sz="1800" dirty="0"/>
              <a:t>;</a:t>
            </a:r>
          </a:p>
          <a:p>
            <a:pPr marL="265113" lvl="2" indent="0">
              <a:buNone/>
            </a:pPr>
            <a:r>
              <a:rPr lang="en-US" altLang="en-US" sz="1800" dirty="0"/>
              <a:t>5. </a:t>
            </a:r>
            <a:r>
              <a:rPr lang="en-US" altLang="en-US" sz="1800" dirty="0">
                <a:solidFill>
                  <a:srgbClr val="FF0000"/>
                </a:solidFill>
              </a:rPr>
              <a:t>Interview</a:t>
            </a:r>
            <a:r>
              <a:rPr lang="en-US" altLang="en-US" sz="1800" dirty="0"/>
              <a:t> of </a:t>
            </a:r>
          </a:p>
          <a:p>
            <a:pPr marL="265113" lvl="2" indent="0">
              <a:buNone/>
            </a:pPr>
            <a:r>
              <a:rPr lang="en-US" altLang="en-US" sz="1800" dirty="0"/>
              <a:t>          Witness </a:t>
            </a:r>
          </a:p>
          <a:p>
            <a:pPr marL="265113" lvl="2" indent="0">
              <a:buNone/>
            </a:pPr>
            <a:r>
              <a:rPr lang="en-US" altLang="en-US" sz="1800" dirty="0"/>
              <a:t>           and Suspects.</a:t>
            </a:r>
          </a:p>
          <a:p>
            <a:endParaRPr lang="en-GB" altLang="en-US" dirty="0"/>
          </a:p>
        </p:txBody>
      </p:sp>
      <p:sp>
        <p:nvSpPr>
          <p:cNvPr id="8195" name="Title 4"/>
          <p:cNvSpPr>
            <a:spLocks noGrp="1"/>
          </p:cNvSpPr>
          <p:nvPr>
            <p:ph type="title"/>
          </p:nvPr>
        </p:nvSpPr>
        <p:spPr>
          <a:xfrm>
            <a:off x="221514" y="274638"/>
            <a:ext cx="7843030" cy="1143000"/>
          </a:xfrm>
        </p:spPr>
        <p:txBody>
          <a:bodyPr/>
          <a:lstStyle/>
          <a:p>
            <a:r>
              <a:rPr lang="en-US" altLang="en-US" dirty="0"/>
              <a:t>ACPO</a:t>
            </a:r>
            <a:endParaRPr lang="en-GB" altLang="en-US" dirty="0"/>
          </a:p>
        </p:txBody>
      </p:sp>
      <p:pic>
        <p:nvPicPr>
          <p:cNvPr id="8" name="Picture 7">
            <a:extLst>
              <a:ext uri="{FF2B5EF4-FFF2-40B4-BE49-F238E27FC236}">
                <a16:creationId xmlns:a16="http://schemas.microsoft.com/office/drawing/2014/main" id="{0CB6FE52-DDCC-DA98-E49E-334394958FB7}"/>
              </a:ext>
            </a:extLst>
          </p:cNvPr>
          <p:cNvPicPr>
            <a:picLocks noChangeAspect="1"/>
          </p:cNvPicPr>
          <p:nvPr/>
        </p:nvPicPr>
        <p:blipFill>
          <a:blip r:embed="rId2"/>
          <a:stretch>
            <a:fillRect/>
          </a:stretch>
        </p:blipFill>
        <p:spPr>
          <a:xfrm>
            <a:off x="2623357" y="4018414"/>
            <a:ext cx="6377768" cy="2051170"/>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D44B5152-7645-3A09-4A8D-4A19154423D9}"/>
                  </a:ext>
                </a:extLst>
              </p14:cNvPr>
              <p14:cNvContentPartPr/>
              <p14:nvPr/>
            </p14:nvContentPartPr>
            <p14:xfrm>
              <a:off x="5132635" y="4744589"/>
              <a:ext cx="1112040" cy="360"/>
            </p14:xfrm>
          </p:contentPart>
        </mc:Choice>
        <mc:Fallback xmlns="">
          <p:pic>
            <p:nvPicPr>
              <p:cNvPr id="9" name="Ink 8">
                <a:extLst>
                  <a:ext uri="{FF2B5EF4-FFF2-40B4-BE49-F238E27FC236}">
                    <a16:creationId xmlns:a16="http://schemas.microsoft.com/office/drawing/2014/main" id="{D44B5152-7645-3A09-4A8D-4A19154423D9}"/>
                  </a:ext>
                </a:extLst>
              </p:cNvPr>
              <p:cNvPicPr/>
              <p:nvPr/>
            </p:nvPicPr>
            <p:blipFill>
              <a:blip r:embed="rId4"/>
              <a:stretch>
                <a:fillRect/>
              </a:stretch>
            </p:blipFill>
            <p:spPr>
              <a:xfrm>
                <a:off x="5123995" y="4735589"/>
                <a:ext cx="11296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812A23D8-BDDE-0778-2E84-CFED6A17F441}"/>
                  </a:ext>
                </a:extLst>
              </p14:cNvPr>
              <p14:cNvContentPartPr/>
              <p14:nvPr/>
            </p14:nvContentPartPr>
            <p14:xfrm>
              <a:off x="3682915" y="4269749"/>
              <a:ext cx="922680" cy="9360"/>
            </p14:xfrm>
          </p:contentPart>
        </mc:Choice>
        <mc:Fallback xmlns="">
          <p:pic>
            <p:nvPicPr>
              <p:cNvPr id="10" name="Ink 9">
                <a:extLst>
                  <a:ext uri="{FF2B5EF4-FFF2-40B4-BE49-F238E27FC236}">
                    <a16:creationId xmlns:a16="http://schemas.microsoft.com/office/drawing/2014/main" id="{812A23D8-BDDE-0778-2E84-CFED6A17F441}"/>
                  </a:ext>
                </a:extLst>
              </p:cNvPr>
              <p:cNvPicPr/>
              <p:nvPr/>
            </p:nvPicPr>
            <p:blipFill>
              <a:blip r:embed="rId6"/>
              <a:stretch>
                <a:fillRect/>
              </a:stretch>
            </p:blipFill>
            <p:spPr>
              <a:xfrm>
                <a:off x="3674275" y="4260749"/>
                <a:ext cx="9403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C5CB602E-2184-59F4-65D1-5C97E5F082EF}"/>
                  </a:ext>
                </a:extLst>
              </p14:cNvPr>
              <p14:cNvContentPartPr/>
              <p14:nvPr/>
            </p14:nvContentPartPr>
            <p14:xfrm>
              <a:off x="6469675" y="4587989"/>
              <a:ext cx="1069200" cy="11520"/>
            </p14:xfrm>
          </p:contentPart>
        </mc:Choice>
        <mc:Fallback xmlns="">
          <p:pic>
            <p:nvPicPr>
              <p:cNvPr id="11" name="Ink 10">
                <a:extLst>
                  <a:ext uri="{FF2B5EF4-FFF2-40B4-BE49-F238E27FC236}">
                    <a16:creationId xmlns:a16="http://schemas.microsoft.com/office/drawing/2014/main" id="{C5CB602E-2184-59F4-65D1-5C97E5F082EF}"/>
                  </a:ext>
                </a:extLst>
              </p:cNvPr>
              <p:cNvPicPr/>
              <p:nvPr/>
            </p:nvPicPr>
            <p:blipFill>
              <a:blip r:embed="rId8"/>
              <a:stretch>
                <a:fillRect/>
              </a:stretch>
            </p:blipFill>
            <p:spPr>
              <a:xfrm>
                <a:off x="6461035" y="4578989"/>
                <a:ext cx="10868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4EC90427-1AEC-D5AA-EE91-BACB5BCD1936}"/>
                  </a:ext>
                </a:extLst>
              </p14:cNvPr>
              <p14:cNvContentPartPr/>
              <p14:nvPr/>
            </p14:nvContentPartPr>
            <p14:xfrm>
              <a:off x="3726475" y="5027909"/>
              <a:ext cx="715320" cy="52920"/>
            </p14:xfrm>
          </p:contentPart>
        </mc:Choice>
        <mc:Fallback xmlns="">
          <p:pic>
            <p:nvPicPr>
              <p:cNvPr id="12" name="Ink 11">
                <a:extLst>
                  <a:ext uri="{FF2B5EF4-FFF2-40B4-BE49-F238E27FC236}">
                    <a16:creationId xmlns:a16="http://schemas.microsoft.com/office/drawing/2014/main" id="{4EC90427-1AEC-D5AA-EE91-BACB5BCD1936}"/>
                  </a:ext>
                </a:extLst>
              </p:cNvPr>
              <p:cNvPicPr/>
              <p:nvPr/>
            </p:nvPicPr>
            <p:blipFill>
              <a:blip r:embed="rId10"/>
              <a:stretch>
                <a:fillRect/>
              </a:stretch>
            </p:blipFill>
            <p:spPr>
              <a:xfrm>
                <a:off x="3717835" y="5019269"/>
                <a:ext cx="732960" cy="70560"/>
              </a:xfrm>
              <a:prstGeom prst="rect">
                <a:avLst/>
              </a:prstGeom>
            </p:spPr>
          </p:pic>
        </mc:Fallback>
      </mc:AlternateContent>
    </p:spTree>
    <p:extLst>
      <p:ext uri="{BB962C8B-B14F-4D97-AF65-F5344CB8AC3E}">
        <p14:creationId xmlns:p14="http://schemas.microsoft.com/office/powerpoint/2010/main" val="3034781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5"/>
          <p:cNvSpPr>
            <a:spLocks noGrp="1"/>
          </p:cNvSpPr>
          <p:nvPr>
            <p:ph idx="1"/>
          </p:nvPr>
        </p:nvSpPr>
        <p:spPr>
          <a:xfrm>
            <a:off x="190500" y="1697038"/>
            <a:ext cx="8810625" cy="4525962"/>
          </a:xfrm>
        </p:spPr>
        <p:txBody>
          <a:bodyPr/>
          <a:lstStyle/>
          <a:p>
            <a:r>
              <a:rPr lang="en-US" altLang="en-US" dirty="0"/>
              <a:t>“Forensic science” (often shortened to forensics) is the application of a broad spectrum of sciences to answer questions of interest to the legal system. This may be in relation to a </a:t>
            </a:r>
            <a:r>
              <a:rPr lang="en-US" altLang="en-US" b="1" dirty="0"/>
              <a:t>crime</a:t>
            </a:r>
            <a:r>
              <a:rPr lang="en-US" altLang="en-US" dirty="0"/>
              <a:t> or to a </a:t>
            </a:r>
            <a:r>
              <a:rPr lang="en-US" altLang="en-US" b="1" dirty="0"/>
              <a:t>civil </a:t>
            </a:r>
            <a:r>
              <a:rPr lang="en-US" altLang="en-US" dirty="0"/>
              <a:t>action.</a:t>
            </a:r>
          </a:p>
          <a:p>
            <a:r>
              <a:rPr lang="en-US" altLang="en-US" dirty="0"/>
              <a:t>8-phase digital forensics process:</a:t>
            </a:r>
          </a:p>
          <a:p>
            <a:pPr marL="1028700" lvl="2" indent="-342900">
              <a:buFont typeface="+mj-lt"/>
              <a:buAutoNum type="arabicPeriod"/>
            </a:pPr>
            <a:r>
              <a:rPr lang="en-US" altLang="en-US" sz="1800" dirty="0"/>
              <a:t>Search Authority</a:t>
            </a:r>
          </a:p>
          <a:p>
            <a:pPr marL="1028700" lvl="2" indent="-342900">
              <a:buFont typeface="+mj-lt"/>
              <a:buAutoNum type="arabicPeriod"/>
            </a:pPr>
            <a:r>
              <a:rPr lang="en-US" altLang="en-US" sz="1800" dirty="0"/>
              <a:t>Chain of Custody</a:t>
            </a:r>
          </a:p>
          <a:p>
            <a:pPr marL="1028700" lvl="2" indent="-342900">
              <a:buFont typeface="+mj-lt"/>
              <a:buAutoNum type="arabicPeriod"/>
            </a:pPr>
            <a:r>
              <a:rPr lang="en-US" altLang="en-US" sz="1800" dirty="0"/>
              <a:t>Imaging/Hashing Function</a:t>
            </a:r>
          </a:p>
          <a:p>
            <a:pPr marL="1028700" lvl="2" indent="-342900">
              <a:buFont typeface="+mj-lt"/>
              <a:buAutoNum type="arabicPeriod"/>
            </a:pPr>
            <a:r>
              <a:rPr lang="en-US" altLang="en-US" sz="1800" dirty="0"/>
              <a:t>Validated Tools</a:t>
            </a:r>
          </a:p>
          <a:p>
            <a:pPr marL="1028700" lvl="2" indent="-342900">
              <a:buFont typeface="+mj-lt"/>
              <a:buAutoNum type="arabicPeriod"/>
            </a:pPr>
            <a:r>
              <a:rPr lang="en-US" altLang="en-US" sz="1800" dirty="0"/>
              <a:t>Analysis</a:t>
            </a:r>
          </a:p>
          <a:p>
            <a:pPr marL="1028700" lvl="2" indent="-342900">
              <a:buFont typeface="+mj-lt"/>
              <a:buAutoNum type="arabicPeriod"/>
            </a:pPr>
            <a:r>
              <a:rPr lang="en-US" altLang="en-US" sz="1800" dirty="0"/>
              <a:t>Repeatability (Quality Assurance)</a:t>
            </a:r>
          </a:p>
          <a:p>
            <a:pPr marL="1028700" lvl="2" indent="-342900">
              <a:buFont typeface="+mj-lt"/>
              <a:buAutoNum type="arabicPeriod"/>
            </a:pPr>
            <a:r>
              <a:rPr lang="en-US" altLang="en-US" sz="1800" dirty="0"/>
              <a:t>Reporting</a:t>
            </a:r>
          </a:p>
          <a:p>
            <a:pPr marL="1028700" lvl="2" indent="-342900">
              <a:buFont typeface="+mj-lt"/>
              <a:buAutoNum type="arabicPeriod"/>
            </a:pPr>
            <a:r>
              <a:rPr lang="en-US" altLang="en-US" sz="1800" dirty="0"/>
              <a:t>Possible Expert Presentation</a:t>
            </a:r>
            <a:endParaRPr lang="en-GB" altLang="en-US" sz="1800" dirty="0"/>
          </a:p>
        </p:txBody>
      </p:sp>
      <p:sp>
        <p:nvSpPr>
          <p:cNvPr id="9219" name="Title 4"/>
          <p:cNvSpPr>
            <a:spLocks noGrp="1"/>
          </p:cNvSpPr>
          <p:nvPr>
            <p:ph type="title"/>
          </p:nvPr>
        </p:nvSpPr>
        <p:spPr>
          <a:xfrm>
            <a:off x="221514" y="274638"/>
            <a:ext cx="7843030" cy="1143000"/>
          </a:xfrm>
        </p:spPr>
        <p:txBody>
          <a:bodyPr/>
          <a:lstStyle/>
          <a:p>
            <a:r>
              <a:rPr lang="en-US" altLang="en-US" dirty="0" err="1"/>
              <a:t>Zatyko</a:t>
            </a:r>
            <a:r>
              <a:rPr lang="en-US" altLang="en-US" dirty="0"/>
              <a:t>, 2007</a:t>
            </a:r>
            <a:endParaRPr lang="en-GB" altLang="en-US" dirty="0"/>
          </a:p>
        </p:txBody>
      </p:sp>
      <p:sp>
        <p:nvSpPr>
          <p:cNvPr id="9220" name="TextBox 1"/>
          <p:cNvSpPr txBox="1">
            <a:spLocks noChangeArrowheads="1"/>
          </p:cNvSpPr>
          <p:nvPr/>
        </p:nvSpPr>
        <p:spPr bwMode="auto">
          <a:xfrm>
            <a:off x="897203" y="6142138"/>
            <a:ext cx="751840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GB" altLang="en-US" sz="1400" dirty="0">
                <a:latin typeface="Century Gothic" panose="020B0502020202020204" pitchFamily="34" charset="0"/>
              </a:rPr>
              <a:t>http://www.forensicmag.com/article/2007/01/commentary-defining-digital-forensics</a:t>
            </a:r>
          </a:p>
        </p:txBody>
      </p:sp>
    </p:spTree>
    <p:extLst>
      <p:ext uri="{BB962C8B-B14F-4D97-AF65-F5344CB8AC3E}">
        <p14:creationId xmlns:p14="http://schemas.microsoft.com/office/powerpoint/2010/main" val="3195817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2"/>
          <p:cNvSpPr>
            <a:spLocks noGrp="1"/>
          </p:cNvSpPr>
          <p:nvPr>
            <p:ph type="title"/>
          </p:nvPr>
        </p:nvSpPr>
        <p:spPr>
          <a:xfrm>
            <a:off x="221513" y="274638"/>
            <a:ext cx="8076325" cy="1143000"/>
          </a:xfrm>
        </p:spPr>
        <p:txBody>
          <a:bodyPr wrap="square" anchor="ctr">
            <a:normAutofit/>
          </a:bodyPr>
          <a:lstStyle/>
          <a:p>
            <a:r>
              <a:rPr lang="en-US" altLang="en-US" sz="2800" u="sng" dirty="0"/>
              <a:t>EC-Council: Digital Forensic Investigation</a:t>
            </a:r>
            <a:endParaRPr lang="en-GB" altLang="en-US" sz="2800" u="sng" dirty="0"/>
          </a:p>
        </p:txBody>
      </p:sp>
      <p:pic>
        <p:nvPicPr>
          <p:cNvPr id="5" name="Picture 4">
            <a:extLst>
              <a:ext uri="{FF2B5EF4-FFF2-40B4-BE49-F238E27FC236}">
                <a16:creationId xmlns:a16="http://schemas.microsoft.com/office/drawing/2014/main" id="{21CF9EC1-E14B-4B24-8F7A-08EFDA6C39CB}"/>
              </a:ext>
            </a:extLst>
          </p:cNvPr>
          <p:cNvPicPr>
            <a:picLocks noChangeAspect="1"/>
          </p:cNvPicPr>
          <p:nvPr/>
        </p:nvPicPr>
        <p:blipFill>
          <a:blip r:embed="rId2"/>
          <a:stretch>
            <a:fillRect/>
          </a:stretch>
        </p:blipFill>
        <p:spPr>
          <a:xfrm>
            <a:off x="221514" y="1580367"/>
            <a:ext cx="8560024" cy="2541257"/>
          </a:xfrm>
          <a:prstGeom prst="rect">
            <a:avLst/>
          </a:prstGeom>
        </p:spPr>
      </p:pic>
      <p:sp>
        <p:nvSpPr>
          <p:cNvPr id="10" name="TextBox 9">
            <a:extLst>
              <a:ext uri="{FF2B5EF4-FFF2-40B4-BE49-F238E27FC236}">
                <a16:creationId xmlns:a16="http://schemas.microsoft.com/office/drawing/2014/main" id="{213330D1-D36E-4095-B8B1-5C8A891AC11C}"/>
              </a:ext>
            </a:extLst>
          </p:cNvPr>
          <p:cNvSpPr txBox="1"/>
          <p:nvPr/>
        </p:nvSpPr>
        <p:spPr>
          <a:xfrm>
            <a:off x="221515" y="6016220"/>
            <a:ext cx="8560023" cy="276999"/>
          </a:xfrm>
          <a:prstGeom prst="rect">
            <a:avLst/>
          </a:prstGeom>
          <a:noFill/>
        </p:spPr>
        <p:txBody>
          <a:bodyPr wrap="square">
            <a:spAutoFit/>
          </a:bodyPr>
          <a:lstStyle/>
          <a:p>
            <a:r>
              <a:rPr lang="en-MY" sz="1200" i="1" dirty="0"/>
              <a:t>https://www.eccouncil.org/cybersecurity/what-is-digital-forensics/</a:t>
            </a:r>
          </a:p>
        </p:txBody>
      </p:sp>
    </p:spTree>
    <p:extLst>
      <p:ext uri="{BB962C8B-B14F-4D97-AF65-F5344CB8AC3E}">
        <p14:creationId xmlns:p14="http://schemas.microsoft.com/office/powerpoint/2010/main" val="968276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E865AB-F3CC-4CFB-90BD-AC77F6AC46BA}"/>
              </a:ext>
            </a:extLst>
          </p:cNvPr>
          <p:cNvSpPr>
            <a:spLocks noGrp="1"/>
          </p:cNvSpPr>
          <p:nvPr>
            <p:ph type="title"/>
          </p:nvPr>
        </p:nvSpPr>
        <p:spPr/>
        <p:txBody>
          <a:bodyPr/>
          <a:lstStyle/>
          <a:p>
            <a:r>
              <a:rPr lang="en-MY" dirty="0"/>
              <a:t>Digital Forensics Phases</a:t>
            </a:r>
          </a:p>
        </p:txBody>
      </p:sp>
      <p:graphicFrame>
        <p:nvGraphicFramePr>
          <p:cNvPr id="10" name="Content Placeholder 2">
            <a:extLst>
              <a:ext uri="{FF2B5EF4-FFF2-40B4-BE49-F238E27FC236}">
                <a16:creationId xmlns:a16="http://schemas.microsoft.com/office/drawing/2014/main" id="{167993D5-F609-4F67-8BF5-315BE335E16A}"/>
              </a:ext>
            </a:extLst>
          </p:cNvPr>
          <p:cNvGraphicFramePr>
            <a:graphicFrameLocks/>
          </p:cNvGraphicFramePr>
          <p:nvPr/>
        </p:nvGraphicFramePr>
        <p:xfrm>
          <a:off x="1773641" y="1615152"/>
          <a:ext cx="6142061"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3969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1"/>
          <p:cNvSpPr>
            <a:spLocks noGrp="1"/>
          </p:cNvSpPr>
          <p:nvPr>
            <p:ph sz="half" idx="1"/>
          </p:nvPr>
        </p:nvSpPr>
        <p:spPr>
          <a:xfrm>
            <a:off x="457446" y="1675998"/>
            <a:ext cx="4076700" cy="2701925"/>
          </a:xfrm>
        </p:spPr>
        <p:txBody>
          <a:bodyPr/>
          <a:lstStyle/>
          <a:p>
            <a:r>
              <a:rPr lang="en-GB" altLang="en-US" i="1" dirty="0"/>
              <a:t>Different type of cases apply similar steps, but details of actions are different due to the nature of crime. </a:t>
            </a:r>
            <a:endParaRPr lang="en-US" altLang="en-US" dirty="0"/>
          </a:p>
        </p:txBody>
      </p:sp>
      <p:sp>
        <p:nvSpPr>
          <p:cNvPr id="11267" name="Content Placeholder 2"/>
          <p:cNvSpPr>
            <a:spLocks noGrp="1"/>
          </p:cNvSpPr>
          <p:nvPr>
            <p:ph sz="half" idx="2"/>
          </p:nvPr>
        </p:nvSpPr>
        <p:spPr>
          <a:xfrm>
            <a:off x="4727330" y="1675998"/>
            <a:ext cx="3924300" cy="2701925"/>
          </a:xfrm>
        </p:spPr>
        <p:txBody>
          <a:bodyPr/>
          <a:lstStyle/>
          <a:p>
            <a:r>
              <a:rPr lang="en-GB" altLang="en-US" i="1" dirty="0"/>
              <a:t>Need to know the </a:t>
            </a:r>
            <a:r>
              <a:rPr lang="en-GB" altLang="en-US" b="1" i="1" dirty="0"/>
              <a:t>important activities</a:t>
            </a:r>
            <a:r>
              <a:rPr lang="en-GB" altLang="en-US" i="1" dirty="0"/>
              <a:t> in a given crime to identify the correct evidence</a:t>
            </a:r>
            <a:endParaRPr lang="en-GB" altLang="en-US" dirty="0"/>
          </a:p>
          <a:p>
            <a:endParaRPr lang="en-US" altLang="en-US" dirty="0"/>
          </a:p>
        </p:txBody>
      </p:sp>
      <p:sp>
        <p:nvSpPr>
          <p:cNvPr id="11268" name="Title 3"/>
          <p:cNvSpPr>
            <a:spLocks noGrp="1"/>
          </p:cNvSpPr>
          <p:nvPr>
            <p:ph type="title"/>
          </p:nvPr>
        </p:nvSpPr>
        <p:spPr>
          <a:xfrm>
            <a:off x="457446" y="381093"/>
            <a:ext cx="6357528" cy="1023937"/>
          </a:xfrm>
        </p:spPr>
        <p:txBody>
          <a:bodyPr/>
          <a:lstStyle/>
          <a:p>
            <a:r>
              <a:rPr lang="en-US" altLang="en-US" sz="3200" u="sng" dirty="0"/>
              <a:t>Strategy</a:t>
            </a:r>
          </a:p>
        </p:txBody>
      </p:sp>
      <p:pic>
        <p:nvPicPr>
          <p:cNvPr id="2" name="Picture 4">
            <a:extLst>
              <a:ext uri="{FF2B5EF4-FFF2-40B4-BE49-F238E27FC236}">
                <a16:creationId xmlns:a16="http://schemas.microsoft.com/office/drawing/2014/main" id="{22D19F71-D7C3-2B35-D837-B1221CC03A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663" y="3960019"/>
            <a:ext cx="4049712"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 name="Picture 4">
            <a:extLst>
              <a:ext uri="{FF2B5EF4-FFF2-40B4-BE49-F238E27FC236}">
                <a16:creationId xmlns:a16="http://schemas.microsoft.com/office/drawing/2014/main" id="{6D027727-87CA-6626-B7ED-B08DBF1EEB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9457" y="3960019"/>
            <a:ext cx="2243138" cy="18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401479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Arial" charset="0"/>
              </a:defRPr>
            </a:lvl2pPr>
            <a:lvl3pPr algn="ctr" rtl="0" eaLnBrk="1" fontAlgn="base" hangingPunct="1">
              <a:spcBef>
                <a:spcPct val="0"/>
              </a:spcBef>
              <a:spcAft>
                <a:spcPct val="0"/>
              </a:spcAft>
              <a:defRPr sz="3600">
                <a:solidFill>
                  <a:schemeClr val="tx2"/>
                </a:solidFill>
                <a:latin typeface="Arial" charset="0"/>
              </a:defRPr>
            </a:lvl3pPr>
            <a:lvl4pPr algn="ctr" rtl="0" eaLnBrk="1" fontAlgn="base" hangingPunct="1">
              <a:spcBef>
                <a:spcPct val="0"/>
              </a:spcBef>
              <a:spcAft>
                <a:spcPct val="0"/>
              </a:spcAft>
              <a:defRPr sz="3600">
                <a:solidFill>
                  <a:schemeClr val="tx2"/>
                </a:solidFill>
                <a:latin typeface="Arial" charset="0"/>
              </a:defRPr>
            </a:lvl4pPr>
            <a:lvl5pPr algn="ctr" rtl="0" eaLnBrk="1" fontAlgn="base" hangingPunct="1">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a:lstStyle>
          <a:p>
            <a:pPr algn="l">
              <a:spcAft>
                <a:spcPts val="600"/>
              </a:spcAft>
            </a:pPr>
            <a:r>
              <a:rPr lang="en-US" altLang="en-US" sz="2250" b="1" u="sng" kern="0" dirty="0">
                <a:latin typeface="Montserrat" panose="00000500000000000000" pitchFamily="2" charset="0"/>
              </a:rPr>
              <a:t>Steps to Prepare for a Computer Forensic Investigation</a:t>
            </a:r>
          </a:p>
        </p:txBody>
      </p:sp>
      <p:graphicFrame>
        <p:nvGraphicFramePr>
          <p:cNvPr id="12293" name="Rectangle 3">
            <a:extLst>
              <a:ext uri="{FF2B5EF4-FFF2-40B4-BE49-F238E27FC236}">
                <a16:creationId xmlns:a16="http://schemas.microsoft.com/office/drawing/2014/main" id="{D6D8C0F0-43F9-3624-D3E7-40BD00D0BD3A}"/>
              </a:ext>
            </a:extLst>
          </p:cNvPr>
          <p:cNvGraphicFramePr>
            <a:graphicFrameLocks noGrp="1"/>
          </p:cNvGraphicFramePr>
          <p:nvPr>
            <p:ph idx="1"/>
          </p:nvPr>
        </p:nvGraphicFramePr>
        <p:xfrm>
          <a:off x="190500" y="1697038"/>
          <a:ext cx="8810625"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3678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221514" y="274638"/>
            <a:ext cx="7843030" cy="1143000"/>
          </a:xfrm>
        </p:spPr>
        <p:txBody>
          <a:bodyPr wrap="square" anchor="ctr">
            <a:normAutofit/>
          </a:bodyPr>
          <a:lstStyle/>
          <a:p>
            <a:pPr eaLnBrk="1" hangingPunct="1"/>
            <a:r>
              <a:rPr lang="en-US" altLang="en-US" sz="2250" u="sng" dirty="0"/>
              <a:t>Steps to Prepare for a Computer Forensic Investigation (cont’d)</a:t>
            </a:r>
          </a:p>
        </p:txBody>
      </p:sp>
      <p:graphicFrame>
        <p:nvGraphicFramePr>
          <p:cNvPr id="13317" name="Rectangle 3">
            <a:extLst>
              <a:ext uri="{FF2B5EF4-FFF2-40B4-BE49-F238E27FC236}">
                <a16:creationId xmlns:a16="http://schemas.microsoft.com/office/drawing/2014/main" id="{1224FC8B-5060-AB1D-1213-54DC00462D3E}"/>
              </a:ext>
            </a:extLst>
          </p:cNvPr>
          <p:cNvGraphicFramePr>
            <a:graphicFrameLocks noGrp="1"/>
          </p:cNvGraphicFramePr>
          <p:nvPr>
            <p:ph idx="1"/>
          </p:nvPr>
        </p:nvGraphicFramePr>
        <p:xfrm>
          <a:off x="190500" y="1697038"/>
          <a:ext cx="8810625"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9755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4"/>
          <p:cNvSpPr>
            <a:spLocks noGrp="1"/>
          </p:cNvSpPr>
          <p:nvPr>
            <p:ph sz="half" idx="1"/>
          </p:nvPr>
        </p:nvSpPr>
        <p:spPr>
          <a:xfrm>
            <a:off x="222250" y="1697038"/>
            <a:ext cx="4038600" cy="4525962"/>
          </a:xfrm>
        </p:spPr>
        <p:txBody>
          <a:bodyPr/>
          <a:lstStyle/>
          <a:p>
            <a:r>
              <a:rPr lang="en-US" altLang="en-US" dirty="0"/>
              <a:t>Cameras</a:t>
            </a:r>
          </a:p>
          <a:p>
            <a:r>
              <a:rPr lang="en-US" altLang="en-US" dirty="0"/>
              <a:t>Notepads </a:t>
            </a:r>
          </a:p>
          <a:p>
            <a:r>
              <a:rPr lang="en-US" altLang="en-US" dirty="0"/>
              <a:t>Sketchpads </a:t>
            </a:r>
          </a:p>
          <a:p>
            <a:r>
              <a:rPr lang="en-US" altLang="en-US" dirty="0"/>
              <a:t>Evidence forms </a:t>
            </a:r>
          </a:p>
          <a:p>
            <a:r>
              <a:rPr lang="en-US" altLang="en-US" dirty="0"/>
              <a:t>Crime scene tape</a:t>
            </a:r>
          </a:p>
        </p:txBody>
      </p:sp>
      <p:sp>
        <p:nvSpPr>
          <p:cNvPr id="6" name="Content Placeholder 5"/>
          <p:cNvSpPr>
            <a:spLocks noGrp="1"/>
          </p:cNvSpPr>
          <p:nvPr>
            <p:ph sz="half" idx="2"/>
          </p:nvPr>
        </p:nvSpPr>
        <p:spPr>
          <a:xfrm>
            <a:off x="4678363" y="1697038"/>
            <a:ext cx="4038600" cy="4525962"/>
          </a:xfrm>
        </p:spPr>
        <p:txBody>
          <a:bodyPr/>
          <a:lstStyle/>
          <a:p>
            <a:r>
              <a:rPr lang="en-US" altLang="en-US" dirty="0"/>
              <a:t>Markers</a:t>
            </a:r>
          </a:p>
          <a:p>
            <a:r>
              <a:rPr lang="en-US" dirty="0"/>
              <a:t>Disassembly Tools</a:t>
            </a:r>
          </a:p>
          <a:p>
            <a:r>
              <a:rPr lang="en-US" dirty="0"/>
              <a:t>Cable tags</a:t>
            </a:r>
          </a:p>
          <a:p>
            <a:r>
              <a:rPr lang="en-US" dirty="0"/>
              <a:t>Stick-on labels</a:t>
            </a:r>
          </a:p>
          <a:p>
            <a:r>
              <a:rPr lang="en-US" dirty="0"/>
              <a:t>Evidence bags</a:t>
            </a:r>
          </a:p>
          <a:p>
            <a:r>
              <a:rPr lang="en-US" altLang="en-US" dirty="0">
                <a:solidFill>
                  <a:srgbClr val="FF0000"/>
                </a:solidFill>
              </a:rPr>
              <a:t>Anti-static</a:t>
            </a:r>
            <a:r>
              <a:rPr lang="en-US" altLang="en-US" dirty="0"/>
              <a:t> packaging for magnetic media  </a:t>
            </a:r>
          </a:p>
        </p:txBody>
      </p:sp>
      <p:sp>
        <p:nvSpPr>
          <p:cNvPr id="14340" name="Title 3"/>
          <p:cNvSpPr>
            <a:spLocks noGrp="1"/>
          </p:cNvSpPr>
          <p:nvPr>
            <p:ph type="title"/>
          </p:nvPr>
        </p:nvSpPr>
        <p:spPr>
          <a:xfrm>
            <a:off x="221514" y="274638"/>
            <a:ext cx="7843030" cy="1143000"/>
          </a:xfrm>
        </p:spPr>
        <p:txBody>
          <a:bodyPr/>
          <a:lstStyle/>
          <a:p>
            <a:r>
              <a:rPr lang="en-US" altLang="en-US" dirty="0"/>
              <a:t>Crime Scene Processing Tools </a:t>
            </a:r>
            <a:endParaRPr lang="en-GB" altLang="en-US" dirty="0"/>
          </a:p>
        </p:txBody>
      </p:sp>
      <p:pic>
        <p:nvPicPr>
          <p:cNvPr id="14341" name="Picture 2" descr="http://www.insectraforensics.com/WebRoot/StoreES/Shops/ea1586/4823/B13A/6C65/F5D8/CE46/D94C/8776/FF8D/Screenshot-3.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926469" y="4417582"/>
            <a:ext cx="22479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http://www.acronis.com/support/documentation/ABR11.5/10708.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174369" y="4408267"/>
            <a:ext cx="1714494" cy="12838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4343" name="Picture 12"/>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199421" y="4205579"/>
            <a:ext cx="1639888"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Yellow Crime Scene Caution Tape, Size: 3&quot;">
            <a:extLst>
              <a:ext uri="{FF2B5EF4-FFF2-40B4-BE49-F238E27FC236}">
                <a16:creationId xmlns:a16="http://schemas.microsoft.com/office/drawing/2014/main" id="{5DCE904B-25B9-3138-C0C5-2B7C0304A8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037" y="4205579"/>
            <a:ext cx="2513324" cy="1672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1558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1"/>
          <p:cNvSpPr>
            <a:spLocks noGrp="1"/>
          </p:cNvSpPr>
          <p:nvPr>
            <p:ph idx="1"/>
          </p:nvPr>
        </p:nvSpPr>
        <p:spPr>
          <a:xfrm>
            <a:off x="190500" y="1697038"/>
            <a:ext cx="8810625" cy="4525962"/>
          </a:xfrm>
        </p:spPr>
        <p:txBody>
          <a:bodyPr/>
          <a:lstStyle/>
          <a:p>
            <a:r>
              <a:rPr lang="en-US" altLang="en-US" dirty="0"/>
              <a:t>Persons attending a scene should be especially aware that systems which are </a:t>
            </a:r>
            <a:r>
              <a:rPr lang="en-US" altLang="en-US" b="1" dirty="0"/>
              <a:t>powered on (running)</a:t>
            </a:r>
            <a:r>
              <a:rPr lang="en-US" altLang="en-US" dirty="0"/>
              <a:t> need to be handled with care, as there is the potential to make unwanted changes to the evidence, and volatile data of value may be lost if these are not dealt with correctly. </a:t>
            </a:r>
            <a:endParaRPr lang="en-GB" altLang="en-US" dirty="0"/>
          </a:p>
        </p:txBody>
      </p:sp>
      <p:sp>
        <p:nvSpPr>
          <p:cNvPr id="6" name="Title 5">
            <a:extLst>
              <a:ext uri="{FF2B5EF4-FFF2-40B4-BE49-F238E27FC236}">
                <a16:creationId xmlns:a16="http://schemas.microsoft.com/office/drawing/2014/main" id="{8169144D-08B0-371F-2BA0-FE0ADACF4DA3}"/>
              </a:ext>
            </a:extLst>
          </p:cNvPr>
          <p:cNvSpPr>
            <a:spLocks noGrp="1"/>
          </p:cNvSpPr>
          <p:nvPr>
            <p:ph type="title"/>
          </p:nvPr>
        </p:nvSpPr>
        <p:spPr/>
        <p:txBody>
          <a:bodyPr/>
          <a:lstStyle/>
          <a:p>
            <a:r>
              <a:rPr lang="en-US" dirty="0"/>
              <a:t>First Responder</a:t>
            </a:r>
            <a:endParaRPr lang="en-MY" dirty="0"/>
          </a:p>
        </p:txBody>
      </p:sp>
      <p:pic>
        <p:nvPicPr>
          <p:cNvPr id="15364" name="Picture 2" descr="http://coreldraw.com/resized-image.ashx/__size/680x1000/__key/CommunityServer.Discussions.Components.Files/544/1057.Graphic2.jp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013467" y="3515488"/>
            <a:ext cx="2224096" cy="239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181" y="3429000"/>
            <a:ext cx="2920511" cy="2726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449483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p:cNvSpPr>
            <a:spLocks noGrp="1"/>
          </p:cNvSpPr>
          <p:nvPr>
            <p:ph idx="1"/>
          </p:nvPr>
        </p:nvSpPr>
        <p:spPr>
          <a:xfrm>
            <a:off x="190500" y="1697038"/>
            <a:ext cx="8810625" cy="4525962"/>
          </a:xfrm>
        </p:spPr>
        <p:txBody>
          <a:bodyPr/>
          <a:lstStyle/>
          <a:p>
            <a:r>
              <a:rPr lang="en-US" altLang="en-US" dirty="0"/>
              <a:t>When attending a scene, records must be kept of all actions taken in relation to digital evidence. </a:t>
            </a:r>
          </a:p>
          <a:p>
            <a:pPr lvl="1"/>
            <a:r>
              <a:rPr lang="en-US" altLang="en-US" sz="1800" dirty="0"/>
              <a:t>Photographs/diagrams of equipment locations</a:t>
            </a:r>
          </a:p>
          <a:p>
            <a:pPr lvl="1"/>
            <a:r>
              <a:rPr lang="en-US" altLang="en-US" sz="1800" dirty="0"/>
              <a:t>Details of any information provided by persons present </a:t>
            </a:r>
          </a:p>
          <a:p>
            <a:pPr lvl="1"/>
            <a:r>
              <a:rPr lang="en-US" altLang="en-US" sz="1800" dirty="0"/>
              <a:t>Records of any actions taken at the scene</a:t>
            </a:r>
          </a:p>
        </p:txBody>
      </p:sp>
      <p:sp>
        <p:nvSpPr>
          <p:cNvPr id="16387" name="Title 2"/>
          <p:cNvSpPr>
            <a:spLocks noGrp="1"/>
          </p:cNvSpPr>
          <p:nvPr>
            <p:ph type="title"/>
          </p:nvPr>
        </p:nvSpPr>
        <p:spPr>
          <a:xfrm>
            <a:off x="221514" y="274638"/>
            <a:ext cx="7843030" cy="1143000"/>
          </a:xfrm>
        </p:spPr>
        <p:txBody>
          <a:bodyPr/>
          <a:lstStyle/>
          <a:p>
            <a:r>
              <a:rPr lang="en-GB" altLang="en-US" dirty="0"/>
              <a:t>Documentation</a:t>
            </a:r>
          </a:p>
        </p:txBody>
      </p:sp>
      <p:pic>
        <p:nvPicPr>
          <p:cNvPr id="16388" name="Content Placeholder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83668" y="3608215"/>
            <a:ext cx="3776663" cy="251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6797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21514" y="274638"/>
            <a:ext cx="7843030" cy="1143000"/>
          </a:xfrm>
        </p:spPr>
        <p:txBody>
          <a:bodyPr wrap="square" anchor="ctr">
            <a:normAutofit/>
          </a:bodyPr>
          <a:lstStyle/>
          <a:p>
            <a:pPr eaLnBrk="1" hangingPunct="1"/>
            <a:r>
              <a:rPr lang="en-US" altLang="en-US" sz="3200" u="sng" dirty="0"/>
              <a:t>Acquiring Digital Evidence</a:t>
            </a:r>
          </a:p>
        </p:txBody>
      </p:sp>
      <p:graphicFrame>
        <p:nvGraphicFramePr>
          <p:cNvPr id="18437" name="Rectangle 3">
            <a:extLst>
              <a:ext uri="{FF2B5EF4-FFF2-40B4-BE49-F238E27FC236}">
                <a16:creationId xmlns:a16="http://schemas.microsoft.com/office/drawing/2014/main" id="{CDA179CB-C6F2-D0CE-13E0-3B205F2C1FFB}"/>
              </a:ext>
            </a:extLst>
          </p:cNvPr>
          <p:cNvGraphicFramePr>
            <a:graphicFrameLocks noGrp="1"/>
          </p:cNvGraphicFramePr>
          <p:nvPr>
            <p:ph idx="1"/>
          </p:nvPr>
        </p:nvGraphicFramePr>
        <p:xfrm>
          <a:off x="190500" y="1697038"/>
          <a:ext cx="8810625"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9535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61182" y="1702191"/>
            <a:ext cx="7863840" cy="4740812"/>
          </a:xfrm>
        </p:spPr>
        <p:txBody>
          <a:bodyPr/>
          <a:lstStyle/>
          <a:p>
            <a:pPr eaLnBrk="1" hangingPunct="1">
              <a:spcBef>
                <a:spcPts val="1200"/>
              </a:spcBef>
              <a:buFontTx/>
              <a:buNone/>
            </a:pPr>
            <a:r>
              <a:rPr lang="en-US" altLang="en-US" sz="2800" dirty="0"/>
              <a:t>•	Two different types of extraction: </a:t>
            </a:r>
          </a:p>
          <a:p>
            <a:pPr lvl="1" eaLnBrk="1" hangingPunct="1">
              <a:spcBef>
                <a:spcPts val="1200"/>
              </a:spcBef>
              <a:buFontTx/>
              <a:buNone/>
            </a:pPr>
            <a:r>
              <a:rPr lang="en-US" altLang="en-US" dirty="0"/>
              <a:t>–	</a:t>
            </a:r>
            <a:r>
              <a:rPr lang="en-US" altLang="en-US" sz="2400" b="1" dirty="0">
                <a:solidFill>
                  <a:srgbClr val="C00000"/>
                </a:solidFill>
              </a:rPr>
              <a:t>Physical extraction </a:t>
            </a:r>
            <a:r>
              <a:rPr lang="en-US" altLang="en-US" sz="2400" dirty="0"/>
              <a:t>identifies and recovers data across the entire physical drive without regard to file system. </a:t>
            </a:r>
          </a:p>
          <a:p>
            <a:pPr lvl="1" eaLnBrk="1" hangingPunct="1">
              <a:spcBef>
                <a:spcPts val="1200"/>
              </a:spcBef>
              <a:buFontTx/>
              <a:buNone/>
            </a:pPr>
            <a:r>
              <a:rPr lang="en-US" altLang="en-US" sz="2400" dirty="0"/>
              <a:t>–</a:t>
            </a:r>
            <a:r>
              <a:rPr lang="en-US" altLang="en-US" sz="2400" dirty="0">
                <a:solidFill>
                  <a:srgbClr val="C00000"/>
                </a:solidFill>
              </a:rPr>
              <a:t>	</a:t>
            </a:r>
            <a:r>
              <a:rPr lang="en-US" altLang="en-US" sz="2400" b="1" dirty="0">
                <a:solidFill>
                  <a:srgbClr val="C00000"/>
                </a:solidFill>
              </a:rPr>
              <a:t>Logical extraction </a:t>
            </a:r>
            <a:r>
              <a:rPr lang="en-US" altLang="en-US" sz="2400" dirty="0"/>
              <a:t>identifies and recovers files and data based on the installed operating system(s), file system(s), and/or application(s).</a:t>
            </a:r>
          </a:p>
        </p:txBody>
      </p:sp>
      <p:sp>
        <p:nvSpPr>
          <p:cNvPr id="18434" name="Rectangle 2"/>
          <p:cNvSpPr>
            <a:spLocks noGrp="1" noChangeArrowheads="1"/>
          </p:cNvSpPr>
          <p:nvPr>
            <p:ph type="title"/>
          </p:nvPr>
        </p:nvSpPr>
        <p:spPr>
          <a:xfrm>
            <a:off x="327546" y="394541"/>
            <a:ext cx="6569346" cy="1023937"/>
          </a:xfrm>
        </p:spPr>
        <p:txBody>
          <a:bodyPr/>
          <a:lstStyle/>
          <a:p>
            <a:pPr eaLnBrk="1" hangingPunct="1"/>
            <a:r>
              <a:rPr lang="en-US" altLang="en-US" sz="3200" u="sng" dirty="0"/>
              <a:t>Evidence Extraction</a:t>
            </a:r>
          </a:p>
        </p:txBody>
      </p:sp>
    </p:spTree>
    <p:extLst>
      <p:ext uri="{BB962C8B-B14F-4D97-AF65-F5344CB8AC3E}">
        <p14:creationId xmlns:p14="http://schemas.microsoft.com/office/powerpoint/2010/main" val="3233383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267285" y="1659988"/>
            <a:ext cx="8567225" cy="4882100"/>
          </a:xfrm>
        </p:spPr>
        <p:txBody>
          <a:bodyPr/>
          <a:lstStyle/>
          <a:p>
            <a:pPr marL="0" indent="0" algn="just">
              <a:spcBef>
                <a:spcPts val="0"/>
              </a:spcBef>
              <a:spcAft>
                <a:spcPts val="0"/>
              </a:spcAft>
              <a:buNone/>
            </a:pPr>
            <a:r>
              <a:rPr lang="en-US" altLang="en-US" sz="2400" dirty="0"/>
              <a:t>Extraction of the data from the storage device done at the physical level regardless of file systems present on the drive. </a:t>
            </a:r>
          </a:p>
          <a:p>
            <a:pPr algn="just">
              <a:spcBef>
                <a:spcPts val="0"/>
              </a:spcBef>
              <a:spcAft>
                <a:spcPts val="0"/>
              </a:spcAft>
            </a:pPr>
            <a:r>
              <a:rPr lang="en-US" altLang="en-US" sz="2300" dirty="0"/>
              <a:t>Examining the </a:t>
            </a:r>
            <a:r>
              <a:rPr lang="en-US" altLang="en-US" sz="2300" b="1" dirty="0">
                <a:solidFill>
                  <a:srgbClr val="C00000"/>
                </a:solidFill>
              </a:rPr>
              <a:t>partition structure </a:t>
            </a:r>
            <a:r>
              <a:rPr lang="en-US" altLang="en-US" sz="2300" dirty="0"/>
              <a:t>may identify the file systems present and determine if the entire physical size of the drive is accounted for.</a:t>
            </a:r>
          </a:p>
          <a:p>
            <a:pPr algn="just">
              <a:spcBef>
                <a:spcPts val="0"/>
              </a:spcBef>
              <a:spcAft>
                <a:spcPts val="0"/>
              </a:spcAft>
            </a:pPr>
            <a:r>
              <a:rPr lang="en-US" altLang="en-US" sz="2300" dirty="0"/>
              <a:t>Performing a </a:t>
            </a:r>
            <a:r>
              <a:rPr lang="en-US" altLang="en-US" sz="2300" b="1" dirty="0">
                <a:solidFill>
                  <a:srgbClr val="C00000"/>
                </a:solidFill>
              </a:rPr>
              <a:t>keyword search across the physical drive </a:t>
            </a:r>
            <a:r>
              <a:rPr lang="en-US" altLang="en-US" sz="2300" dirty="0"/>
              <a:t>may allow the examiner to extract data that may not be accounted for by the operating system and file system.</a:t>
            </a:r>
          </a:p>
          <a:p>
            <a:pPr algn="just">
              <a:spcBef>
                <a:spcPts val="0"/>
              </a:spcBef>
              <a:spcAft>
                <a:spcPts val="0"/>
              </a:spcAft>
            </a:pPr>
            <a:r>
              <a:rPr lang="en-US" altLang="en-US" sz="2300" b="1" dirty="0">
                <a:solidFill>
                  <a:srgbClr val="C00000"/>
                </a:solidFill>
              </a:rPr>
              <a:t>File carving </a:t>
            </a:r>
            <a:r>
              <a:rPr lang="en-US" altLang="en-US" sz="2300" dirty="0"/>
              <a:t>utilities may assist in recovering and extracting useable files and data that may not be accounted for by the operating system and file system.</a:t>
            </a:r>
          </a:p>
        </p:txBody>
      </p:sp>
      <p:sp>
        <p:nvSpPr>
          <p:cNvPr id="19458" name="Rectangle 2"/>
          <p:cNvSpPr>
            <a:spLocks noGrp="1" noChangeArrowheads="1"/>
          </p:cNvSpPr>
          <p:nvPr>
            <p:ph type="title"/>
          </p:nvPr>
        </p:nvSpPr>
        <p:spPr>
          <a:xfrm>
            <a:off x="267285" y="381093"/>
            <a:ext cx="6464519" cy="1023937"/>
          </a:xfrm>
        </p:spPr>
        <p:txBody>
          <a:bodyPr/>
          <a:lstStyle/>
          <a:p>
            <a:pPr eaLnBrk="1" hangingPunct="1"/>
            <a:r>
              <a:rPr lang="en-US" altLang="en-US" dirty="0"/>
              <a:t>Physical Extraction</a:t>
            </a:r>
          </a:p>
        </p:txBody>
      </p:sp>
    </p:spTree>
    <p:extLst>
      <p:ext uri="{BB962C8B-B14F-4D97-AF65-F5344CB8AC3E}">
        <p14:creationId xmlns:p14="http://schemas.microsoft.com/office/powerpoint/2010/main" val="2423673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193675" y="1631851"/>
            <a:ext cx="8712200" cy="4937761"/>
          </a:xfrm>
        </p:spPr>
        <p:txBody>
          <a:bodyPr/>
          <a:lstStyle/>
          <a:p>
            <a:pPr eaLnBrk="1" hangingPunct="1">
              <a:spcBef>
                <a:spcPts val="0"/>
              </a:spcBef>
              <a:spcAft>
                <a:spcPts val="0"/>
              </a:spcAft>
            </a:pPr>
            <a:r>
              <a:rPr lang="en-US" altLang="en-US" sz="2000" dirty="0"/>
              <a:t>Extraction of the data from the drive is based on the file system(s) present on the drive. </a:t>
            </a:r>
          </a:p>
          <a:p>
            <a:pPr lvl="1" eaLnBrk="1" hangingPunct="1">
              <a:spcBef>
                <a:spcPts val="0"/>
              </a:spcBef>
              <a:spcAft>
                <a:spcPts val="0"/>
              </a:spcAft>
              <a:buFontTx/>
              <a:buNone/>
            </a:pPr>
            <a:r>
              <a:rPr lang="en-US" altLang="en-US" sz="2000" dirty="0"/>
              <a:t>•	Examining file system information: </a:t>
            </a:r>
            <a:r>
              <a:rPr lang="en-US" altLang="en-US" sz="2000" b="1" dirty="0">
                <a:solidFill>
                  <a:srgbClr val="C00000"/>
                </a:solidFill>
              </a:rPr>
              <a:t>file name, size, location, attributes, date and time stamps</a:t>
            </a:r>
          </a:p>
          <a:p>
            <a:pPr lvl="1" eaLnBrk="1" hangingPunct="1">
              <a:spcBef>
                <a:spcPts val="0"/>
              </a:spcBef>
              <a:spcAft>
                <a:spcPts val="0"/>
              </a:spcAft>
              <a:buFontTx/>
              <a:buNone/>
            </a:pPr>
            <a:r>
              <a:rPr lang="en-US" altLang="en-US" sz="2000" dirty="0"/>
              <a:t>•	</a:t>
            </a:r>
            <a:r>
              <a:rPr lang="en-US" altLang="en-US" sz="2000" b="1" dirty="0">
                <a:solidFill>
                  <a:srgbClr val="C00000"/>
                </a:solidFill>
              </a:rPr>
              <a:t>Recovery of deleted files.</a:t>
            </a:r>
          </a:p>
          <a:p>
            <a:pPr lvl="1" eaLnBrk="1" hangingPunct="1">
              <a:spcBef>
                <a:spcPts val="0"/>
              </a:spcBef>
              <a:spcAft>
                <a:spcPts val="0"/>
              </a:spcAft>
              <a:buFontTx/>
              <a:buNone/>
            </a:pPr>
            <a:r>
              <a:rPr lang="en-US" altLang="en-US" sz="2000" dirty="0"/>
              <a:t>•	Data reduction to identify and eliminate known files through the comparison of calculated hash values to authenticated hash values.</a:t>
            </a:r>
          </a:p>
          <a:p>
            <a:pPr lvl="1" eaLnBrk="1" hangingPunct="1">
              <a:spcBef>
                <a:spcPts val="0"/>
              </a:spcBef>
              <a:spcAft>
                <a:spcPts val="0"/>
              </a:spcAft>
              <a:buFontTx/>
              <a:buNone/>
            </a:pPr>
            <a:r>
              <a:rPr lang="en-US" altLang="en-US" sz="2000" dirty="0"/>
              <a:t>•	Extraction of files pertinent to the examination, based on file name and extension, file header, file content, location on the drive.</a:t>
            </a:r>
          </a:p>
          <a:p>
            <a:pPr lvl="1" eaLnBrk="1" hangingPunct="1">
              <a:spcBef>
                <a:spcPts val="0"/>
              </a:spcBef>
              <a:spcAft>
                <a:spcPts val="0"/>
              </a:spcAft>
              <a:buFontTx/>
              <a:buNone/>
            </a:pPr>
            <a:r>
              <a:rPr lang="en-US" altLang="en-US" sz="2000" dirty="0"/>
              <a:t>•	Extraction of </a:t>
            </a:r>
            <a:r>
              <a:rPr lang="en-US" altLang="en-US" sz="2000" b="1" dirty="0">
                <a:solidFill>
                  <a:srgbClr val="C00000"/>
                </a:solidFill>
              </a:rPr>
              <a:t>password-protected, encrypted, and compressed data</a:t>
            </a:r>
            <a:r>
              <a:rPr lang="en-US" altLang="en-US" sz="2000" dirty="0"/>
              <a:t>.</a:t>
            </a:r>
          </a:p>
          <a:p>
            <a:pPr lvl="1" eaLnBrk="1" hangingPunct="1">
              <a:spcBef>
                <a:spcPts val="0"/>
              </a:spcBef>
              <a:spcAft>
                <a:spcPts val="0"/>
              </a:spcAft>
              <a:buFontTx/>
              <a:buNone/>
            </a:pPr>
            <a:r>
              <a:rPr lang="en-US" altLang="en-US" sz="2000" dirty="0"/>
              <a:t>•	Extraction of </a:t>
            </a:r>
            <a:r>
              <a:rPr lang="en-US" altLang="en-US" sz="2000" b="1" dirty="0">
                <a:solidFill>
                  <a:srgbClr val="C00000"/>
                </a:solidFill>
              </a:rPr>
              <a:t>file slack</a:t>
            </a:r>
            <a:r>
              <a:rPr lang="en-US" altLang="en-US" sz="2000" dirty="0"/>
              <a:t>.</a:t>
            </a:r>
          </a:p>
          <a:p>
            <a:pPr lvl="1" eaLnBrk="1" hangingPunct="1">
              <a:spcBef>
                <a:spcPts val="0"/>
              </a:spcBef>
              <a:spcAft>
                <a:spcPts val="0"/>
              </a:spcAft>
              <a:buFontTx/>
              <a:buNone/>
            </a:pPr>
            <a:r>
              <a:rPr lang="en-US" altLang="en-US" sz="2000" dirty="0"/>
              <a:t>•	Extraction of the </a:t>
            </a:r>
            <a:r>
              <a:rPr lang="en-US" altLang="en-US" sz="2000" b="1" dirty="0">
                <a:solidFill>
                  <a:srgbClr val="C00000"/>
                </a:solidFill>
              </a:rPr>
              <a:t>unallocated space.</a:t>
            </a:r>
          </a:p>
        </p:txBody>
      </p:sp>
      <p:sp>
        <p:nvSpPr>
          <p:cNvPr id="20482" name="Rectangle 2"/>
          <p:cNvSpPr>
            <a:spLocks noGrp="1" noChangeArrowheads="1"/>
          </p:cNvSpPr>
          <p:nvPr>
            <p:ph type="title"/>
          </p:nvPr>
        </p:nvSpPr>
        <p:spPr>
          <a:xfrm>
            <a:off x="341194" y="394541"/>
            <a:ext cx="6502531" cy="1023937"/>
          </a:xfrm>
        </p:spPr>
        <p:txBody>
          <a:bodyPr/>
          <a:lstStyle/>
          <a:p>
            <a:pPr eaLnBrk="1" hangingPunct="1"/>
            <a:r>
              <a:rPr lang="en-US" altLang="en-US" dirty="0"/>
              <a:t>Logical Extraction</a:t>
            </a:r>
          </a:p>
        </p:txBody>
      </p:sp>
    </p:spTree>
    <p:extLst>
      <p:ext uri="{BB962C8B-B14F-4D97-AF65-F5344CB8AC3E}">
        <p14:creationId xmlns:p14="http://schemas.microsoft.com/office/powerpoint/2010/main" val="2181724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5"/>
          <p:cNvSpPr>
            <a:spLocks noGrp="1"/>
          </p:cNvSpPr>
          <p:nvPr>
            <p:ph idx="1"/>
          </p:nvPr>
        </p:nvSpPr>
        <p:spPr>
          <a:xfrm>
            <a:off x="190500" y="1697038"/>
            <a:ext cx="8810625" cy="4525962"/>
          </a:xfrm>
        </p:spPr>
        <p:txBody>
          <a:bodyPr/>
          <a:lstStyle/>
          <a:p>
            <a:r>
              <a:rPr lang="en-US" altLang="en-US" dirty="0"/>
              <a:t>There is a large selection of tools and integrated packages available for the analysis of hard-disk and other stored data. </a:t>
            </a:r>
          </a:p>
          <a:p>
            <a:r>
              <a:rPr lang="en-US" altLang="en-US" dirty="0"/>
              <a:t>Certain proprietary tools are only made available by their publishers to law enforcement. </a:t>
            </a:r>
          </a:p>
          <a:p>
            <a:r>
              <a:rPr lang="en-US" altLang="en-US" dirty="0"/>
              <a:t>Prosecution experts have to take particular care to anticipate a </a:t>
            </a:r>
            <a:r>
              <a:rPr lang="en-US" altLang="en-US" dirty="0" err="1"/>
              <a:t>defence</a:t>
            </a:r>
            <a:r>
              <a:rPr lang="en-US" altLang="en-US" dirty="0"/>
              <a:t> expert may wish to test their findings, and to consider how they are to be in a position to do so. </a:t>
            </a:r>
            <a:endParaRPr lang="en-GB" altLang="en-US" dirty="0"/>
          </a:p>
        </p:txBody>
      </p:sp>
      <p:sp>
        <p:nvSpPr>
          <p:cNvPr id="21507" name="Title 4"/>
          <p:cNvSpPr>
            <a:spLocks noGrp="1"/>
          </p:cNvSpPr>
          <p:nvPr>
            <p:ph type="title"/>
          </p:nvPr>
        </p:nvSpPr>
        <p:spPr>
          <a:xfrm>
            <a:off x="221514" y="274638"/>
            <a:ext cx="7843030" cy="1143000"/>
          </a:xfrm>
        </p:spPr>
        <p:txBody>
          <a:bodyPr/>
          <a:lstStyle/>
          <a:p>
            <a:r>
              <a:rPr lang="en-GB" altLang="en-US" dirty="0"/>
              <a:t>Tools: Considerations</a:t>
            </a:r>
          </a:p>
        </p:txBody>
      </p:sp>
      <p:pic>
        <p:nvPicPr>
          <p:cNvPr id="215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422" y="4616303"/>
            <a:ext cx="7600950" cy="181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4165520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1"/>
          <p:cNvSpPr>
            <a:spLocks noGrp="1"/>
          </p:cNvSpPr>
          <p:nvPr>
            <p:ph idx="1"/>
          </p:nvPr>
        </p:nvSpPr>
        <p:spPr>
          <a:xfrm>
            <a:off x="190500" y="1697038"/>
            <a:ext cx="8810625" cy="4525962"/>
          </a:xfrm>
        </p:spPr>
        <p:txBody>
          <a:bodyPr/>
          <a:lstStyle/>
          <a:p>
            <a:r>
              <a:rPr lang="en-US" altLang="en-US" dirty="0"/>
              <a:t>In some cases, the actual evidence recovered may be just a few files, a single file or a few bytes of data. </a:t>
            </a:r>
          </a:p>
          <a:p>
            <a:r>
              <a:rPr lang="en-US" altLang="en-US" dirty="0"/>
              <a:t>In these cases it is highly recommended that the examination is repeated with a totally different software process and tool. </a:t>
            </a:r>
          </a:p>
          <a:p>
            <a:r>
              <a:rPr lang="en-US" altLang="en-US" dirty="0"/>
              <a:t>The repeat of the examination should conclude in the report of the same result, thus giving each ‘nugget of gold’ more reliability and credibility.</a:t>
            </a:r>
            <a:endParaRPr lang="en-GB" altLang="en-US" dirty="0"/>
          </a:p>
        </p:txBody>
      </p:sp>
      <p:sp>
        <p:nvSpPr>
          <p:cNvPr id="7" name="Title 4"/>
          <p:cNvSpPr>
            <a:spLocks noGrp="1"/>
          </p:cNvSpPr>
          <p:nvPr>
            <p:ph type="title"/>
          </p:nvPr>
        </p:nvSpPr>
        <p:spPr>
          <a:xfrm>
            <a:off x="221514" y="274638"/>
            <a:ext cx="7843030" cy="1143000"/>
          </a:xfrm>
        </p:spPr>
        <p:txBody>
          <a:bodyPr/>
          <a:lstStyle/>
          <a:p>
            <a:r>
              <a:rPr lang="en-GB" altLang="en-US" dirty="0"/>
              <a:t>Tools: Considerations</a:t>
            </a:r>
          </a:p>
        </p:txBody>
      </p:sp>
      <p:pic>
        <p:nvPicPr>
          <p:cNvPr id="225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0799" y="4445391"/>
            <a:ext cx="43656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276788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0547" y="4446123"/>
            <a:ext cx="6058376" cy="1964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3555" name="Rectangle 3"/>
          <p:cNvSpPr>
            <a:spLocks noGrp="1" noChangeArrowheads="1"/>
          </p:cNvSpPr>
          <p:nvPr>
            <p:ph idx="1"/>
          </p:nvPr>
        </p:nvSpPr>
        <p:spPr>
          <a:xfrm>
            <a:off x="436098" y="1603717"/>
            <a:ext cx="8271804" cy="3319976"/>
          </a:xfrm>
        </p:spPr>
        <p:txBody>
          <a:bodyPr/>
          <a:lstStyle/>
          <a:p>
            <a:pPr>
              <a:spcBef>
                <a:spcPts val="0"/>
              </a:spcBef>
              <a:spcAft>
                <a:spcPts val="0"/>
              </a:spcAft>
            </a:pPr>
            <a:r>
              <a:rPr lang="en-US" altLang="en-US" sz="2400" dirty="0"/>
              <a:t>Analysis is the process of interpreting the extracted data to determine its significance to the case. </a:t>
            </a:r>
          </a:p>
          <a:p>
            <a:pPr>
              <a:spcBef>
                <a:spcPts val="0"/>
              </a:spcBef>
              <a:spcAft>
                <a:spcPts val="0"/>
              </a:spcAft>
            </a:pPr>
            <a:r>
              <a:rPr lang="en-US" altLang="en-US" sz="2400" dirty="0"/>
              <a:t>Examples of analysis that may be performed include </a:t>
            </a:r>
          </a:p>
          <a:p>
            <a:pPr marL="971550" lvl="1" indent="-457200">
              <a:spcBef>
                <a:spcPts val="0"/>
              </a:spcBef>
              <a:spcAft>
                <a:spcPts val="0"/>
              </a:spcAft>
            </a:pPr>
            <a:r>
              <a:rPr lang="en-US" altLang="en-US" sz="2400" b="1" dirty="0">
                <a:solidFill>
                  <a:srgbClr val="7030A0"/>
                </a:solidFill>
              </a:rPr>
              <a:t>Application and file </a:t>
            </a:r>
          </a:p>
          <a:p>
            <a:pPr marL="971550" lvl="1" indent="-457200">
              <a:spcBef>
                <a:spcPts val="0"/>
              </a:spcBef>
              <a:spcAft>
                <a:spcPts val="0"/>
              </a:spcAft>
            </a:pPr>
            <a:r>
              <a:rPr lang="en-US" altLang="en-US" sz="2400" b="1" dirty="0">
                <a:solidFill>
                  <a:srgbClr val="7030A0"/>
                </a:solidFill>
              </a:rPr>
              <a:t>Timeframe</a:t>
            </a:r>
          </a:p>
          <a:p>
            <a:pPr marL="971550" lvl="1" indent="-457200">
              <a:spcBef>
                <a:spcPts val="0"/>
              </a:spcBef>
              <a:spcAft>
                <a:spcPts val="0"/>
              </a:spcAft>
            </a:pPr>
            <a:r>
              <a:rPr lang="en-US" altLang="en-US" sz="2400" b="1" dirty="0">
                <a:solidFill>
                  <a:srgbClr val="7030A0"/>
                </a:solidFill>
              </a:rPr>
              <a:t>Data hiding</a:t>
            </a:r>
          </a:p>
          <a:p>
            <a:pPr marL="971550" lvl="1" indent="-457200">
              <a:spcBef>
                <a:spcPts val="0"/>
              </a:spcBef>
              <a:spcAft>
                <a:spcPts val="0"/>
              </a:spcAft>
            </a:pPr>
            <a:r>
              <a:rPr lang="en-US" altLang="en-US" sz="2400" b="1" dirty="0">
                <a:solidFill>
                  <a:srgbClr val="7030A0"/>
                </a:solidFill>
              </a:rPr>
              <a:t>Ownership and possession </a:t>
            </a:r>
          </a:p>
        </p:txBody>
      </p:sp>
      <p:sp>
        <p:nvSpPr>
          <p:cNvPr id="23554" name="Rectangle 2"/>
          <p:cNvSpPr>
            <a:spLocks noGrp="1" noChangeArrowheads="1"/>
          </p:cNvSpPr>
          <p:nvPr>
            <p:ph type="title"/>
          </p:nvPr>
        </p:nvSpPr>
        <p:spPr>
          <a:xfrm>
            <a:off x="436098" y="300411"/>
            <a:ext cx="6345978" cy="1023937"/>
          </a:xfrm>
        </p:spPr>
        <p:txBody>
          <a:bodyPr/>
          <a:lstStyle/>
          <a:p>
            <a:pPr eaLnBrk="1" hangingPunct="1"/>
            <a:r>
              <a:rPr lang="en-US" altLang="en-US" u="sng" dirty="0"/>
              <a:t>Analysis of Extracted Data</a:t>
            </a:r>
          </a:p>
        </p:txBody>
      </p:sp>
    </p:spTree>
    <p:extLst>
      <p:ext uri="{BB962C8B-B14F-4D97-AF65-F5344CB8AC3E}">
        <p14:creationId xmlns:p14="http://schemas.microsoft.com/office/powerpoint/2010/main" val="2841242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190500" y="1697038"/>
            <a:ext cx="8810625" cy="4525962"/>
          </a:xfrm>
        </p:spPr>
        <p:txBody>
          <a:bodyPr/>
          <a:lstStyle/>
          <a:p>
            <a:pPr marL="0" indent="0">
              <a:buNone/>
            </a:pPr>
            <a:r>
              <a:rPr lang="en-US" altLang="en-US" b="1" dirty="0"/>
              <a:t>Activities include:</a:t>
            </a:r>
          </a:p>
          <a:p>
            <a:r>
              <a:rPr lang="en-US" altLang="en-US" dirty="0"/>
              <a:t>Reviewing file names for relevance and patterns</a:t>
            </a:r>
          </a:p>
          <a:p>
            <a:r>
              <a:rPr lang="en-US" altLang="en-US" b="1" dirty="0"/>
              <a:t>Correlating files to installed applications</a:t>
            </a:r>
          </a:p>
          <a:p>
            <a:r>
              <a:rPr lang="en-US" altLang="en-US" b="1" dirty="0"/>
              <a:t>Examining file content</a:t>
            </a:r>
          </a:p>
          <a:p>
            <a:r>
              <a:rPr lang="en-US" altLang="en-US" b="1" dirty="0"/>
              <a:t>Analyzing file metadata</a:t>
            </a:r>
            <a:r>
              <a:rPr lang="en-US" altLang="en-US" dirty="0"/>
              <a:t>, typically through the application that created it</a:t>
            </a:r>
          </a:p>
          <a:p>
            <a:r>
              <a:rPr lang="en-US" altLang="en-US" dirty="0"/>
              <a:t>Considering relationships between files </a:t>
            </a:r>
          </a:p>
          <a:p>
            <a:pPr lvl="1"/>
            <a:r>
              <a:rPr lang="en-US" altLang="en-US" dirty="0"/>
              <a:t>For example, correlating Internet history to cache files and e-mail files to e-mail attachments</a:t>
            </a:r>
          </a:p>
          <a:p>
            <a:r>
              <a:rPr lang="en-US" altLang="en-US" b="1" dirty="0"/>
              <a:t>Identifying unknown file types </a:t>
            </a:r>
            <a:r>
              <a:rPr lang="en-US" altLang="en-US" dirty="0"/>
              <a:t>to determine their value to the investigation</a:t>
            </a:r>
          </a:p>
          <a:p>
            <a:r>
              <a:rPr lang="en-US" altLang="en-US" dirty="0"/>
              <a:t>Examining </a:t>
            </a:r>
            <a:r>
              <a:rPr lang="en-US" altLang="en-US" b="1" dirty="0"/>
              <a:t>user-configuration settings</a:t>
            </a:r>
          </a:p>
          <a:p>
            <a:r>
              <a:rPr lang="en-US" altLang="en-US" dirty="0"/>
              <a:t>Determining if files have been stored in the default location for the application or an alternate location</a:t>
            </a:r>
          </a:p>
        </p:txBody>
      </p:sp>
      <p:sp>
        <p:nvSpPr>
          <p:cNvPr id="24578" name="Rectangle 2"/>
          <p:cNvSpPr>
            <a:spLocks noGrp="1" noChangeArrowheads="1"/>
          </p:cNvSpPr>
          <p:nvPr>
            <p:ph type="title"/>
          </p:nvPr>
        </p:nvSpPr>
        <p:spPr>
          <a:xfrm>
            <a:off x="221514" y="274638"/>
            <a:ext cx="7843030" cy="1143000"/>
          </a:xfrm>
        </p:spPr>
        <p:txBody>
          <a:bodyPr/>
          <a:lstStyle/>
          <a:p>
            <a:r>
              <a:rPr lang="en-US" altLang="en-US" dirty="0"/>
              <a:t>Application and File Analysis</a:t>
            </a:r>
          </a:p>
        </p:txBody>
      </p:sp>
      <p:sp>
        <p:nvSpPr>
          <p:cNvPr id="24580" name="TextBox 1"/>
          <p:cNvSpPr txBox="1">
            <a:spLocks noChangeArrowheads="1"/>
          </p:cNvSpPr>
          <p:nvPr/>
        </p:nvSpPr>
        <p:spPr bwMode="auto">
          <a:xfrm>
            <a:off x="0" y="5950206"/>
            <a:ext cx="91403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00" b="1" dirty="0">
                <a:latin typeface="Century Gothic" panose="020B0502020202020204" pitchFamily="34" charset="0"/>
              </a:rPr>
              <a:t>Results of this analysis may indicate that additional extraction and analysis is required</a:t>
            </a:r>
            <a:endParaRPr lang="en-GB" altLang="en-US" sz="1600" b="1" dirty="0">
              <a:latin typeface="Century Gothic" panose="020B0502020202020204" pitchFamily="34" charset="0"/>
            </a:endParaRPr>
          </a:p>
        </p:txBody>
      </p:sp>
    </p:spTree>
    <p:extLst>
      <p:ext uri="{BB962C8B-B14F-4D97-AF65-F5344CB8AC3E}">
        <p14:creationId xmlns:p14="http://schemas.microsoft.com/office/powerpoint/2010/main" val="2099741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190500" y="1697038"/>
            <a:ext cx="8810625" cy="4525962"/>
          </a:xfrm>
        </p:spPr>
        <p:txBody>
          <a:bodyPr/>
          <a:lstStyle/>
          <a:p>
            <a:r>
              <a:rPr lang="en-US" altLang="en-US" dirty="0"/>
              <a:t>Determining when events occurred on a computer system can be used to associate and individual with usage of the computer </a:t>
            </a:r>
          </a:p>
          <a:p>
            <a:r>
              <a:rPr lang="en-US" altLang="en-US" dirty="0"/>
              <a:t>Reviewing the time and date stamps in the file system metadata to link files of interest to the timeframes relevant to the investigation. </a:t>
            </a:r>
          </a:p>
          <a:p>
            <a:pPr lvl="1"/>
            <a:r>
              <a:rPr lang="en-US" altLang="en-US" dirty="0"/>
              <a:t>–	Example: using the last modified date and time to establish when the contents of a file were last changed.</a:t>
            </a:r>
          </a:p>
          <a:p>
            <a:r>
              <a:rPr lang="en-US" altLang="en-US" dirty="0"/>
              <a:t>•	Reviewing system and application logs</a:t>
            </a:r>
          </a:p>
          <a:p>
            <a:pPr lvl="1"/>
            <a:r>
              <a:rPr lang="en-US" altLang="en-US" dirty="0"/>
              <a:t>–	Example: a security log may record username/password combination used to log into a system.</a:t>
            </a:r>
          </a:p>
          <a:p>
            <a:pPr lvl="1"/>
            <a:endParaRPr lang="en-US" altLang="en-US" dirty="0"/>
          </a:p>
          <a:p>
            <a:pPr marL="0" indent="0">
              <a:buNone/>
            </a:pPr>
            <a:r>
              <a:rPr lang="en-US" altLang="en-US" b="1" dirty="0">
                <a:solidFill>
                  <a:srgbClr val="FF0000"/>
                </a:solidFill>
              </a:rPr>
              <a:t>However, accuracy is an issue</a:t>
            </a:r>
          </a:p>
        </p:txBody>
      </p:sp>
      <p:sp>
        <p:nvSpPr>
          <p:cNvPr id="25602" name="Rectangle 2"/>
          <p:cNvSpPr>
            <a:spLocks noGrp="1" noChangeArrowheads="1"/>
          </p:cNvSpPr>
          <p:nvPr>
            <p:ph type="title"/>
          </p:nvPr>
        </p:nvSpPr>
        <p:spPr>
          <a:xfrm>
            <a:off x="221514" y="274638"/>
            <a:ext cx="7843030" cy="1143000"/>
          </a:xfrm>
        </p:spPr>
        <p:txBody>
          <a:bodyPr/>
          <a:lstStyle/>
          <a:p>
            <a:r>
              <a:rPr lang="en-US" altLang="en-US" dirty="0"/>
              <a:t>Timeframe Analysis</a:t>
            </a:r>
          </a:p>
        </p:txBody>
      </p:sp>
      <p:pic>
        <p:nvPicPr>
          <p:cNvPr id="2560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5456" y="4754831"/>
            <a:ext cx="1376362"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5605"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662910" y="4765075"/>
            <a:ext cx="1655762"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5283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190500" y="1697038"/>
            <a:ext cx="8810625" cy="4525962"/>
          </a:xfrm>
        </p:spPr>
        <p:txBody>
          <a:bodyPr/>
          <a:lstStyle/>
          <a:p>
            <a:r>
              <a:rPr lang="en-US" altLang="en-US" dirty="0"/>
              <a:t>The operating system relies on the date and time reported by the BIOS</a:t>
            </a:r>
          </a:p>
          <a:p>
            <a:r>
              <a:rPr lang="en-US" altLang="en-US" dirty="0"/>
              <a:t>Over time, the system clock will “drift” away from the true time </a:t>
            </a:r>
          </a:p>
          <a:p>
            <a:r>
              <a:rPr lang="en-US" altLang="en-US" dirty="0"/>
              <a:t>When computers are running on different times, it becomes almost impossible to accurately match actions logged on different computers.</a:t>
            </a:r>
          </a:p>
          <a:p>
            <a:r>
              <a:rPr lang="en-US" altLang="en-US" dirty="0"/>
              <a:t>Even the smallest inaccuracy can bring into question the validity of the entire set of data.</a:t>
            </a:r>
          </a:p>
        </p:txBody>
      </p:sp>
      <p:sp>
        <p:nvSpPr>
          <p:cNvPr id="26626" name="Rectangle 2"/>
          <p:cNvSpPr>
            <a:spLocks noGrp="1" noChangeArrowheads="1"/>
          </p:cNvSpPr>
          <p:nvPr>
            <p:ph type="title"/>
          </p:nvPr>
        </p:nvSpPr>
        <p:spPr>
          <a:xfrm>
            <a:off x="221514" y="274638"/>
            <a:ext cx="7843030" cy="1143000"/>
          </a:xfrm>
        </p:spPr>
        <p:txBody>
          <a:bodyPr/>
          <a:lstStyle/>
          <a:p>
            <a:r>
              <a:rPr lang="en-US" altLang="en-US" dirty="0"/>
              <a:t>Caution</a:t>
            </a:r>
          </a:p>
        </p:txBody>
      </p:sp>
      <p:pic>
        <p:nvPicPr>
          <p:cNvPr id="26628" name="Picture 4"/>
          <p:cNvPicPr>
            <a:picLocks noChangeAspect="1" noChangeArrowheads="1"/>
          </p:cNvPicPr>
          <p:nvPr/>
        </p:nvPicPr>
        <p:blipFill>
          <a:blip r:embed="rId2">
            <a:extLst>
              <a:ext uri="{28A0092B-C50C-407E-A947-70E740481C1C}">
                <a14:useLocalDpi xmlns:a14="http://schemas.microsoft.com/office/drawing/2010/main" val="0"/>
              </a:ext>
            </a:extLst>
          </a:blip>
          <a:srcRect b="6435"/>
          <a:stretch>
            <a:fillRect/>
          </a:stretch>
        </p:blipFill>
        <p:spPr bwMode="auto">
          <a:xfrm>
            <a:off x="2173808" y="4253981"/>
            <a:ext cx="4541838"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245676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190500" y="1697038"/>
            <a:ext cx="8810625" cy="4525962"/>
          </a:xfrm>
        </p:spPr>
        <p:txBody>
          <a:bodyPr/>
          <a:lstStyle/>
          <a:p>
            <a:r>
              <a:rPr lang="en-US" altLang="en-US" dirty="0"/>
              <a:t>NTP is an Internet standard protocol (built on top of TCP/IP) that assures accurate synchronization to the millisecond of computer clock times in a network of computers.</a:t>
            </a:r>
          </a:p>
          <a:p>
            <a:r>
              <a:rPr lang="en-US" altLang="en-US" dirty="0"/>
              <a:t>Running as a continuous background program, NTP sends periodic time requests to servers, obtaining server time stamps and using them to adjust the local BIOS clock.</a:t>
            </a:r>
          </a:p>
          <a:p>
            <a:r>
              <a:rPr lang="en-US" altLang="en-US" dirty="0"/>
              <a:t>NTP servers normally sync to an extremely accurate “atomic clock”</a:t>
            </a:r>
          </a:p>
        </p:txBody>
      </p:sp>
      <p:sp>
        <p:nvSpPr>
          <p:cNvPr id="27650" name="Rectangle 2"/>
          <p:cNvSpPr>
            <a:spLocks noGrp="1" noChangeArrowheads="1"/>
          </p:cNvSpPr>
          <p:nvPr>
            <p:ph type="title"/>
          </p:nvPr>
        </p:nvSpPr>
        <p:spPr>
          <a:xfrm>
            <a:off x="221514" y="274638"/>
            <a:ext cx="7843030" cy="1143000"/>
          </a:xfrm>
        </p:spPr>
        <p:txBody>
          <a:bodyPr/>
          <a:lstStyle/>
          <a:p>
            <a:r>
              <a:rPr lang="en-US" altLang="en-US" dirty="0"/>
              <a:t>Network Time Protocol (NTP)</a:t>
            </a:r>
          </a:p>
        </p:txBody>
      </p:sp>
    </p:spTree>
    <p:extLst>
      <p:ext uri="{BB962C8B-B14F-4D97-AF65-F5344CB8AC3E}">
        <p14:creationId xmlns:p14="http://schemas.microsoft.com/office/powerpoint/2010/main" val="71780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351691" y="2205038"/>
            <a:ext cx="4543865" cy="3913374"/>
          </a:xfrm>
        </p:spPr>
        <p:txBody>
          <a:bodyPr/>
          <a:lstStyle/>
          <a:p>
            <a:pPr>
              <a:spcBef>
                <a:spcPts val="0"/>
              </a:spcBef>
              <a:spcAft>
                <a:spcPts val="0"/>
              </a:spcAft>
            </a:pPr>
            <a:r>
              <a:rPr lang="en-US" altLang="en-US" sz="1800" dirty="0">
                <a:solidFill>
                  <a:srgbClr val="7030A0"/>
                </a:solidFill>
              </a:rPr>
              <a:t>Correlating the </a:t>
            </a:r>
            <a:r>
              <a:rPr lang="en-US" altLang="en-US" sz="1800" b="1" dirty="0">
                <a:solidFill>
                  <a:srgbClr val="7030A0"/>
                </a:solidFill>
              </a:rPr>
              <a:t>file signatures </a:t>
            </a:r>
            <a:r>
              <a:rPr lang="en-US" altLang="en-US" sz="1800" dirty="0">
                <a:solidFill>
                  <a:srgbClr val="7030A0"/>
                </a:solidFill>
              </a:rPr>
              <a:t>to the corresponding file extensions to identify mismatches.</a:t>
            </a:r>
          </a:p>
          <a:p>
            <a:pPr lvl="1">
              <a:spcBef>
                <a:spcPts val="0"/>
              </a:spcBef>
              <a:spcAft>
                <a:spcPts val="0"/>
              </a:spcAft>
            </a:pPr>
            <a:r>
              <a:rPr lang="en-US" altLang="en-US" sz="1800" dirty="0"/>
              <a:t>mismatches may indicate that the user intentionally hid data</a:t>
            </a:r>
          </a:p>
          <a:p>
            <a:pPr>
              <a:spcBef>
                <a:spcPts val="0"/>
              </a:spcBef>
              <a:spcAft>
                <a:spcPts val="0"/>
              </a:spcAft>
            </a:pPr>
            <a:r>
              <a:rPr lang="en-US" altLang="en-US" sz="1800" dirty="0">
                <a:solidFill>
                  <a:srgbClr val="7030A0"/>
                </a:solidFill>
              </a:rPr>
              <a:t>Gaining access to </a:t>
            </a:r>
            <a:r>
              <a:rPr lang="en-US" altLang="en-US" sz="1800" b="1" dirty="0">
                <a:solidFill>
                  <a:srgbClr val="7030A0"/>
                </a:solidFill>
              </a:rPr>
              <a:t>password-protected, encrypted, and compressed files </a:t>
            </a:r>
          </a:p>
          <a:p>
            <a:pPr lvl="1">
              <a:spcBef>
                <a:spcPts val="0"/>
              </a:spcBef>
              <a:spcAft>
                <a:spcPts val="0"/>
              </a:spcAft>
            </a:pPr>
            <a:r>
              <a:rPr lang="en-US" altLang="en-US" sz="1800" dirty="0"/>
              <a:t>These measures indicate an attempt to conceal the data from unauthorized users. </a:t>
            </a:r>
          </a:p>
          <a:p>
            <a:pPr lvl="1">
              <a:spcBef>
                <a:spcPts val="0"/>
              </a:spcBef>
              <a:spcAft>
                <a:spcPts val="0"/>
              </a:spcAft>
            </a:pPr>
            <a:r>
              <a:rPr lang="en-US" altLang="en-US" sz="1800" dirty="0"/>
              <a:t>A password itself may be as relevant as the contents of the file.</a:t>
            </a:r>
          </a:p>
        </p:txBody>
      </p:sp>
      <p:sp>
        <p:nvSpPr>
          <p:cNvPr id="2" name="Title 1"/>
          <p:cNvSpPr>
            <a:spLocks noGrp="1"/>
          </p:cNvSpPr>
          <p:nvPr>
            <p:ph type="title"/>
          </p:nvPr>
        </p:nvSpPr>
        <p:spPr/>
        <p:txBody>
          <a:bodyPr/>
          <a:lstStyle/>
          <a:p>
            <a:r>
              <a:rPr lang="en-US" altLang="en-US" sz="3200" u="sng" dirty="0"/>
              <a:t>Data Hiding Analysis</a:t>
            </a:r>
            <a:endParaRPr lang="en-GB" sz="3200" u="sng" dirty="0"/>
          </a:p>
        </p:txBody>
      </p:sp>
      <p:sp>
        <p:nvSpPr>
          <p:cNvPr id="28676" name="TextBox 1"/>
          <p:cNvSpPr txBox="1">
            <a:spLocks noChangeArrowheads="1"/>
          </p:cNvSpPr>
          <p:nvPr/>
        </p:nvSpPr>
        <p:spPr bwMode="auto">
          <a:xfrm>
            <a:off x="229164" y="1616667"/>
            <a:ext cx="87178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9842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pPr>
            <a:r>
              <a:rPr lang="en-US" altLang="en-US" sz="2000" dirty="0">
                <a:latin typeface="Century Gothic" panose="020B0502020202020204" pitchFamily="34" charset="0"/>
              </a:rPr>
              <a:t>Hidden data may indicate a deliberate </a:t>
            </a:r>
            <a:r>
              <a:rPr lang="en-US" altLang="en-US" sz="2000" b="1" dirty="0">
                <a:solidFill>
                  <a:srgbClr val="C00000"/>
                </a:solidFill>
                <a:latin typeface="Century Gothic" panose="020B0502020202020204" pitchFamily="34" charset="0"/>
              </a:rPr>
              <a:t>attempt to avoid detection</a:t>
            </a:r>
            <a:r>
              <a:rPr lang="en-US" altLang="en-US" b="1" dirty="0">
                <a:solidFill>
                  <a:srgbClr val="C00000"/>
                </a:solidFill>
                <a:latin typeface="Century Gothic" panose="020B0502020202020204" pitchFamily="34" charset="0"/>
              </a:rPr>
              <a:t> </a:t>
            </a:r>
          </a:p>
        </p:txBody>
      </p:sp>
      <p:sp>
        <p:nvSpPr>
          <p:cNvPr id="7" name="Rectangle 3"/>
          <p:cNvSpPr txBox="1">
            <a:spLocks noChangeArrowheads="1"/>
          </p:cNvSpPr>
          <p:nvPr/>
        </p:nvSpPr>
        <p:spPr bwMode="auto">
          <a:xfrm>
            <a:off x="5219700" y="2205037"/>
            <a:ext cx="3572608" cy="4139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1325" indent="-342900" algn="l" rtl="0" eaLnBrk="0" fontAlgn="base" hangingPunct="0">
              <a:spcBef>
                <a:spcPct val="20000"/>
              </a:spcBef>
              <a:spcAft>
                <a:spcPct val="0"/>
              </a:spcAft>
              <a:buChar char="•"/>
              <a:defRPr sz="2400">
                <a:solidFill>
                  <a:srgbClr val="00528B"/>
                </a:solidFill>
                <a:latin typeface="+mn-lt"/>
                <a:ea typeface="+mn-ea"/>
                <a:cs typeface="+mn-cs"/>
              </a:defRPr>
            </a:lvl1pPr>
            <a:lvl2pPr marL="906463" indent="-285750" algn="l" rtl="0" eaLnBrk="0" fontAlgn="base" hangingPunct="0">
              <a:spcBef>
                <a:spcPct val="20000"/>
              </a:spcBef>
              <a:spcAft>
                <a:spcPct val="0"/>
              </a:spcAft>
              <a:buChar char="–"/>
              <a:defRPr sz="2000">
                <a:solidFill>
                  <a:srgbClr val="00528B"/>
                </a:solidFill>
                <a:latin typeface="+mn-lt"/>
              </a:defRPr>
            </a:lvl2pPr>
            <a:lvl3pPr marL="1314450" indent="-228600" algn="l" rtl="0" eaLnBrk="0" fontAlgn="base" hangingPunct="0">
              <a:spcBef>
                <a:spcPct val="20000"/>
              </a:spcBef>
              <a:spcAft>
                <a:spcPct val="0"/>
              </a:spcAft>
              <a:buFont typeface="Times" panose="02020603050405020304" pitchFamily="18" charset="0"/>
              <a:buChar char="•"/>
              <a:defRPr>
                <a:solidFill>
                  <a:srgbClr val="00528B"/>
                </a:solidFill>
                <a:latin typeface="+mn-lt"/>
              </a:defRPr>
            </a:lvl3pPr>
            <a:lvl4pPr marL="1722438" indent="-228600" algn="l" rtl="0" eaLnBrk="0" fontAlgn="base" hangingPunct="0">
              <a:spcBef>
                <a:spcPct val="20000"/>
              </a:spcBef>
              <a:spcAft>
                <a:spcPct val="0"/>
              </a:spcAft>
              <a:buChar char="-"/>
              <a:defRPr sz="1600">
                <a:solidFill>
                  <a:srgbClr val="00528B"/>
                </a:solidFill>
                <a:latin typeface="+mn-lt"/>
              </a:defRPr>
            </a:lvl4pPr>
            <a:lvl5pPr marL="2130425" indent="-228600" algn="l" rtl="0" eaLnBrk="0" fontAlgn="base" hangingPunct="0">
              <a:spcBef>
                <a:spcPct val="20000"/>
              </a:spcBef>
              <a:spcAft>
                <a:spcPct val="0"/>
              </a:spcAft>
              <a:buFont typeface="Times" panose="02020603050405020304" pitchFamily="18" charset="0"/>
              <a:buChar char="•"/>
              <a:defRPr sz="1600">
                <a:solidFill>
                  <a:srgbClr val="00528B"/>
                </a:solidFill>
                <a:latin typeface="+mn-lt"/>
              </a:defRPr>
            </a:lvl5pPr>
            <a:lvl6pPr marL="2587625" indent="-228600" algn="l" rtl="0" fontAlgn="base">
              <a:spcBef>
                <a:spcPct val="20000"/>
              </a:spcBef>
              <a:spcAft>
                <a:spcPct val="0"/>
              </a:spcAft>
              <a:buFont typeface="Times" pitchFamily="18" charset="0"/>
              <a:buChar char="•"/>
              <a:defRPr sz="1600">
                <a:solidFill>
                  <a:srgbClr val="00528B"/>
                </a:solidFill>
                <a:latin typeface="+mn-lt"/>
              </a:defRPr>
            </a:lvl6pPr>
            <a:lvl7pPr marL="3044825" indent="-228600" algn="l" rtl="0" fontAlgn="base">
              <a:spcBef>
                <a:spcPct val="20000"/>
              </a:spcBef>
              <a:spcAft>
                <a:spcPct val="0"/>
              </a:spcAft>
              <a:buFont typeface="Times" pitchFamily="18" charset="0"/>
              <a:buChar char="•"/>
              <a:defRPr sz="1600">
                <a:solidFill>
                  <a:srgbClr val="00528B"/>
                </a:solidFill>
                <a:latin typeface="+mn-lt"/>
              </a:defRPr>
            </a:lvl7pPr>
            <a:lvl8pPr marL="3502025" indent="-228600" algn="l" rtl="0" fontAlgn="base">
              <a:spcBef>
                <a:spcPct val="20000"/>
              </a:spcBef>
              <a:spcAft>
                <a:spcPct val="0"/>
              </a:spcAft>
              <a:buFont typeface="Times" pitchFamily="18" charset="0"/>
              <a:buChar char="•"/>
              <a:defRPr sz="1600">
                <a:solidFill>
                  <a:srgbClr val="00528B"/>
                </a:solidFill>
                <a:latin typeface="+mn-lt"/>
              </a:defRPr>
            </a:lvl8pPr>
            <a:lvl9pPr marL="3959225" indent="-228600" algn="l" rtl="0" fontAlgn="base">
              <a:spcBef>
                <a:spcPct val="20000"/>
              </a:spcBef>
              <a:spcAft>
                <a:spcPct val="0"/>
              </a:spcAft>
              <a:buFont typeface="Times" pitchFamily="18" charset="0"/>
              <a:buChar char="•"/>
              <a:defRPr sz="1600">
                <a:solidFill>
                  <a:srgbClr val="00528B"/>
                </a:solidFill>
                <a:latin typeface="+mn-lt"/>
              </a:defRPr>
            </a:lvl9pPr>
          </a:lstStyle>
          <a:p>
            <a:pPr marL="302850" lvl="1" eaLnBrk="1" hangingPunct="1">
              <a:spcBef>
                <a:spcPts val="0"/>
              </a:spcBef>
              <a:buFont typeface="Wingdings" panose="05000000000000000000" pitchFamily="2" charset="2"/>
              <a:buChar char="§"/>
              <a:defRPr/>
            </a:pPr>
            <a:r>
              <a:rPr lang="en-US" altLang="en-US" sz="1800" kern="0" dirty="0">
                <a:latin typeface="Century Gothic" panose="020B0502020202020204" pitchFamily="34" charset="0"/>
              </a:rPr>
              <a:t>Installed software might offer clues that the suspect hides files inside other files.</a:t>
            </a:r>
          </a:p>
          <a:p>
            <a:pPr marL="302850" lvl="1" eaLnBrk="1" hangingPunct="1">
              <a:spcBef>
                <a:spcPts val="0"/>
              </a:spcBef>
              <a:buFont typeface="Wingdings" panose="05000000000000000000" pitchFamily="2" charset="2"/>
              <a:buChar char="§"/>
              <a:defRPr/>
            </a:pPr>
            <a:r>
              <a:rPr lang="en-US" altLang="en-US" sz="1800" kern="0" dirty="0">
                <a:latin typeface="Century Gothic" panose="020B0502020202020204" pitchFamily="34" charset="0"/>
              </a:rPr>
              <a:t>Users with </a:t>
            </a:r>
            <a:r>
              <a:rPr lang="en-US" altLang="en-US" sz="1800" b="1" kern="0" dirty="0">
                <a:solidFill>
                  <a:srgbClr val="7030A0"/>
                </a:solidFill>
                <a:latin typeface="Century Gothic" panose="020B0502020202020204" pitchFamily="34" charset="0"/>
              </a:rPr>
              <a:t>binary (hex) editors, disk wiping software, </a:t>
            </a:r>
            <a:r>
              <a:rPr lang="en-US" altLang="en-US" sz="1800" b="1" kern="0" dirty="0" err="1">
                <a:solidFill>
                  <a:srgbClr val="7030A0"/>
                </a:solidFill>
                <a:latin typeface="Century Gothic" panose="020B0502020202020204" pitchFamily="34" charset="0"/>
              </a:rPr>
              <a:t>steganographic</a:t>
            </a:r>
            <a:r>
              <a:rPr lang="en-US" altLang="en-US" sz="1800" b="1" kern="0" dirty="0">
                <a:solidFill>
                  <a:srgbClr val="7030A0"/>
                </a:solidFill>
                <a:latin typeface="Century Gothic" panose="020B0502020202020204" pitchFamily="34" charset="0"/>
              </a:rPr>
              <a:t> or specialized chat software</a:t>
            </a:r>
            <a:r>
              <a:rPr lang="en-US" altLang="en-US" sz="1800" kern="0" dirty="0">
                <a:latin typeface="Century Gothic" panose="020B0502020202020204" pitchFamily="34" charset="0"/>
              </a:rPr>
              <a:t> might demonstrate an inclination to alter files and keep information secret.</a:t>
            </a:r>
          </a:p>
        </p:txBody>
      </p:sp>
    </p:spTree>
    <p:extLst>
      <p:ext uri="{BB962C8B-B14F-4D97-AF65-F5344CB8AC3E}">
        <p14:creationId xmlns:p14="http://schemas.microsoft.com/office/powerpoint/2010/main" val="4076240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9368" y="4396141"/>
            <a:ext cx="4618037" cy="190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9699" name="Rectangle 3"/>
          <p:cNvSpPr>
            <a:spLocks noGrp="1" noChangeArrowheads="1"/>
          </p:cNvSpPr>
          <p:nvPr>
            <p:ph idx="1"/>
          </p:nvPr>
        </p:nvSpPr>
        <p:spPr>
          <a:xfrm>
            <a:off x="190500" y="1697038"/>
            <a:ext cx="8810625" cy="4525962"/>
          </a:xfrm>
        </p:spPr>
        <p:txBody>
          <a:bodyPr/>
          <a:lstStyle/>
          <a:p>
            <a:r>
              <a:rPr lang="en-US" altLang="en-US" b="1" dirty="0">
                <a:solidFill>
                  <a:srgbClr val="FF0000"/>
                </a:solidFill>
              </a:rPr>
              <a:t>Multimedia “carrier” files</a:t>
            </a:r>
          </a:p>
          <a:p>
            <a:r>
              <a:rPr lang="en-US" altLang="en-US" dirty="0"/>
              <a:t>While a standard Windows computer will contain thousands of graphics and audio files, the vast majority of these are very small and are an integral part of the graphical user interface.</a:t>
            </a:r>
          </a:p>
          <a:p>
            <a:r>
              <a:rPr lang="en-US" altLang="en-US" dirty="0"/>
              <a:t>A system with an especially large number of files that could be </a:t>
            </a:r>
            <a:r>
              <a:rPr lang="en-US" altLang="en-US" b="1" dirty="0" err="1"/>
              <a:t>steganographic</a:t>
            </a:r>
            <a:r>
              <a:rPr lang="en-US" altLang="en-US" dirty="0"/>
              <a:t> carriers is potentially suspect, particularly if there are a significant number of seemingly duplicate "carrier" files.</a:t>
            </a:r>
          </a:p>
        </p:txBody>
      </p:sp>
      <p:sp>
        <p:nvSpPr>
          <p:cNvPr id="7" name="Rectangle 2"/>
          <p:cNvSpPr>
            <a:spLocks noGrp="1" noChangeArrowheads="1"/>
          </p:cNvSpPr>
          <p:nvPr>
            <p:ph type="title"/>
          </p:nvPr>
        </p:nvSpPr>
        <p:spPr>
          <a:xfrm>
            <a:off x="221514" y="274638"/>
            <a:ext cx="7843030" cy="1143000"/>
          </a:xfrm>
        </p:spPr>
        <p:txBody>
          <a:bodyPr/>
          <a:lstStyle/>
          <a:p>
            <a:r>
              <a:rPr lang="en-US" altLang="en-US" dirty="0"/>
              <a:t>Data Hiding Analysis</a:t>
            </a:r>
          </a:p>
        </p:txBody>
      </p:sp>
    </p:spTree>
    <p:extLst>
      <p:ext uri="{BB962C8B-B14F-4D97-AF65-F5344CB8AC3E}">
        <p14:creationId xmlns:p14="http://schemas.microsoft.com/office/powerpoint/2010/main" val="1700144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190500" y="1697038"/>
            <a:ext cx="8810625" cy="4525962"/>
          </a:xfrm>
        </p:spPr>
        <p:txBody>
          <a:bodyPr/>
          <a:lstStyle/>
          <a:p>
            <a:r>
              <a:rPr lang="en-US" altLang="en-US" dirty="0"/>
              <a:t>It may be essential to identify the individual(s) </a:t>
            </a:r>
            <a:r>
              <a:rPr lang="en-US" altLang="en-US" b="1" dirty="0"/>
              <a:t>who created</a:t>
            </a:r>
            <a:r>
              <a:rPr lang="en-US" altLang="en-US" dirty="0"/>
              <a:t>, </a:t>
            </a:r>
            <a:r>
              <a:rPr lang="en-US" altLang="en-US" b="1" dirty="0"/>
              <a:t>modified</a:t>
            </a:r>
            <a:r>
              <a:rPr lang="en-US" altLang="en-US" dirty="0"/>
              <a:t>, or </a:t>
            </a:r>
            <a:r>
              <a:rPr lang="en-US" altLang="en-US" b="1" dirty="0"/>
              <a:t>accessed a file</a:t>
            </a:r>
            <a:r>
              <a:rPr lang="en-US" altLang="en-US" dirty="0"/>
              <a:t>. </a:t>
            </a:r>
          </a:p>
          <a:p>
            <a:r>
              <a:rPr lang="en-US" altLang="en-US" dirty="0"/>
              <a:t>It may also be important to determine ownership and knowledgeable possession of the questioned data. </a:t>
            </a:r>
          </a:p>
          <a:p>
            <a:r>
              <a:rPr lang="en-US" altLang="en-US" dirty="0"/>
              <a:t>Evidence of knowledgeable possession may be based on other types of analysis.</a:t>
            </a:r>
          </a:p>
        </p:txBody>
      </p:sp>
      <p:sp>
        <p:nvSpPr>
          <p:cNvPr id="6" name="Title 1"/>
          <p:cNvSpPr>
            <a:spLocks noGrp="1"/>
          </p:cNvSpPr>
          <p:nvPr>
            <p:ph type="title"/>
          </p:nvPr>
        </p:nvSpPr>
        <p:spPr>
          <a:xfrm>
            <a:off x="221514" y="274638"/>
            <a:ext cx="7843030" cy="1143000"/>
          </a:xfrm>
        </p:spPr>
        <p:txBody>
          <a:bodyPr/>
          <a:lstStyle/>
          <a:p>
            <a:r>
              <a:rPr lang="en-US" altLang="en-US" dirty="0"/>
              <a:t>Ownership and Possession</a:t>
            </a:r>
            <a:endParaRPr lang="en-GB" dirty="0"/>
          </a:p>
        </p:txBody>
      </p:sp>
      <p:pic>
        <p:nvPicPr>
          <p:cNvPr id="307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7717" y="3545456"/>
            <a:ext cx="1856783" cy="2469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926505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422031" y="1575582"/>
            <a:ext cx="8299938" cy="4951827"/>
          </a:xfrm>
        </p:spPr>
        <p:txBody>
          <a:bodyPr/>
          <a:lstStyle/>
          <a:p>
            <a:pPr marL="17100" lvl="1" indent="0" eaLnBrk="1" hangingPunct="1">
              <a:spcBef>
                <a:spcPts val="0"/>
              </a:spcBef>
              <a:spcAft>
                <a:spcPts val="0"/>
              </a:spcAft>
              <a:buFontTx/>
              <a:buNone/>
              <a:defRPr/>
            </a:pPr>
            <a:r>
              <a:rPr lang="en-US" altLang="en-US" sz="2000" dirty="0">
                <a:solidFill>
                  <a:srgbClr val="7030A0"/>
                </a:solidFill>
              </a:rPr>
              <a:t>[Application and file analysis]</a:t>
            </a:r>
          </a:p>
          <a:p>
            <a:pPr marL="360000" lvl="1" indent="-342900" eaLnBrk="1" hangingPunct="1">
              <a:spcBef>
                <a:spcPts val="0"/>
              </a:spcBef>
              <a:spcAft>
                <a:spcPts val="0"/>
              </a:spcAft>
              <a:buFont typeface="Courier New" panose="02070309020205020404" pitchFamily="49" charset="0"/>
              <a:buChar char="o"/>
              <a:defRPr/>
            </a:pPr>
            <a:r>
              <a:rPr lang="en-US" altLang="en-US" sz="2000" dirty="0"/>
              <a:t>Files of interest may be located in </a:t>
            </a:r>
            <a:r>
              <a:rPr lang="en-US" altLang="en-US" sz="2000" b="1" dirty="0"/>
              <a:t>non-default locations </a:t>
            </a:r>
            <a:r>
              <a:rPr lang="en-US" altLang="en-US" sz="2000" dirty="0"/>
              <a:t>(like a directory named “porn”)</a:t>
            </a:r>
          </a:p>
          <a:p>
            <a:pPr marL="360000" lvl="1" indent="-342900" eaLnBrk="1" hangingPunct="1">
              <a:spcBef>
                <a:spcPts val="0"/>
              </a:spcBef>
              <a:spcAft>
                <a:spcPts val="0"/>
              </a:spcAft>
              <a:buFont typeface="Courier New" panose="02070309020205020404" pitchFamily="49" charset="0"/>
              <a:buChar char="o"/>
              <a:defRPr/>
            </a:pPr>
            <a:r>
              <a:rPr lang="en-US" altLang="en-US" sz="2000" dirty="0"/>
              <a:t>The file name itself may be of evidentiary value if it indicates the contents of the file </a:t>
            </a:r>
          </a:p>
          <a:p>
            <a:pPr marL="360000" lvl="1" indent="-342900" eaLnBrk="1" hangingPunct="1">
              <a:spcBef>
                <a:spcPts val="0"/>
              </a:spcBef>
              <a:spcAft>
                <a:spcPts val="0"/>
              </a:spcAft>
              <a:buFont typeface="Courier New" panose="02070309020205020404" pitchFamily="49" charset="0"/>
              <a:buChar char="o"/>
              <a:defRPr/>
            </a:pPr>
            <a:r>
              <a:rPr lang="en-US" altLang="en-US" sz="2000" dirty="0"/>
              <a:t>Contents of a file may contain metadata or other information specific to a user </a:t>
            </a:r>
          </a:p>
          <a:p>
            <a:pPr marL="17100" lvl="1" indent="0" eaLnBrk="1" hangingPunct="1">
              <a:spcBef>
                <a:spcPts val="0"/>
              </a:spcBef>
              <a:spcAft>
                <a:spcPts val="0"/>
              </a:spcAft>
              <a:buFontTx/>
              <a:buNone/>
              <a:defRPr/>
            </a:pPr>
            <a:r>
              <a:rPr lang="en-US" altLang="en-US" sz="2000" dirty="0">
                <a:solidFill>
                  <a:srgbClr val="7030A0"/>
                </a:solidFill>
              </a:rPr>
              <a:t>[Timeframe analysis]</a:t>
            </a:r>
          </a:p>
          <a:p>
            <a:pPr marL="360000" lvl="1" indent="-342900" eaLnBrk="1" hangingPunct="1">
              <a:spcBef>
                <a:spcPts val="0"/>
              </a:spcBef>
              <a:spcAft>
                <a:spcPts val="0"/>
              </a:spcAft>
              <a:buFont typeface="Courier New" panose="02070309020205020404" pitchFamily="49" charset="0"/>
              <a:buChar char="o"/>
              <a:defRPr/>
            </a:pPr>
            <a:r>
              <a:rPr lang="en-US" altLang="en-US" sz="2000" dirty="0"/>
              <a:t>Placing the subject at the computer at a </a:t>
            </a:r>
            <a:r>
              <a:rPr lang="en-US" altLang="en-US" sz="2000" b="1" dirty="0"/>
              <a:t>particular date and time </a:t>
            </a:r>
            <a:r>
              <a:rPr lang="en-US" altLang="en-US" sz="2000" dirty="0"/>
              <a:t>may help determine ownership and possession</a:t>
            </a:r>
          </a:p>
          <a:p>
            <a:pPr marL="17100" lvl="1" indent="0" eaLnBrk="1" hangingPunct="1">
              <a:spcBef>
                <a:spcPts val="0"/>
              </a:spcBef>
              <a:spcAft>
                <a:spcPts val="0"/>
              </a:spcAft>
              <a:buFontTx/>
              <a:buNone/>
              <a:defRPr/>
            </a:pPr>
            <a:r>
              <a:rPr lang="en-US" altLang="en-US" sz="2000" dirty="0">
                <a:solidFill>
                  <a:srgbClr val="7030A0"/>
                </a:solidFill>
              </a:rPr>
              <a:t>[Hidden data analysis]</a:t>
            </a:r>
          </a:p>
          <a:p>
            <a:pPr marL="360000" lvl="1" indent="-342900" eaLnBrk="1" hangingPunct="1">
              <a:spcBef>
                <a:spcPts val="0"/>
              </a:spcBef>
              <a:spcAft>
                <a:spcPts val="0"/>
              </a:spcAft>
              <a:buFont typeface="Courier New" panose="02070309020205020404" pitchFamily="49" charset="0"/>
              <a:buChar char="o"/>
              <a:defRPr/>
            </a:pPr>
            <a:r>
              <a:rPr lang="en-US" altLang="en-US" sz="2000" dirty="0"/>
              <a:t>Hidden data may indicate a </a:t>
            </a:r>
            <a:r>
              <a:rPr lang="en-US" altLang="en-US" sz="2000" b="1" dirty="0"/>
              <a:t>deliberate attempt to avoid detection </a:t>
            </a:r>
          </a:p>
          <a:p>
            <a:pPr marL="360000" lvl="1" indent="-342900" eaLnBrk="1" hangingPunct="1">
              <a:spcBef>
                <a:spcPts val="0"/>
              </a:spcBef>
              <a:spcAft>
                <a:spcPts val="0"/>
              </a:spcAft>
              <a:buFont typeface="Courier New" panose="02070309020205020404" pitchFamily="49" charset="0"/>
              <a:buChar char="o"/>
              <a:defRPr/>
            </a:pPr>
            <a:r>
              <a:rPr lang="en-US" altLang="en-US" sz="2000" dirty="0"/>
              <a:t>If the passwords needed to gain access to files are recovered, knowledge of the passwords themselves may indicate possession or ownership</a:t>
            </a:r>
          </a:p>
        </p:txBody>
      </p:sp>
      <p:sp>
        <p:nvSpPr>
          <p:cNvPr id="2" name="Title 1"/>
          <p:cNvSpPr>
            <a:spLocks noGrp="1"/>
          </p:cNvSpPr>
          <p:nvPr>
            <p:ph type="title"/>
          </p:nvPr>
        </p:nvSpPr>
        <p:spPr>
          <a:xfrm>
            <a:off x="485775" y="443752"/>
            <a:ext cx="7042150" cy="973885"/>
          </a:xfrm>
        </p:spPr>
        <p:txBody>
          <a:bodyPr/>
          <a:lstStyle/>
          <a:p>
            <a:r>
              <a:rPr lang="en-US" altLang="en-US" sz="3200" u="sng" dirty="0"/>
              <a:t>Ownership and Possession</a:t>
            </a:r>
            <a:endParaRPr lang="en-GB" sz="3200" u="sng" dirty="0"/>
          </a:p>
        </p:txBody>
      </p:sp>
    </p:spTree>
    <p:extLst>
      <p:ext uri="{BB962C8B-B14F-4D97-AF65-F5344CB8AC3E}">
        <p14:creationId xmlns:p14="http://schemas.microsoft.com/office/powerpoint/2010/main" val="34031691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p:cNvSpPr>
            <a:spLocks noGrp="1"/>
          </p:cNvSpPr>
          <p:nvPr>
            <p:ph idx="1"/>
          </p:nvPr>
        </p:nvSpPr>
        <p:spPr>
          <a:xfrm>
            <a:off x="190500" y="1697038"/>
            <a:ext cx="8810625" cy="4525962"/>
          </a:xfrm>
        </p:spPr>
        <p:txBody>
          <a:bodyPr/>
          <a:lstStyle/>
          <a:p>
            <a:r>
              <a:rPr lang="en-US" altLang="en-US" dirty="0"/>
              <a:t>In certain circumstances, it may be necessary or advisable for computer forensic investigators to gather evidence from a computer whilst its running or in a ‘live’ state.</a:t>
            </a:r>
          </a:p>
          <a:p>
            <a:r>
              <a:rPr lang="en-US" altLang="en-US" b="1" dirty="0"/>
              <a:t>In order to capture volatile data on a device the device WILL have to be accessed. Therefore changes to original evidence WILL be caused by the examiner. </a:t>
            </a:r>
          </a:p>
          <a:p>
            <a:r>
              <a:rPr lang="en-US" altLang="en-US" dirty="0"/>
              <a:t>Even though some changes to the original evidence will be made, this technique has become more common with the increase in advanced malware, where evidence cannot always be retrieved using more traditional disk forensics.</a:t>
            </a:r>
          </a:p>
        </p:txBody>
      </p:sp>
      <p:sp>
        <p:nvSpPr>
          <p:cNvPr id="32771" name="Title 2"/>
          <p:cNvSpPr>
            <a:spLocks noGrp="1"/>
          </p:cNvSpPr>
          <p:nvPr>
            <p:ph type="title"/>
          </p:nvPr>
        </p:nvSpPr>
        <p:spPr>
          <a:xfrm>
            <a:off x="221514" y="274638"/>
            <a:ext cx="7843030" cy="1143000"/>
          </a:xfrm>
        </p:spPr>
        <p:txBody>
          <a:bodyPr/>
          <a:lstStyle/>
          <a:p>
            <a:r>
              <a:rPr lang="en-US" altLang="en-US" dirty="0"/>
              <a:t>Capturing Contents of RAM</a:t>
            </a:r>
            <a:endParaRPr lang="en-GB" altLang="en-US" dirty="0"/>
          </a:p>
        </p:txBody>
      </p:sp>
    </p:spTree>
    <p:extLst>
      <p:ext uri="{BB962C8B-B14F-4D97-AF65-F5344CB8AC3E}">
        <p14:creationId xmlns:p14="http://schemas.microsoft.com/office/powerpoint/2010/main" val="1323701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1"/>
          <p:cNvSpPr>
            <a:spLocks noGrp="1"/>
          </p:cNvSpPr>
          <p:nvPr>
            <p:ph idx="1"/>
          </p:nvPr>
        </p:nvSpPr>
        <p:spPr>
          <a:xfrm>
            <a:off x="190500" y="1697038"/>
            <a:ext cx="8810625" cy="4525962"/>
          </a:xfrm>
        </p:spPr>
        <p:txBody>
          <a:bodyPr/>
          <a:lstStyle/>
          <a:p>
            <a:r>
              <a:rPr lang="en-US" altLang="en-US" dirty="0"/>
              <a:t>Conducting live-forensics implies access to the original evidence and making controlled changes to it. </a:t>
            </a:r>
          </a:p>
          <a:p>
            <a:r>
              <a:rPr lang="en-US" altLang="en-US" dirty="0"/>
              <a:t>Any person doing this needs to be </a:t>
            </a:r>
            <a:r>
              <a:rPr lang="en-US" altLang="en-US" b="1" dirty="0"/>
              <a:t>competent and fully aware </a:t>
            </a:r>
            <a:r>
              <a:rPr lang="en-US" altLang="en-US" dirty="0"/>
              <a:t>of the impact their actions have and should be prepared to explain their reasons for taking this route. </a:t>
            </a:r>
          </a:p>
          <a:p>
            <a:pPr lvl="1"/>
            <a:r>
              <a:rPr lang="en-US" altLang="en-US" dirty="0"/>
              <a:t>a conscious decision will have to be made and the </a:t>
            </a:r>
            <a:r>
              <a:rPr lang="en-US" altLang="en-US" b="1" dirty="0"/>
              <a:t>process written down</a:t>
            </a:r>
            <a:r>
              <a:rPr lang="en-US" altLang="en-US" dirty="0"/>
              <a:t>. </a:t>
            </a:r>
          </a:p>
          <a:p>
            <a:r>
              <a:rPr lang="en-US" altLang="en-US" dirty="0"/>
              <a:t>If other forensic tools are used before the contents of the RAM are stored, it is very likely that they will overwrite parts of the RAM. </a:t>
            </a:r>
            <a:r>
              <a:rPr lang="en-US" altLang="en-US" b="1" dirty="0">
                <a:highlight>
                  <a:srgbClr val="FFFF00"/>
                </a:highlight>
              </a:rPr>
              <a:t>Therefore capturing the contents of RAM needs to be done first.</a:t>
            </a:r>
          </a:p>
        </p:txBody>
      </p:sp>
      <p:sp>
        <p:nvSpPr>
          <p:cNvPr id="8" name="Title 2"/>
          <p:cNvSpPr>
            <a:spLocks noGrp="1"/>
          </p:cNvSpPr>
          <p:nvPr>
            <p:ph type="title"/>
          </p:nvPr>
        </p:nvSpPr>
        <p:spPr>
          <a:xfrm>
            <a:off x="221514" y="274638"/>
            <a:ext cx="7843030" cy="1143000"/>
          </a:xfrm>
        </p:spPr>
        <p:txBody>
          <a:bodyPr/>
          <a:lstStyle/>
          <a:p>
            <a:r>
              <a:rPr lang="en-US" altLang="en-US" dirty="0"/>
              <a:t>Capturing Contents of RAM</a:t>
            </a:r>
            <a:endParaRPr lang="en-GB" altLang="en-US" dirty="0"/>
          </a:p>
        </p:txBody>
      </p:sp>
      <p:pic>
        <p:nvPicPr>
          <p:cNvPr id="3379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1515" y="5160962"/>
            <a:ext cx="1337140" cy="117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08655" y="4349750"/>
            <a:ext cx="1753858" cy="1852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00019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1"/>
          <p:cNvSpPr>
            <a:spLocks noGrp="1"/>
          </p:cNvSpPr>
          <p:nvPr>
            <p:ph idx="1"/>
          </p:nvPr>
        </p:nvSpPr>
        <p:spPr>
          <a:xfrm>
            <a:off x="190500" y="1697038"/>
            <a:ext cx="8810625" cy="4525962"/>
          </a:xfrm>
        </p:spPr>
        <p:txBody>
          <a:bodyPr/>
          <a:lstStyle/>
          <a:p>
            <a:pPr marL="0" indent="0">
              <a:buNone/>
            </a:pPr>
            <a:r>
              <a:rPr lang="en-US" altLang="en-US" dirty="0"/>
              <a:t>Examples of information which might be available in the dump of the RAM contents:</a:t>
            </a:r>
          </a:p>
          <a:p>
            <a:r>
              <a:rPr lang="en-US" altLang="en-US" dirty="0"/>
              <a:t>List of </a:t>
            </a:r>
            <a:r>
              <a:rPr lang="en-US" altLang="en-US" b="1" dirty="0">
                <a:solidFill>
                  <a:srgbClr val="FF0000"/>
                </a:solidFill>
              </a:rPr>
              <a:t>running processes</a:t>
            </a:r>
            <a:r>
              <a:rPr lang="en-US" altLang="en-US" dirty="0"/>
              <a:t>; </a:t>
            </a:r>
          </a:p>
          <a:p>
            <a:r>
              <a:rPr lang="en-US" altLang="en-US" b="1" dirty="0">
                <a:solidFill>
                  <a:srgbClr val="FF0000"/>
                </a:solidFill>
              </a:rPr>
              <a:t>Logged on and registered users</a:t>
            </a:r>
            <a:r>
              <a:rPr lang="en-US" altLang="en-US" dirty="0"/>
              <a:t>; </a:t>
            </a:r>
          </a:p>
          <a:p>
            <a:r>
              <a:rPr lang="en-US" altLang="en-US" b="1" dirty="0">
                <a:solidFill>
                  <a:srgbClr val="FF0000"/>
                </a:solidFill>
              </a:rPr>
              <a:t>Registry</a:t>
            </a:r>
            <a:r>
              <a:rPr lang="en-US" altLang="en-US" dirty="0"/>
              <a:t> information. </a:t>
            </a:r>
          </a:p>
          <a:p>
            <a:r>
              <a:rPr lang="en-US" altLang="en-US" dirty="0"/>
              <a:t>Application </a:t>
            </a:r>
            <a:r>
              <a:rPr lang="en-US" altLang="en-US" b="1" dirty="0">
                <a:solidFill>
                  <a:srgbClr val="FF0000"/>
                </a:solidFill>
              </a:rPr>
              <a:t>footprint</a:t>
            </a:r>
            <a:r>
              <a:rPr lang="en-US" altLang="en-US" dirty="0"/>
              <a:t> (especially important for malware analysis)</a:t>
            </a:r>
            <a:endParaRPr lang="en-GB" altLang="en-US" dirty="0"/>
          </a:p>
        </p:txBody>
      </p:sp>
      <p:sp>
        <p:nvSpPr>
          <p:cNvPr id="6" name="Title 2"/>
          <p:cNvSpPr>
            <a:spLocks noGrp="1"/>
          </p:cNvSpPr>
          <p:nvPr>
            <p:ph type="title"/>
          </p:nvPr>
        </p:nvSpPr>
        <p:spPr>
          <a:xfrm>
            <a:off x="221514" y="274638"/>
            <a:ext cx="7843030" cy="1143000"/>
          </a:xfrm>
        </p:spPr>
        <p:txBody>
          <a:bodyPr/>
          <a:lstStyle/>
          <a:p>
            <a:r>
              <a:rPr lang="en-US" altLang="en-US" dirty="0"/>
              <a:t>Capturing Contents of RAM</a:t>
            </a:r>
            <a:endParaRPr lang="en-GB" altLang="en-US" dirty="0"/>
          </a:p>
        </p:txBody>
      </p:sp>
      <p:pic>
        <p:nvPicPr>
          <p:cNvPr id="34821"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71635" y="3919538"/>
            <a:ext cx="2592388" cy="25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27474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1"/>
          <p:cNvSpPr>
            <a:spLocks noGrp="1"/>
          </p:cNvSpPr>
          <p:nvPr>
            <p:ph idx="1"/>
          </p:nvPr>
        </p:nvSpPr>
        <p:spPr>
          <a:xfrm>
            <a:off x="190500" y="1697038"/>
            <a:ext cx="8810625" cy="4525962"/>
          </a:xfrm>
        </p:spPr>
        <p:txBody>
          <a:bodyPr/>
          <a:lstStyle/>
          <a:p>
            <a:r>
              <a:rPr lang="en-US" altLang="en-US" dirty="0"/>
              <a:t>In order </a:t>
            </a:r>
            <a:r>
              <a:rPr lang="en-US" altLang="en-US" b="1" dirty="0"/>
              <a:t>to ensure </a:t>
            </a:r>
            <a:r>
              <a:rPr lang="en-US" altLang="en-US" dirty="0"/>
              <a:t>that a </a:t>
            </a:r>
            <a:r>
              <a:rPr lang="en-US" altLang="en-US" b="1" dirty="0"/>
              <a:t>consistent</a:t>
            </a:r>
            <a:r>
              <a:rPr lang="en-US" altLang="en-US" dirty="0"/>
              <a:t> approach is used, and the chance of </a:t>
            </a:r>
            <a:r>
              <a:rPr lang="en-US" altLang="en-US" b="1" dirty="0"/>
              <a:t>errors is minimized</a:t>
            </a:r>
            <a:r>
              <a:rPr lang="en-US" altLang="en-US" dirty="0"/>
              <a:t>, it is recommended to use a script to call a </a:t>
            </a:r>
            <a:r>
              <a:rPr lang="en-US" altLang="en-US" b="1" dirty="0"/>
              <a:t>number of basic and trusted tools.</a:t>
            </a:r>
          </a:p>
          <a:p>
            <a:r>
              <a:rPr lang="en-US" altLang="en-US" dirty="0"/>
              <a:t>By </a:t>
            </a:r>
            <a:r>
              <a:rPr lang="en-US" altLang="en-US" b="1" dirty="0"/>
              <a:t>profiling the footprint of these trusted forensic tools</a:t>
            </a:r>
            <a:r>
              <a:rPr lang="en-US" altLang="en-US" dirty="0"/>
              <a:t>, the digital forensic examiner can understand the impact of using such tools and can explain any artefacts left by the tools.</a:t>
            </a:r>
          </a:p>
        </p:txBody>
      </p:sp>
      <p:sp>
        <p:nvSpPr>
          <p:cNvPr id="7" name="Title 2"/>
          <p:cNvSpPr>
            <a:spLocks noGrp="1"/>
          </p:cNvSpPr>
          <p:nvPr>
            <p:ph type="title"/>
          </p:nvPr>
        </p:nvSpPr>
        <p:spPr>
          <a:xfrm>
            <a:off x="221514" y="274638"/>
            <a:ext cx="7843030" cy="1143000"/>
          </a:xfrm>
        </p:spPr>
        <p:txBody>
          <a:bodyPr/>
          <a:lstStyle/>
          <a:p>
            <a:r>
              <a:rPr lang="en-US" altLang="en-US" dirty="0"/>
              <a:t>Capturing Contents of RAM</a:t>
            </a:r>
            <a:endParaRPr lang="en-GB" altLang="en-US" dirty="0"/>
          </a:p>
        </p:txBody>
      </p:sp>
      <p:pic>
        <p:nvPicPr>
          <p:cNvPr id="35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187" y="4584700"/>
            <a:ext cx="7199313"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8677440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1"/>
          <p:cNvSpPr>
            <a:spLocks noGrp="1"/>
          </p:cNvSpPr>
          <p:nvPr>
            <p:ph idx="1"/>
          </p:nvPr>
        </p:nvSpPr>
        <p:spPr>
          <a:xfrm>
            <a:off x="190500" y="1697038"/>
            <a:ext cx="8810625" cy="4525962"/>
          </a:xfrm>
        </p:spPr>
        <p:txBody>
          <a:bodyPr/>
          <a:lstStyle/>
          <a:p>
            <a:r>
              <a:rPr lang="en-US" altLang="en-US" dirty="0"/>
              <a:t>The tools used to capture this volatile information are generally run from removable media like a USB stick,</a:t>
            </a:r>
          </a:p>
          <a:p>
            <a:r>
              <a:rPr lang="en-US" altLang="en-US" b="1" dirty="0">
                <a:solidFill>
                  <a:srgbClr val="FF0000"/>
                </a:solidFill>
              </a:rPr>
              <a:t>Writing output to the original drive should be avoided </a:t>
            </a:r>
            <a:r>
              <a:rPr lang="en-US" altLang="en-US" dirty="0"/>
              <a:t>whenever possible, as this changes the contents of the hard drive and can destroy potential evidence. </a:t>
            </a:r>
          </a:p>
          <a:p>
            <a:r>
              <a:rPr lang="en-US" altLang="en-US" dirty="0"/>
              <a:t>When inserting </a:t>
            </a:r>
            <a:r>
              <a:rPr lang="en-US" altLang="en-US" b="1" dirty="0"/>
              <a:t>USB devices</a:t>
            </a:r>
            <a:r>
              <a:rPr lang="en-US" altLang="en-US" dirty="0"/>
              <a:t>, the examiner must ensure that they know the details of the </a:t>
            </a:r>
            <a:r>
              <a:rPr lang="en-US" altLang="en-US" b="1" dirty="0"/>
              <a:t>serial numbers </a:t>
            </a:r>
            <a:r>
              <a:rPr lang="en-US" altLang="en-US" dirty="0"/>
              <a:t>of the devices they are connecting so that they can be eliminated when analyzing the date captured.</a:t>
            </a:r>
            <a:endParaRPr lang="en-GB" altLang="en-US" dirty="0"/>
          </a:p>
        </p:txBody>
      </p:sp>
      <p:sp>
        <p:nvSpPr>
          <p:cNvPr id="7" name="Title 2"/>
          <p:cNvSpPr>
            <a:spLocks noGrp="1"/>
          </p:cNvSpPr>
          <p:nvPr>
            <p:ph type="title"/>
          </p:nvPr>
        </p:nvSpPr>
        <p:spPr>
          <a:xfrm>
            <a:off x="221514" y="274638"/>
            <a:ext cx="7843030" cy="1143000"/>
          </a:xfrm>
        </p:spPr>
        <p:txBody>
          <a:bodyPr/>
          <a:lstStyle/>
          <a:p>
            <a:r>
              <a:rPr lang="en-US" altLang="en-US" dirty="0"/>
              <a:t>Capturing Contents of RAM</a:t>
            </a:r>
            <a:endParaRPr lang="en-GB" altLang="en-US" dirty="0"/>
          </a:p>
        </p:txBody>
      </p:sp>
      <p:pic>
        <p:nvPicPr>
          <p:cNvPr id="3686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0008" y="4457114"/>
            <a:ext cx="2663825"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5618195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1"/>
          <p:cNvSpPr>
            <a:spLocks noGrp="1"/>
          </p:cNvSpPr>
          <p:nvPr>
            <p:ph idx="1"/>
          </p:nvPr>
        </p:nvSpPr>
        <p:spPr>
          <a:xfrm>
            <a:off x="190500" y="1697038"/>
            <a:ext cx="8810625" cy="4525962"/>
          </a:xfrm>
        </p:spPr>
        <p:txBody>
          <a:bodyPr>
            <a:normAutofit/>
          </a:bodyPr>
          <a:lstStyle/>
          <a:p>
            <a:pPr marL="0" indent="0">
              <a:buNone/>
            </a:pPr>
            <a:r>
              <a:rPr lang="en-US" altLang="en-US" b="1" dirty="0"/>
              <a:t>Summary of steps </a:t>
            </a:r>
          </a:p>
          <a:p>
            <a:pPr marL="0" indent="0">
              <a:buNone/>
            </a:pPr>
            <a:r>
              <a:rPr lang="en-US" altLang="en-US" dirty="0"/>
              <a:t>Documentation of all actions, together with reasoning, is implicitly included in the process when following such steps: </a:t>
            </a:r>
          </a:p>
          <a:p>
            <a:r>
              <a:rPr lang="en-US" altLang="en-US" dirty="0"/>
              <a:t>Perform a risk assessment of the situation – Is it evidentially required and safe to perform volatile data capture? </a:t>
            </a:r>
          </a:p>
          <a:p>
            <a:r>
              <a:rPr lang="en-US" altLang="en-US" dirty="0"/>
              <a:t>If so, plug the volatile data capture (such as a USB stick) into the machine and start the data collection script; </a:t>
            </a:r>
          </a:p>
          <a:p>
            <a:r>
              <a:rPr lang="en-US" altLang="en-US" dirty="0"/>
              <a:t>Once complete, stop the device (particularly important for USB devices, which if removed before proper shutdown can lose information); </a:t>
            </a:r>
          </a:p>
          <a:p>
            <a:r>
              <a:rPr lang="en-US" altLang="en-US" dirty="0"/>
              <a:t>Remove the device; </a:t>
            </a:r>
          </a:p>
          <a:p>
            <a:r>
              <a:rPr lang="en-US" altLang="en-US" dirty="0"/>
              <a:t>Verify the data output on a separate forensic investigation machine (not the suspect system); </a:t>
            </a:r>
          </a:p>
          <a:p>
            <a:r>
              <a:rPr lang="en-US" altLang="en-US" dirty="0"/>
              <a:t>Immediately follow with standard power-off procedure. </a:t>
            </a:r>
            <a:endParaRPr lang="en-GB" altLang="en-US" dirty="0"/>
          </a:p>
        </p:txBody>
      </p:sp>
      <p:sp>
        <p:nvSpPr>
          <p:cNvPr id="6" name="Title 2"/>
          <p:cNvSpPr>
            <a:spLocks noGrp="1"/>
          </p:cNvSpPr>
          <p:nvPr>
            <p:ph type="title"/>
          </p:nvPr>
        </p:nvSpPr>
        <p:spPr>
          <a:xfrm>
            <a:off x="221514" y="274638"/>
            <a:ext cx="7843030" cy="1143000"/>
          </a:xfrm>
        </p:spPr>
        <p:txBody>
          <a:bodyPr/>
          <a:lstStyle/>
          <a:p>
            <a:r>
              <a:rPr lang="en-US" altLang="en-US" dirty="0"/>
              <a:t>Capturing Contents of RAM</a:t>
            </a:r>
            <a:endParaRPr lang="en-GB" altLang="en-US" dirty="0"/>
          </a:p>
        </p:txBody>
      </p:sp>
    </p:spTree>
    <p:extLst>
      <p:ext uri="{BB962C8B-B14F-4D97-AF65-F5344CB8AC3E}">
        <p14:creationId xmlns:p14="http://schemas.microsoft.com/office/powerpoint/2010/main" val="3930897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ChangeArrowheads="1"/>
          </p:cNvSpPr>
          <p:nvPr/>
        </p:nvSpPr>
        <p:spPr bwMode="auto">
          <a:xfrm>
            <a:off x="464234" y="1700213"/>
            <a:ext cx="8257735" cy="4658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457200" indent="-457200">
              <a:spcBef>
                <a:spcPct val="20000"/>
              </a:spcBef>
              <a:buChar char="•"/>
              <a:defRPr sz="2400">
                <a:solidFill>
                  <a:srgbClr val="00528B"/>
                </a:solidFill>
                <a:latin typeface="Arial" panose="020B0604020202020204" pitchFamily="34" charset="0"/>
              </a:defRPr>
            </a:lvl1pPr>
            <a:lvl2pPr marL="742950" indent="-285750">
              <a:spcBef>
                <a:spcPct val="20000"/>
              </a:spcBef>
              <a:buChar char="–"/>
              <a:defRPr sz="2000">
                <a:solidFill>
                  <a:srgbClr val="00528B"/>
                </a:solidFill>
                <a:latin typeface="Arial" panose="020B0604020202020204" pitchFamily="34" charset="0"/>
              </a:defRPr>
            </a:lvl2pPr>
            <a:lvl3pPr marL="1143000" indent="-228600">
              <a:spcBef>
                <a:spcPct val="20000"/>
              </a:spcBef>
              <a:buFont typeface="Times" panose="02020603050405020304" pitchFamily="18" charset="0"/>
              <a:buChar char="•"/>
              <a:defRPr>
                <a:solidFill>
                  <a:srgbClr val="00528B"/>
                </a:solidFill>
                <a:latin typeface="Arial" panose="020B0604020202020204" pitchFamily="34" charset="0"/>
              </a:defRPr>
            </a:lvl3pPr>
            <a:lvl4pPr marL="1600200" indent="-228600">
              <a:spcBef>
                <a:spcPct val="20000"/>
              </a:spcBef>
              <a:buChar char="-"/>
              <a:defRPr sz="1600">
                <a:solidFill>
                  <a:srgbClr val="00528B"/>
                </a:solidFill>
                <a:latin typeface="Arial" panose="020B0604020202020204" pitchFamily="34" charset="0"/>
              </a:defRPr>
            </a:lvl4pPr>
            <a:lvl5pPr marL="2057400" indent="-228600">
              <a:spcBef>
                <a:spcPct val="20000"/>
              </a:spcBef>
              <a:buFont typeface="Times" panose="02020603050405020304" pitchFamily="18" charset="0"/>
              <a:buChar char="•"/>
              <a:defRPr sz="1600">
                <a:solidFill>
                  <a:srgbClr val="00528B"/>
                </a:solidFill>
                <a:latin typeface="Arial" panose="020B0604020202020204" pitchFamily="34" charset="0"/>
              </a:defRPr>
            </a:lvl5pPr>
            <a:lvl6pPr marL="25146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6pPr>
            <a:lvl7pPr marL="29718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7pPr>
            <a:lvl8pPr marL="34290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8pPr>
            <a:lvl9pPr marL="38862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9pPr>
          </a:lstStyle>
          <a:p>
            <a:pPr eaLnBrk="1" hangingPunct="1">
              <a:spcBef>
                <a:spcPts val="600"/>
              </a:spcBef>
              <a:spcAft>
                <a:spcPts val="0"/>
              </a:spcAft>
              <a:buFontTx/>
              <a:buAutoNum type="arabicPeriod"/>
            </a:pPr>
            <a:r>
              <a:rPr lang="en-US" altLang="en-US" sz="2000" dirty="0">
                <a:solidFill>
                  <a:schemeClr val="tx1"/>
                </a:solidFill>
              </a:rPr>
              <a:t>Select a disk or partition with a capacity of at least double the evidence size</a:t>
            </a:r>
          </a:p>
          <a:p>
            <a:pPr eaLnBrk="1" hangingPunct="1">
              <a:spcBef>
                <a:spcPts val="600"/>
              </a:spcBef>
              <a:spcAft>
                <a:spcPts val="0"/>
              </a:spcAft>
              <a:buFontTx/>
              <a:buAutoNum type="arabicPeriod"/>
            </a:pPr>
            <a:r>
              <a:rPr lang="en-US" altLang="en-US" sz="2000" dirty="0">
                <a:solidFill>
                  <a:schemeClr val="tx1"/>
                </a:solidFill>
              </a:rPr>
              <a:t>Wipe (fill the disk with </a:t>
            </a:r>
            <a:r>
              <a:rPr lang="en-US" altLang="en-US" sz="2000" dirty="0" err="1">
                <a:solidFill>
                  <a:schemeClr val="tx1"/>
                </a:solidFill>
              </a:rPr>
              <a:t>zeros</a:t>
            </a:r>
            <a:r>
              <a:rPr lang="en-US" altLang="en-US" sz="2000" dirty="0">
                <a:solidFill>
                  <a:schemeClr val="tx1"/>
                </a:solidFill>
              </a:rPr>
              <a:t>) the disk for the image. </a:t>
            </a:r>
          </a:p>
          <a:p>
            <a:pPr eaLnBrk="1" hangingPunct="1">
              <a:spcBef>
                <a:spcPts val="600"/>
              </a:spcBef>
              <a:spcAft>
                <a:spcPts val="0"/>
              </a:spcAft>
              <a:buFontTx/>
              <a:buAutoNum type="arabicPeriod"/>
            </a:pPr>
            <a:r>
              <a:rPr lang="en-US" altLang="en-US" sz="2000" dirty="0">
                <a:solidFill>
                  <a:schemeClr val="tx1"/>
                </a:solidFill>
              </a:rPr>
              <a:t>Mount the freshly prepared read-write image disk.</a:t>
            </a:r>
          </a:p>
          <a:p>
            <a:pPr eaLnBrk="1" hangingPunct="1">
              <a:spcBef>
                <a:spcPts val="600"/>
              </a:spcBef>
              <a:spcAft>
                <a:spcPts val="0"/>
              </a:spcAft>
              <a:buFontTx/>
              <a:buAutoNum type="arabicPeriod"/>
            </a:pPr>
            <a:r>
              <a:rPr lang="en-US" altLang="en-US" sz="2000" dirty="0">
                <a:solidFill>
                  <a:schemeClr val="tx1"/>
                </a:solidFill>
              </a:rPr>
              <a:t>Create a directory for all documentation and analysis </a:t>
            </a:r>
            <a:r>
              <a:rPr lang="en-US" altLang="en-US" sz="2000" i="1" dirty="0">
                <a:solidFill>
                  <a:schemeClr val="tx1"/>
                </a:solidFill>
              </a:rPr>
              <a:t>/</a:t>
            </a:r>
            <a:r>
              <a:rPr lang="en-US" altLang="en-US" sz="2000" i="1" dirty="0" err="1">
                <a:solidFill>
                  <a:schemeClr val="tx1"/>
                </a:solidFill>
              </a:rPr>
              <a:t>image.disk</a:t>
            </a:r>
            <a:r>
              <a:rPr lang="en-US" altLang="en-US" sz="2000" i="1" dirty="0">
                <a:solidFill>
                  <a:schemeClr val="tx1"/>
                </a:solidFill>
              </a:rPr>
              <a:t>/</a:t>
            </a:r>
            <a:r>
              <a:rPr lang="en-US" altLang="en-US" sz="2000" i="1" dirty="0" err="1">
                <a:solidFill>
                  <a:schemeClr val="tx1"/>
                </a:solidFill>
              </a:rPr>
              <a:t>case_id</a:t>
            </a:r>
            <a:endParaRPr lang="en-US" altLang="en-US" sz="2000" i="1" dirty="0">
              <a:solidFill>
                <a:schemeClr val="tx1"/>
              </a:solidFill>
            </a:endParaRPr>
          </a:p>
          <a:p>
            <a:pPr eaLnBrk="1" hangingPunct="1">
              <a:spcBef>
                <a:spcPts val="600"/>
              </a:spcBef>
              <a:spcAft>
                <a:spcPts val="0"/>
              </a:spcAft>
              <a:buFontTx/>
              <a:buAutoNum type="arabicPeriod"/>
            </a:pPr>
            <a:r>
              <a:rPr lang="en-US" altLang="en-US" sz="2000" dirty="0">
                <a:solidFill>
                  <a:schemeClr val="tx1"/>
                </a:solidFill>
              </a:rPr>
              <a:t>Create a sub-directory to hold the evidence image </a:t>
            </a:r>
            <a:r>
              <a:rPr lang="en-US" altLang="en-US" sz="2000" i="1" dirty="0">
                <a:solidFill>
                  <a:schemeClr val="tx1"/>
                </a:solidFill>
              </a:rPr>
              <a:t>/</a:t>
            </a:r>
            <a:r>
              <a:rPr lang="en-US" altLang="en-US" sz="2000" i="1" dirty="0" err="1">
                <a:solidFill>
                  <a:schemeClr val="tx1"/>
                </a:solidFill>
              </a:rPr>
              <a:t>image.disk</a:t>
            </a:r>
            <a:r>
              <a:rPr lang="en-US" altLang="en-US" sz="2000" i="1" dirty="0">
                <a:solidFill>
                  <a:schemeClr val="tx1"/>
                </a:solidFill>
              </a:rPr>
              <a:t>/</a:t>
            </a:r>
            <a:r>
              <a:rPr lang="en-US" altLang="en-US" sz="2000" i="1" dirty="0" err="1">
                <a:solidFill>
                  <a:schemeClr val="tx1"/>
                </a:solidFill>
              </a:rPr>
              <a:t>case_id</a:t>
            </a:r>
            <a:r>
              <a:rPr lang="en-US" altLang="en-US" sz="2000" i="1" dirty="0">
                <a:solidFill>
                  <a:schemeClr val="tx1"/>
                </a:solidFill>
              </a:rPr>
              <a:t>/</a:t>
            </a:r>
            <a:r>
              <a:rPr lang="en-US" altLang="en-US" sz="2000" i="1" dirty="0" err="1">
                <a:solidFill>
                  <a:schemeClr val="tx1"/>
                </a:solidFill>
              </a:rPr>
              <a:t>evidence_id</a:t>
            </a:r>
            <a:endParaRPr lang="en-US" altLang="en-US" sz="2000" i="1" dirty="0">
              <a:solidFill>
                <a:schemeClr val="tx1"/>
              </a:solidFill>
            </a:endParaRPr>
          </a:p>
          <a:p>
            <a:pPr eaLnBrk="1" hangingPunct="1">
              <a:spcBef>
                <a:spcPts val="600"/>
              </a:spcBef>
              <a:spcAft>
                <a:spcPts val="0"/>
              </a:spcAft>
              <a:buFont typeface="+mj-lt"/>
              <a:buAutoNum type="arabicPeriod"/>
            </a:pPr>
            <a:r>
              <a:rPr lang="en-US" altLang="en-US" sz="2000" dirty="0">
                <a:solidFill>
                  <a:schemeClr val="tx1"/>
                </a:solidFill>
              </a:rPr>
              <a:t>Document details of the investigation including </a:t>
            </a:r>
          </a:p>
          <a:p>
            <a:pPr lvl="1" eaLnBrk="1" hangingPunct="1">
              <a:spcBef>
                <a:spcPts val="600"/>
              </a:spcBef>
              <a:spcAft>
                <a:spcPts val="0"/>
              </a:spcAft>
              <a:buFont typeface="Wingdings" panose="05000000000000000000" pitchFamily="2" charset="2"/>
              <a:buChar char="q"/>
            </a:pPr>
            <a:r>
              <a:rPr lang="en-US" altLang="en-US" sz="1800" dirty="0">
                <a:solidFill>
                  <a:schemeClr val="tx1"/>
                </a:solidFill>
              </a:rPr>
              <a:t>investigator’s details</a:t>
            </a:r>
          </a:p>
          <a:p>
            <a:pPr lvl="1" eaLnBrk="1" hangingPunct="1">
              <a:spcBef>
                <a:spcPts val="600"/>
              </a:spcBef>
              <a:spcAft>
                <a:spcPts val="0"/>
              </a:spcAft>
              <a:buFont typeface="Wingdings" panose="05000000000000000000" pitchFamily="2" charset="2"/>
              <a:buChar char="q"/>
            </a:pPr>
            <a:r>
              <a:rPr lang="en-US" altLang="en-US" sz="1800" dirty="0">
                <a:solidFill>
                  <a:schemeClr val="tx1"/>
                </a:solidFill>
              </a:rPr>
              <a:t>case number, case background details</a:t>
            </a:r>
          </a:p>
          <a:p>
            <a:pPr lvl="1" eaLnBrk="1" hangingPunct="1">
              <a:spcBef>
                <a:spcPts val="600"/>
              </a:spcBef>
              <a:spcAft>
                <a:spcPts val="0"/>
              </a:spcAft>
              <a:buFont typeface="Wingdings" panose="05000000000000000000" pitchFamily="2" charset="2"/>
              <a:buChar char="q"/>
            </a:pPr>
            <a:r>
              <a:rPr lang="en-US" altLang="en-US" sz="1800" dirty="0">
                <a:solidFill>
                  <a:schemeClr val="tx1"/>
                </a:solidFill>
              </a:rPr>
              <a:t>investigation dates</a:t>
            </a:r>
          </a:p>
          <a:p>
            <a:pPr lvl="1" eaLnBrk="1" hangingPunct="1">
              <a:spcBef>
                <a:spcPts val="600"/>
              </a:spcBef>
              <a:spcAft>
                <a:spcPts val="0"/>
              </a:spcAft>
              <a:buFont typeface="Wingdings" panose="05000000000000000000" pitchFamily="2" charset="2"/>
              <a:buChar char="q"/>
            </a:pPr>
            <a:r>
              <a:rPr lang="en-US" altLang="en-US" sz="1800" dirty="0">
                <a:solidFill>
                  <a:schemeClr val="tx1"/>
                </a:solidFill>
              </a:rPr>
              <a:t>scope of the investigation</a:t>
            </a:r>
            <a:endParaRPr lang="en-US" altLang="en-US" sz="1800" i="1" dirty="0">
              <a:solidFill>
                <a:schemeClr val="tx1"/>
              </a:solidFill>
            </a:endParaRPr>
          </a:p>
        </p:txBody>
      </p:sp>
      <p:sp>
        <p:nvSpPr>
          <p:cNvPr id="41987" name="Title 1"/>
          <p:cNvSpPr>
            <a:spLocks noGrp="1"/>
          </p:cNvSpPr>
          <p:nvPr>
            <p:ph type="title"/>
          </p:nvPr>
        </p:nvSpPr>
        <p:spPr>
          <a:xfrm>
            <a:off x="221514" y="274638"/>
            <a:ext cx="7843030" cy="1143000"/>
          </a:xfrm>
        </p:spPr>
        <p:txBody>
          <a:bodyPr/>
          <a:lstStyle/>
          <a:p>
            <a:r>
              <a:rPr lang="en-US" altLang="en-US" dirty="0"/>
              <a:t>Step-by-Step</a:t>
            </a:r>
            <a:endParaRPr lang="en-GB" altLang="en-US" dirty="0"/>
          </a:p>
        </p:txBody>
      </p:sp>
    </p:spTree>
    <p:extLst>
      <p:ext uri="{BB962C8B-B14F-4D97-AF65-F5344CB8AC3E}">
        <p14:creationId xmlns:p14="http://schemas.microsoft.com/office/powerpoint/2010/main" val="115958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ChangeArrowheads="1"/>
          </p:cNvSpPr>
          <p:nvPr/>
        </p:nvSpPr>
        <p:spPr bwMode="auto">
          <a:xfrm>
            <a:off x="478302" y="1688124"/>
            <a:ext cx="8173328" cy="47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sz="2400">
                <a:solidFill>
                  <a:srgbClr val="00528B"/>
                </a:solidFill>
                <a:latin typeface="Arial" panose="020B0604020202020204" pitchFamily="34" charset="0"/>
              </a:defRPr>
            </a:lvl1pPr>
            <a:lvl2pPr marL="1085850" indent="-342900">
              <a:spcBef>
                <a:spcPct val="20000"/>
              </a:spcBef>
              <a:buChar char="–"/>
              <a:defRPr sz="2000">
                <a:solidFill>
                  <a:srgbClr val="00528B"/>
                </a:solidFill>
                <a:latin typeface="Arial" panose="020B0604020202020204" pitchFamily="34" charset="0"/>
              </a:defRPr>
            </a:lvl2pPr>
            <a:lvl3pPr marL="1143000" indent="-228600">
              <a:spcBef>
                <a:spcPct val="20000"/>
              </a:spcBef>
              <a:buFont typeface="Times" panose="02020603050405020304" pitchFamily="18" charset="0"/>
              <a:buChar char="•"/>
              <a:defRPr>
                <a:solidFill>
                  <a:srgbClr val="00528B"/>
                </a:solidFill>
                <a:latin typeface="Arial" panose="020B0604020202020204" pitchFamily="34" charset="0"/>
              </a:defRPr>
            </a:lvl3pPr>
            <a:lvl4pPr marL="1600200" indent="-228600">
              <a:spcBef>
                <a:spcPct val="20000"/>
              </a:spcBef>
              <a:buChar char="-"/>
              <a:defRPr sz="1600">
                <a:solidFill>
                  <a:srgbClr val="00528B"/>
                </a:solidFill>
                <a:latin typeface="Arial" panose="020B0604020202020204" pitchFamily="34" charset="0"/>
              </a:defRPr>
            </a:lvl4pPr>
            <a:lvl5pPr marL="2057400" indent="-228600">
              <a:spcBef>
                <a:spcPct val="20000"/>
              </a:spcBef>
              <a:buFont typeface="Times" panose="02020603050405020304" pitchFamily="18" charset="0"/>
              <a:buChar char="•"/>
              <a:defRPr sz="1600">
                <a:solidFill>
                  <a:srgbClr val="00528B"/>
                </a:solidFill>
                <a:latin typeface="Arial" panose="020B0604020202020204" pitchFamily="34" charset="0"/>
              </a:defRPr>
            </a:lvl5pPr>
            <a:lvl6pPr marL="25146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6pPr>
            <a:lvl7pPr marL="29718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7pPr>
            <a:lvl8pPr marL="34290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8pPr>
            <a:lvl9pPr marL="38862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9pPr>
          </a:lstStyle>
          <a:p>
            <a:pPr marL="457200" indent="-457200" eaLnBrk="1" hangingPunct="1">
              <a:spcBef>
                <a:spcPts val="600"/>
              </a:spcBef>
              <a:buFont typeface="+mj-lt"/>
              <a:buAutoNum type="arabicPeriod" startAt="7"/>
            </a:pPr>
            <a:r>
              <a:rPr lang="en-US" altLang="en-US" sz="2000" dirty="0">
                <a:solidFill>
                  <a:schemeClr val="tx1"/>
                </a:solidFill>
              </a:rPr>
              <a:t>Document details of the disk media including </a:t>
            </a:r>
          </a:p>
          <a:p>
            <a:pPr marL="740664" lvl="1" indent="-285750" eaLnBrk="1" hangingPunct="1">
              <a:spcBef>
                <a:spcPts val="600"/>
              </a:spcBef>
              <a:buFont typeface="Wingdings" panose="05000000000000000000" pitchFamily="2" charset="2"/>
              <a:buChar char="q"/>
            </a:pPr>
            <a:r>
              <a:rPr lang="en-US" altLang="en-US" sz="1800" dirty="0">
                <a:solidFill>
                  <a:schemeClr val="tx1"/>
                </a:solidFill>
              </a:rPr>
              <a:t>media evidence number, </a:t>
            </a:r>
          </a:p>
          <a:p>
            <a:pPr marL="740664" lvl="1" indent="-285750" eaLnBrk="1" hangingPunct="1">
              <a:spcBef>
                <a:spcPts val="600"/>
              </a:spcBef>
              <a:buFont typeface="Wingdings" panose="05000000000000000000" pitchFamily="2" charset="2"/>
              <a:buChar char="q"/>
            </a:pPr>
            <a:r>
              <a:rPr lang="en-US" altLang="en-US" sz="1800" dirty="0">
                <a:solidFill>
                  <a:schemeClr val="tx1"/>
                </a:solidFill>
              </a:rPr>
              <a:t>make, model, and serial number of the disk, </a:t>
            </a:r>
          </a:p>
          <a:p>
            <a:pPr marL="740664" lvl="1" indent="-285750" eaLnBrk="1" hangingPunct="1">
              <a:spcBef>
                <a:spcPts val="600"/>
              </a:spcBef>
              <a:buFont typeface="Wingdings" panose="05000000000000000000" pitchFamily="2" charset="2"/>
              <a:buChar char="q"/>
            </a:pPr>
            <a:r>
              <a:rPr lang="en-US" altLang="en-US" sz="1800" dirty="0">
                <a:solidFill>
                  <a:schemeClr val="tx1"/>
                </a:solidFill>
              </a:rPr>
              <a:t>size and total number of sectors on the drive. </a:t>
            </a:r>
          </a:p>
          <a:p>
            <a:pPr marL="740664" lvl="1" indent="-285750" eaLnBrk="1" hangingPunct="1">
              <a:spcBef>
                <a:spcPts val="600"/>
              </a:spcBef>
              <a:buFont typeface="Wingdings" panose="05000000000000000000" pitchFamily="2" charset="2"/>
              <a:buChar char="q"/>
            </a:pPr>
            <a:r>
              <a:rPr lang="en-US" altLang="en-US" sz="1800" dirty="0">
                <a:solidFill>
                  <a:schemeClr val="tx1"/>
                </a:solidFill>
              </a:rPr>
              <a:t>source of the disk</a:t>
            </a:r>
          </a:p>
          <a:p>
            <a:pPr marL="457200" indent="-457200" eaLnBrk="1" hangingPunct="1">
              <a:spcBef>
                <a:spcPts val="600"/>
              </a:spcBef>
              <a:buFont typeface="+mj-lt"/>
              <a:buAutoNum type="arabicPeriod" startAt="7"/>
            </a:pPr>
            <a:r>
              <a:rPr lang="en-US" altLang="en-US" sz="2000" dirty="0">
                <a:solidFill>
                  <a:schemeClr val="tx1"/>
                </a:solidFill>
              </a:rPr>
              <a:t>Document details of the investigative action including</a:t>
            </a:r>
          </a:p>
          <a:p>
            <a:pPr marL="740664" lvl="1" indent="-283464" eaLnBrk="1" hangingPunct="1">
              <a:spcBef>
                <a:spcPts val="600"/>
              </a:spcBef>
              <a:buFont typeface="Wingdings" panose="05000000000000000000" pitchFamily="2" charset="2"/>
              <a:buChar char="q"/>
            </a:pPr>
            <a:r>
              <a:rPr lang="en-US" altLang="en-US" sz="1800" dirty="0">
                <a:solidFill>
                  <a:schemeClr val="tx1"/>
                </a:solidFill>
              </a:rPr>
              <a:t>date and time of imaging </a:t>
            </a:r>
          </a:p>
          <a:p>
            <a:pPr marL="740664" lvl="1" indent="-283464" eaLnBrk="1" hangingPunct="1">
              <a:spcBef>
                <a:spcPts val="600"/>
              </a:spcBef>
              <a:buFont typeface="Wingdings" panose="05000000000000000000" pitchFamily="2" charset="2"/>
              <a:buChar char="q"/>
            </a:pPr>
            <a:r>
              <a:rPr lang="en-US" altLang="en-US" sz="1800" dirty="0">
                <a:solidFill>
                  <a:schemeClr val="tx1"/>
                </a:solidFill>
              </a:rPr>
              <a:t>make, model, and serial number of computer </a:t>
            </a:r>
          </a:p>
          <a:p>
            <a:pPr marL="740664" lvl="1" indent="-283464" eaLnBrk="1" hangingPunct="1">
              <a:spcBef>
                <a:spcPts val="600"/>
              </a:spcBef>
              <a:buFont typeface="Wingdings" panose="05000000000000000000" pitchFamily="2" charset="2"/>
              <a:buChar char="q"/>
            </a:pPr>
            <a:r>
              <a:rPr lang="en-US" altLang="en-US" sz="1800" dirty="0">
                <a:solidFill>
                  <a:schemeClr val="tx1"/>
                </a:solidFill>
              </a:rPr>
              <a:t>IP and system hostname</a:t>
            </a:r>
          </a:p>
          <a:p>
            <a:pPr marL="457200" indent="-457200" eaLnBrk="1" hangingPunct="1">
              <a:spcBef>
                <a:spcPts val="600"/>
              </a:spcBef>
              <a:buFont typeface="+mj-lt"/>
              <a:buAutoNum type="arabicPeriod" startAt="7"/>
            </a:pPr>
            <a:r>
              <a:rPr lang="en-US" altLang="en-US" sz="2000" dirty="0">
                <a:solidFill>
                  <a:schemeClr val="tx1"/>
                </a:solidFill>
              </a:rPr>
              <a:t>Mount the disk to be imaged as read only (or use a write blocker)</a:t>
            </a:r>
          </a:p>
          <a:p>
            <a:pPr marL="457200" indent="-457200" eaLnBrk="1" hangingPunct="1">
              <a:spcBef>
                <a:spcPts val="600"/>
              </a:spcBef>
              <a:buFont typeface="+mj-lt"/>
              <a:buAutoNum type="arabicPeriod" startAt="7"/>
            </a:pPr>
            <a:r>
              <a:rPr lang="en-US" altLang="en-US" sz="2000" dirty="0">
                <a:solidFill>
                  <a:schemeClr val="tx1"/>
                </a:solidFill>
              </a:rPr>
              <a:t>Create an MD5 hash of the disk to be imaged and save it to the image disk</a:t>
            </a:r>
          </a:p>
          <a:p>
            <a:pPr marL="457200" indent="-457200" eaLnBrk="1" hangingPunct="1">
              <a:spcBef>
                <a:spcPts val="600"/>
              </a:spcBef>
              <a:buFont typeface="+mj-lt"/>
              <a:buAutoNum type="arabicPeriod" startAt="7"/>
            </a:pPr>
            <a:r>
              <a:rPr lang="en-US" altLang="en-US" sz="2000" dirty="0">
                <a:solidFill>
                  <a:schemeClr val="tx1"/>
                </a:solidFill>
              </a:rPr>
              <a:t>Create the disk image in the proper folder</a:t>
            </a:r>
          </a:p>
        </p:txBody>
      </p:sp>
      <p:sp>
        <p:nvSpPr>
          <p:cNvPr id="6" name="Title 1"/>
          <p:cNvSpPr>
            <a:spLocks noGrp="1"/>
          </p:cNvSpPr>
          <p:nvPr>
            <p:ph type="title"/>
          </p:nvPr>
        </p:nvSpPr>
        <p:spPr>
          <a:xfrm>
            <a:off x="221514" y="274638"/>
            <a:ext cx="7843030" cy="1143000"/>
          </a:xfrm>
        </p:spPr>
        <p:txBody>
          <a:bodyPr/>
          <a:lstStyle/>
          <a:p>
            <a:r>
              <a:rPr lang="en-US" altLang="en-US" dirty="0"/>
              <a:t>Step-by-Step</a:t>
            </a:r>
            <a:endParaRPr lang="en-GB" altLang="en-US" dirty="0"/>
          </a:p>
        </p:txBody>
      </p:sp>
    </p:spTree>
    <p:extLst>
      <p:ext uri="{BB962C8B-B14F-4D97-AF65-F5344CB8AC3E}">
        <p14:creationId xmlns:p14="http://schemas.microsoft.com/office/powerpoint/2010/main" val="6220211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ChangeArrowheads="1"/>
          </p:cNvSpPr>
          <p:nvPr/>
        </p:nvSpPr>
        <p:spPr bwMode="auto">
          <a:xfrm>
            <a:off x="492369" y="1702191"/>
            <a:ext cx="8131125" cy="4797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marL="342900" indent="-342900">
              <a:spcBef>
                <a:spcPct val="20000"/>
              </a:spcBef>
              <a:buChar char="•"/>
              <a:defRPr sz="2400">
                <a:solidFill>
                  <a:srgbClr val="00528B"/>
                </a:solidFill>
                <a:latin typeface="Arial" panose="020B0604020202020204" pitchFamily="34" charset="0"/>
              </a:defRPr>
            </a:lvl1pPr>
            <a:lvl2pPr marL="742950" indent="-285750">
              <a:spcBef>
                <a:spcPct val="20000"/>
              </a:spcBef>
              <a:buChar char="–"/>
              <a:defRPr sz="2000">
                <a:solidFill>
                  <a:srgbClr val="00528B"/>
                </a:solidFill>
                <a:latin typeface="Arial" panose="020B0604020202020204" pitchFamily="34" charset="0"/>
              </a:defRPr>
            </a:lvl2pPr>
            <a:lvl3pPr marL="1143000" indent="-228600">
              <a:spcBef>
                <a:spcPct val="20000"/>
              </a:spcBef>
              <a:buFont typeface="Times" panose="02020603050405020304" pitchFamily="18" charset="0"/>
              <a:buChar char="•"/>
              <a:defRPr>
                <a:solidFill>
                  <a:srgbClr val="00528B"/>
                </a:solidFill>
                <a:latin typeface="Arial" panose="020B0604020202020204" pitchFamily="34" charset="0"/>
              </a:defRPr>
            </a:lvl3pPr>
            <a:lvl4pPr marL="1600200" indent="-228600">
              <a:spcBef>
                <a:spcPct val="20000"/>
              </a:spcBef>
              <a:buChar char="-"/>
              <a:defRPr sz="1600">
                <a:solidFill>
                  <a:srgbClr val="00528B"/>
                </a:solidFill>
                <a:latin typeface="Arial" panose="020B0604020202020204" pitchFamily="34" charset="0"/>
              </a:defRPr>
            </a:lvl4pPr>
            <a:lvl5pPr marL="2057400" indent="-228600">
              <a:spcBef>
                <a:spcPct val="20000"/>
              </a:spcBef>
              <a:buFont typeface="Times" panose="02020603050405020304" pitchFamily="18" charset="0"/>
              <a:buChar char="•"/>
              <a:defRPr sz="1600">
                <a:solidFill>
                  <a:srgbClr val="00528B"/>
                </a:solidFill>
                <a:latin typeface="Arial" panose="020B0604020202020204" pitchFamily="34" charset="0"/>
              </a:defRPr>
            </a:lvl5pPr>
            <a:lvl6pPr marL="25146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6pPr>
            <a:lvl7pPr marL="29718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7pPr>
            <a:lvl8pPr marL="34290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8pPr>
            <a:lvl9pPr marL="38862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9pPr>
          </a:lstStyle>
          <a:p>
            <a:pPr marL="457200" indent="-457200" eaLnBrk="1" hangingPunct="1">
              <a:spcBef>
                <a:spcPts val="1200"/>
              </a:spcBef>
              <a:buFont typeface="+mj-lt"/>
              <a:buAutoNum type="arabicPeriod" startAt="12"/>
            </a:pPr>
            <a:r>
              <a:rPr lang="en-US" altLang="en-US" sz="2000" dirty="0">
                <a:solidFill>
                  <a:schemeClr val="tx1"/>
                </a:solidFill>
              </a:rPr>
              <a:t>Change the file permissions of the image to read-only</a:t>
            </a:r>
          </a:p>
          <a:p>
            <a:pPr marL="457200" indent="-457200" eaLnBrk="1" hangingPunct="1">
              <a:spcBef>
                <a:spcPts val="1200"/>
              </a:spcBef>
              <a:buFont typeface="+mj-lt"/>
              <a:buAutoNum type="arabicPeriod" startAt="12"/>
            </a:pPr>
            <a:r>
              <a:rPr lang="en-US" altLang="en-US" sz="2000" dirty="0">
                <a:solidFill>
                  <a:schemeClr val="tx1"/>
                </a:solidFill>
              </a:rPr>
              <a:t>Create an MD5 hash of the disk image and compare the result to the MD5 hash of the original device</a:t>
            </a:r>
          </a:p>
          <a:p>
            <a:pPr marL="457200" indent="-457200" eaLnBrk="1" hangingPunct="1">
              <a:spcBef>
                <a:spcPts val="1200"/>
              </a:spcBef>
              <a:buFont typeface="+mj-lt"/>
              <a:buAutoNum type="arabicPeriod" startAt="12"/>
            </a:pPr>
            <a:r>
              <a:rPr lang="en-US" altLang="en-US" sz="2000" dirty="0">
                <a:solidFill>
                  <a:schemeClr val="tx1"/>
                </a:solidFill>
              </a:rPr>
              <a:t> Mount the disk image to extract evidence</a:t>
            </a:r>
          </a:p>
          <a:p>
            <a:pPr marL="457200" indent="-457200" eaLnBrk="1" hangingPunct="1">
              <a:spcBef>
                <a:spcPts val="1200"/>
              </a:spcBef>
              <a:buFont typeface="+mj-lt"/>
              <a:buAutoNum type="arabicPeriod" startAt="12"/>
            </a:pPr>
            <a:r>
              <a:rPr lang="en-US" altLang="en-US" sz="2000" dirty="0">
                <a:solidFill>
                  <a:schemeClr val="tx1"/>
                </a:solidFill>
              </a:rPr>
              <a:t>View the contents of the disk: all files including hidden files and the directories </a:t>
            </a:r>
          </a:p>
          <a:p>
            <a:pPr marL="457200" indent="-457200" eaLnBrk="1" hangingPunct="1">
              <a:spcBef>
                <a:spcPts val="1200"/>
              </a:spcBef>
              <a:buFont typeface="+mj-lt"/>
              <a:buAutoNum type="arabicPeriod" startAt="12"/>
            </a:pPr>
            <a:r>
              <a:rPr lang="en-US" altLang="en-US" sz="2000" dirty="0">
                <a:solidFill>
                  <a:schemeClr val="tx1"/>
                </a:solidFill>
              </a:rPr>
              <a:t>Make a list of all files along with access times</a:t>
            </a:r>
          </a:p>
          <a:p>
            <a:pPr marL="457200" indent="-457200" eaLnBrk="1" hangingPunct="1">
              <a:spcBef>
                <a:spcPts val="1200"/>
              </a:spcBef>
              <a:buFont typeface="+mj-lt"/>
              <a:buAutoNum type="arabicPeriod" startAt="12"/>
            </a:pPr>
            <a:r>
              <a:rPr lang="en-US" altLang="en-US" sz="2000" dirty="0">
                <a:solidFill>
                  <a:schemeClr val="tx1"/>
                </a:solidFill>
              </a:rPr>
              <a:t>Identify locations of </a:t>
            </a:r>
          </a:p>
          <a:p>
            <a:pPr lvl="1" eaLnBrk="1" hangingPunct="1">
              <a:spcBef>
                <a:spcPct val="0"/>
              </a:spcBef>
              <a:buFont typeface="Wingdings" panose="05000000000000000000" pitchFamily="2" charset="2"/>
              <a:buChar char="q"/>
            </a:pPr>
            <a:r>
              <a:rPr lang="en-US" altLang="en-US" sz="1800" dirty="0">
                <a:solidFill>
                  <a:schemeClr val="tx1"/>
                </a:solidFill>
              </a:rPr>
              <a:t>System files </a:t>
            </a:r>
          </a:p>
          <a:p>
            <a:pPr lvl="1" eaLnBrk="1" hangingPunct="1">
              <a:spcBef>
                <a:spcPct val="0"/>
              </a:spcBef>
              <a:buFont typeface="Wingdings" panose="05000000000000000000" pitchFamily="2" charset="2"/>
              <a:buChar char="q"/>
            </a:pPr>
            <a:r>
              <a:rPr lang="en-US" altLang="en-US" sz="1800" dirty="0">
                <a:solidFill>
                  <a:schemeClr val="tx1"/>
                </a:solidFill>
              </a:rPr>
              <a:t>configuration files </a:t>
            </a:r>
          </a:p>
          <a:p>
            <a:pPr lvl="1" eaLnBrk="1" hangingPunct="1">
              <a:spcBef>
                <a:spcPct val="0"/>
              </a:spcBef>
              <a:buFont typeface="Wingdings" panose="05000000000000000000" pitchFamily="2" charset="2"/>
              <a:buChar char="q"/>
            </a:pPr>
            <a:r>
              <a:rPr lang="en-US" altLang="en-US" sz="1800" dirty="0">
                <a:solidFill>
                  <a:schemeClr val="tx1"/>
                </a:solidFill>
              </a:rPr>
              <a:t>applications </a:t>
            </a:r>
          </a:p>
          <a:p>
            <a:pPr lvl="1" eaLnBrk="1" hangingPunct="1">
              <a:spcBef>
                <a:spcPct val="0"/>
              </a:spcBef>
              <a:buFont typeface="Wingdings" panose="05000000000000000000" pitchFamily="2" charset="2"/>
              <a:buChar char="q"/>
            </a:pPr>
            <a:r>
              <a:rPr lang="en-US" altLang="en-US" sz="1800" dirty="0">
                <a:solidFill>
                  <a:schemeClr val="tx1"/>
                </a:solidFill>
              </a:rPr>
              <a:t>data files </a:t>
            </a:r>
          </a:p>
          <a:p>
            <a:pPr lvl="1" eaLnBrk="1" hangingPunct="1">
              <a:spcBef>
                <a:spcPct val="0"/>
              </a:spcBef>
              <a:buFont typeface="Wingdings" panose="05000000000000000000" pitchFamily="2" charset="2"/>
              <a:buChar char="q"/>
            </a:pPr>
            <a:r>
              <a:rPr lang="en-US" altLang="en-US" sz="1800" dirty="0">
                <a:solidFill>
                  <a:schemeClr val="tx1"/>
                </a:solidFill>
              </a:rPr>
              <a:t>deleted files </a:t>
            </a:r>
          </a:p>
          <a:p>
            <a:pPr eaLnBrk="1" hangingPunct="1">
              <a:spcBef>
                <a:spcPts val="1200"/>
              </a:spcBef>
              <a:buFontTx/>
              <a:buAutoNum type="arabicPeriod" startAt="9"/>
            </a:pPr>
            <a:endParaRPr lang="en-US" altLang="en-US" sz="2000" dirty="0">
              <a:solidFill>
                <a:schemeClr val="tx1"/>
              </a:solidFill>
            </a:endParaRPr>
          </a:p>
        </p:txBody>
      </p:sp>
      <p:sp>
        <p:nvSpPr>
          <p:cNvPr id="6" name="Title 1"/>
          <p:cNvSpPr>
            <a:spLocks noGrp="1"/>
          </p:cNvSpPr>
          <p:nvPr>
            <p:ph type="title"/>
          </p:nvPr>
        </p:nvSpPr>
        <p:spPr>
          <a:xfrm>
            <a:off x="221514" y="274638"/>
            <a:ext cx="7843030" cy="1143000"/>
          </a:xfrm>
        </p:spPr>
        <p:txBody>
          <a:bodyPr/>
          <a:lstStyle/>
          <a:p>
            <a:r>
              <a:rPr lang="en-US" altLang="en-US" dirty="0"/>
              <a:t>Step-by-Step</a:t>
            </a:r>
            <a:endParaRPr lang="en-GB" altLang="en-US" dirty="0"/>
          </a:p>
        </p:txBody>
      </p:sp>
    </p:spTree>
    <p:extLst>
      <p:ext uri="{BB962C8B-B14F-4D97-AF65-F5344CB8AC3E}">
        <p14:creationId xmlns:p14="http://schemas.microsoft.com/office/powerpoint/2010/main" val="31776187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4"/>
          <p:cNvSpPr>
            <a:spLocks noChangeArrowheads="1"/>
          </p:cNvSpPr>
          <p:nvPr/>
        </p:nvSpPr>
        <p:spPr bwMode="auto">
          <a:xfrm>
            <a:off x="450165" y="1772529"/>
            <a:ext cx="8243669" cy="3713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2400">
                <a:solidFill>
                  <a:srgbClr val="00528B"/>
                </a:solidFill>
                <a:latin typeface="Arial" panose="020B0604020202020204" pitchFamily="34" charset="0"/>
              </a:defRPr>
            </a:lvl1pPr>
            <a:lvl2pPr marL="742950" indent="-285750">
              <a:spcBef>
                <a:spcPct val="20000"/>
              </a:spcBef>
              <a:buChar char="–"/>
              <a:defRPr sz="2000">
                <a:solidFill>
                  <a:srgbClr val="00528B"/>
                </a:solidFill>
                <a:latin typeface="Arial" panose="020B0604020202020204" pitchFamily="34" charset="0"/>
              </a:defRPr>
            </a:lvl2pPr>
            <a:lvl3pPr marL="1143000" indent="-228600">
              <a:spcBef>
                <a:spcPct val="20000"/>
              </a:spcBef>
              <a:buFont typeface="Times" panose="02020603050405020304" pitchFamily="18" charset="0"/>
              <a:buChar char="•"/>
              <a:defRPr>
                <a:solidFill>
                  <a:srgbClr val="00528B"/>
                </a:solidFill>
                <a:latin typeface="Arial" panose="020B0604020202020204" pitchFamily="34" charset="0"/>
              </a:defRPr>
            </a:lvl3pPr>
            <a:lvl4pPr marL="1600200" indent="-228600">
              <a:spcBef>
                <a:spcPct val="20000"/>
              </a:spcBef>
              <a:buChar char="-"/>
              <a:defRPr sz="1600">
                <a:solidFill>
                  <a:srgbClr val="00528B"/>
                </a:solidFill>
                <a:latin typeface="Arial" panose="020B0604020202020204" pitchFamily="34" charset="0"/>
              </a:defRPr>
            </a:lvl4pPr>
            <a:lvl5pPr marL="2057400" indent="-228600">
              <a:spcBef>
                <a:spcPct val="20000"/>
              </a:spcBef>
              <a:buFont typeface="Times" panose="02020603050405020304" pitchFamily="18" charset="0"/>
              <a:buChar char="•"/>
              <a:defRPr sz="1600">
                <a:solidFill>
                  <a:srgbClr val="00528B"/>
                </a:solidFill>
                <a:latin typeface="Arial" panose="020B0604020202020204" pitchFamily="34" charset="0"/>
              </a:defRPr>
            </a:lvl5pPr>
            <a:lvl6pPr marL="25146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6pPr>
            <a:lvl7pPr marL="29718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7pPr>
            <a:lvl8pPr marL="34290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8pPr>
            <a:lvl9pPr marL="38862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9pPr>
          </a:lstStyle>
          <a:p>
            <a:pPr marL="457200" indent="-457200" eaLnBrk="1" hangingPunct="1">
              <a:spcBef>
                <a:spcPts val="600"/>
              </a:spcBef>
              <a:buFont typeface="+mj-lt"/>
              <a:buAutoNum type="arabicPeriod" startAt="18"/>
            </a:pPr>
            <a:r>
              <a:rPr lang="en-US" altLang="en-US" sz="2000" dirty="0">
                <a:solidFill>
                  <a:schemeClr val="tx1"/>
                </a:solidFill>
              </a:rPr>
              <a:t>Match file types (extensions) to applications</a:t>
            </a:r>
          </a:p>
          <a:p>
            <a:pPr marL="457200" indent="-457200" eaLnBrk="1" hangingPunct="1">
              <a:spcBef>
                <a:spcPts val="600"/>
              </a:spcBef>
              <a:buFont typeface="+mj-lt"/>
              <a:buAutoNum type="arabicPeriod" startAt="18"/>
            </a:pPr>
            <a:r>
              <a:rPr lang="en-US" altLang="en-US" sz="2000" dirty="0">
                <a:solidFill>
                  <a:schemeClr val="tx1"/>
                </a:solidFill>
              </a:rPr>
              <a:t>List unknown file extensions and changed file appearances</a:t>
            </a:r>
          </a:p>
          <a:p>
            <a:pPr marL="457200" indent="-457200" eaLnBrk="1" hangingPunct="1">
              <a:spcBef>
                <a:spcPts val="600"/>
              </a:spcBef>
              <a:buFont typeface="+mj-lt"/>
              <a:buAutoNum type="arabicPeriod" startAt="18"/>
              <a:defRPr/>
            </a:pPr>
            <a:r>
              <a:rPr lang="en-US" altLang="en-US" sz="2000" dirty="0">
                <a:solidFill>
                  <a:schemeClr val="tx1"/>
                </a:solidFill>
              </a:rPr>
              <a:t>Depending on the scope of the examination, search for likely evidence using keywords, and perform further detailed analysis and logical extraction to support</a:t>
            </a:r>
          </a:p>
          <a:p>
            <a:pPr lvl="2" eaLnBrk="1" hangingPunct="1">
              <a:spcBef>
                <a:spcPts val="600"/>
              </a:spcBef>
              <a:defRPr/>
            </a:pPr>
            <a:r>
              <a:rPr lang="en-US" altLang="en-US" sz="2000" b="1" dirty="0">
                <a:solidFill>
                  <a:srgbClr val="7030A0"/>
                </a:solidFill>
              </a:rPr>
              <a:t>Application and file analysis </a:t>
            </a:r>
          </a:p>
          <a:p>
            <a:pPr lvl="2" eaLnBrk="1" hangingPunct="1">
              <a:spcBef>
                <a:spcPts val="600"/>
              </a:spcBef>
              <a:defRPr/>
            </a:pPr>
            <a:r>
              <a:rPr lang="en-US" altLang="en-US" sz="2000" b="1" dirty="0">
                <a:solidFill>
                  <a:srgbClr val="7030A0"/>
                </a:solidFill>
              </a:rPr>
              <a:t>Timeframe analysis</a:t>
            </a:r>
          </a:p>
          <a:p>
            <a:pPr lvl="2" eaLnBrk="1" hangingPunct="1">
              <a:spcBef>
                <a:spcPts val="600"/>
              </a:spcBef>
              <a:defRPr/>
            </a:pPr>
            <a:r>
              <a:rPr lang="en-US" altLang="en-US" sz="2000" b="1" dirty="0">
                <a:solidFill>
                  <a:srgbClr val="7030A0"/>
                </a:solidFill>
              </a:rPr>
              <a:t>Data hiding analysis</a:t>
            </a:r>
          </a:p>
          <a:p>
            <a:pPr lvl="2" eaLnBrk="1" hangingPunct="1">
              <a:spcBef>
                <a:spcPts val="600"/>
              </a:spcBef>
              <a:defRPr/>
            </a:pPr>
            <a:r>
              <a:rPr lang="en-US" altLang="en-US" sz="2000" b="1" dirty="0">
                <a:solidFill>
                  <a:srgbClr val="7030A0"/>
                </a:solidFill>
              </a:rPr>
              <a:t>Ownership and possession analysis</a:t>
            </a:r>
          </a:p>
        </p:txBody>
      </p:sp>
      <p:sp>
        <p:nvSpPr>
          <p:cNvPr id="6" name="Title 1"/>
          <p:cNvSpPr>
            <a:spLocks noGrp="1"/>
          </p:cNvSpPr>
          <p:nvPr>
            <p:ph type="title"/>
          </p:nvPr>
        </p:nvSpPr>
        <p:spPr>
          <a:xfrm>
            <a:off x="221514" y="274638"/>
            <a:ext cx="7843030" cy="1143000"/>
          </a:xfrm>
        </p:spPr>
        <p:txBody>
          <a:bodyPr/>
          <a:lstStyle/>
          <a:p>
            <a:r>
              <a:rPr lang="en-US" altLang="en-US" dirty="0"/>
              <a:t>Step-by-Step</a:t>
            </a:r>
            <a:endParaRPr lang="en-GB" altLang="en-US" dirty="0"/>
          </a:p>
        </p:txBody>
      </p:sp>
    </p:spTree>
    <p:extLst>
      <p:ext uri="{BB962C8B-B14F-4D97-AF65-F5344CB8AC3E}">
        <p14:creationId xmlns:p14="http://schemas.microsoft.com/office/powerpoint/2010/main" val="3414739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pPr marL="0" indent="0" algn="ctr">
              <a:buNone/>
            </a:pPr>
            <a:r>
              <a:rPr lang="en-US" sz="4000" dirty="0"/>
              <a:t>Quizizz.com</a:t>
            </a:r>
          </a:p>
          <a:p>
            <a:pPr marL="0" indent="0" algn="ctr">
              <a:buNone/>
            </a:pPr>
            <a:r>
              <a:rPr lang="en-MY" sz="2400" i="0" dirty="0">
                <a:solidFill>
                  <a:srgbClr val="000000"/>
                </a:solidFill>
                <a:effectLst/>
                <a:latin typeface="Open Sans" panose="020B0606030504020204" pitchFamily="34" charset="0"/>
              </a:rPr>
              <a:t>CSF - Investigation Methodology</a:t>
            </a:r>
          </a:p>
          <a:p>
            <a:pPr marL="0" indent="0" algn="ctr">
              <a:buNone/>
            </a:pPr>
            <a:endParaRPr lang="en-US" sz="4000" dirty="0"/>
          </a:p>
        </p:txBody>
      </p:sp>
      <p:sp>
        <p:nvSpPr>
          <p:cNvPr id="2" name="Title 1"/>
          <p:cNvSpPr>
            <a:spLocks noGrp="1"/>
          </p:cNvSpPr>
          <p:nvPr>
            <p:ph type="title"/>
          </p:nvPr>
        </p:nvSpPr>
        <p:spPr>
          <a:xfrm>
            <a:off x="221514" y="274638"/>
            <a:ext cx="7843030" cy="1143000"/>
          </a:xfrm>
        </p:spPr>
        <p:txBody>
          <a:bodyPr/>
          <a:lstStyle/>
          <a:p>
            <a:r>
              <a:rPr lang="en-US" altLang="en-US" dirty="0"/>
              <a:t>Quick Review Question</a:t>
            </a:r>
            <a:endParaRPr lang="en-GB" dirty="0"/>
          </a:p>
        </p:txBody>
      </p:sp>
    </p:spTree>
    <p:extLst>
      <p:ext uri="{BB962C8B-B14F-4D97-AF65-F5344CB8AC3E}">
        <p14:creationId xmlns:p14="http://schemas.microsoft.com/office/powerpoint/2010/main" val="22771355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dirty="0"/>
              <a:t>Take a systematic approach to investigations</a:t>
            </a:r>
          </a:p>
          <a:p>
            <a:r>
              <a:rPr lang="en-US" dirty="0"/>
              <a:t>Take the nature of the case, instruction, and tools into account while planning the case</a:t>
            </a:r>
          </a:p>
          <a:p>
            <a:r>
              <a:rPr lang="en-US" dirty="0"/>
              <a:t>Apply standard problem-solving techniques</a:t>
            </a:r>
          </a:p>
          <a:p>
            <a:r>
              <a:rPr lang="en-US" dirty="0"/>
              <a:t>Copy and preserve the original evidence</a:t>
            </a:r>
          </a:p>
          <a:p>
            <a:r>
              <a:rPr lang="en-US" dirty="0"/>
              <a:t>Avoid dealing with the original evidence</a:t>
            </a:r>
          </a:p>
          <a:p>
            <a:r>
              <a:rPr lang="en-US" dirty="0"/>
              <a:t>Create bit-stream copies of files </a:t>
            </a:r>
          </a:p>
          <a:p>
            <a:r>
              <a:rPr lang="en-US" dirty="0"/>
              <a:t>Create hash values for every softcopy </a:t>
            </a:r>
          </a:p>
          <a:p>
            <a:r>
              <a:rPr lang="en-US" dirty="0"/>
              <a:t>Document everything</a:t>
            </a:r>
          </a:p>
          <a:p>
            <a:r>
              <a:rPr lang="en-US" dirty="0"/>
              <a:t>Maintain chain of custody</a:t>
            </a:r>
            <a:endParaRPr lang="en-GB" dirty="0"/>
          </a:p>
        </p:txBody>
      </p:sp>
      <p:sp>
        <p:nvSpPr>
          <p:cNvPr id="2" name="Title 1"/>
          <p:cNvSpPr>
            <a:spLocks noGrp="1"/>
          </p:cNvSpPr>
          <p:nvPr>
            <p:ph type="title"/>
          </p:nvPr>
        </p:nvSpPr>
        <p:spPr>
          <a:xfrm>
            <a:off x="221514" y="274638"/>
            <a:ext cx="7843030" cy="1143000"/>
          </a:xfrm>
        </p:spPr>
        <p:txBody>
          <a:bodyPr/>
          <a:lstStyle/>
          <a:p>
            <a:r>
              <a:rPr lang="en-US" altLang="zh-TW" dirty="0"/>
              <a:t>Summary of Main Teaching Points</a:t>
            </a:r>
            <a:endParaRPr lang="en-GB" dirty="0"/>
          </a:p>
        </p:txBody>
      </p:sp>
    </p:spTree>
    <p:extLst>
      <p:ext uri="{BB962C8B-B14F-4D97-AF65-F5344CB8AC3E}">
        <p14:creationId xmlns:p14="http://schemas.microsoft.com/office/powerpoint/2010/main" val="28764908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221514" y="274638"/>
            <a:ext cx="7843030" cy="1143000"/>
          </a:xfrm>
        </p:spPr>
        <p:txBody>
          <a:bodyPr/>
          <a:lstStyle/>
          <a:p>
            <a:r>
              <a:rPr lang="en-US" altLang="en-US" dirty="0"/>
              <a:t>Q &amp; A</a:t>
            </a:r>
            <a:endParaRPr lang="en-GB" altLang="en-US" dirty="0"/>
          </a:p>
        </p:txBody>
      </p:sp>
      <p:pic>
        <p:nvPicPr>
          <p:cNvPr id="46083"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64978" y="1683086"/>
            <a:ext cx="3840163" cy="384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787CA598-A448-C1BA-C755-D816537EE4D7}"/>
              </a:ext>
            </a:extLst>
          </p:cNvPr>
          <p:cNvSpPr>
            <a:spLocks noGrp="1"/>
          </p:cNvSpPr>
          <p:nvPr>
            <p:ph idx="1"/>
          </p:nvPr>
        </p:nvSpPr>
        <p:spPr/>
        <p:txBody>
          <a:bodyPr/>
          <a:lstStyle/>
          <a:p>
            <a:endParaRPr lang="en-MY"/>
          </a:p>
        </p:txBody>
      </p:sp>
    </p:spTree>
    <p:extLst>
      <p:ext uri="{BB962C8B-B14F-4D97-AF65-F5344CB8AC3E}">
        <p14:creationId xmlns:p14="http://schemas.microsoft.com/office/powerpoint/2010/main" val="1387614755"/>
      </p:ext>
    </p:extLst>
  </p:cSld>
  <p:clrMapOvr>
    <a:masterClrMapping/>
  </p:clrMapOvr>
</p:sld>
</file>

<file path=ppt/theme/theme1.xml><?xml version="1.0" encoding="utf-8"?>
<a:theme xmlns:a="http://schemas.openxmlformats.org/drawingml/2006/main" name="Theme1">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05DA8037-3C60-488B-A28C-E6C10474452A}" vid="{D8BEDA39-B25D-4631-8FCF-36B08DFFD77F}"/>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60FC96BA5C75469CA474742B618C04" ma:contentTypeVersion="2" ma:contentTypeDescription="Create a new document." ma:contentTypeScope="" ma:versionID="ed59135d6a9148aeb61f79c104a0b8ec">
  <xsd:schema xmlns:xsd="http://www.w3.org/2001/XMLSchema" xmlns:xs="http://www.w3.org/2001/XMLSchema" xmlns:p="http://schemas.microsoft.com/office/2006/metadata/properties" xmlns:ns2="c741b1f2-7c31-4934-af64-33f3fb906f8d" targetNamespace="http://schemas.microsoft.com/office/2006/metadata/properties" ma:root="true" ma:fieldsID="e4dc7deea9fe76c15425727fbc021633" ns2:_="">
    <xsd:import namespace="c741b1f2-7c31-4934-af64-33f3fb906f8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41b1f2-7c31-4934-af64-33f3fb906f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4FC723-7526-4976-9A8B-568CB9EA25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41b1f2-7c31-4934-af64-33f3fb906f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8881290-4904-4F28-8435-6FD24A320A98}">
  <ds:schemaRefs>
    <ds:schemaRef ds:uri="http://schemas.microsoft.com/office/2006/documentManagement/types"/>
    <ds:schemaRef ds:uri="http://purl.org/dc/terms/"/>
    <ds:schemaRef ds:uri="http://purl.org/dc/elements/1.1/"/>
    <ds:schemaRef ds:uri="http://purl.org/dc/dcmitype/"/>
    <ds:schemaRef ds:uri="http://www.w3.org/XML/1998/namespace"/>
    <ds:schemaRef ds:uri="http://schemas.microsoft.com/office/infopath/2007/PartnerControls"/>
    <ds:schemaRef ds:uri="http://schemas.openxmlformats.org/package/2006/metadata/core-properties"/>
    <ds:schemaRef ds:uri="c741b1f2-7c31-4934-af64-33f3fb906f8d"/>
    <ds:schemaRef ds:uri="http://schemas.microsoft.com/office/2006/metadata/properties"/>
  </ds:schemaRefs>
</ds:datastoreItem>
</file>

<file path=customXml/itemProps3.xml><?xml version="1.0" encoding="utf-8"?>
<ds:datastoreItem xmlns:ds="http://schemas.openxmlformats.org/officeDocument/2006/customXml" ds:itemID="{2DD73BF4-038B-4260-838C-DB2BC3E225F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Theme1</Template>
  <TotalTime>3157</TotalTime>
  <Pages>11</Pages>
  <Words>2886</Words>
  <Application>Microsoft Office PowerPoint</Application>
  <PresentationFormat>On-screen Show (4:3)</PresentationFormat>
  <Paragraphs>285</Paragraphs>
  <Slides>42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Arial</vt:lpstr>
      <vt:lpstr>Calibri</vt:lpstr>
      <vt:lpstr>Century Gothic</vt:lpstr>
      <vt:lpstr>Courier New</vt:lpstr>
      <vt:lpstr>Montserrat</vt:lpstr>
      <vt:lpstr>Open Sans</vt:lpstr>
      <vt:lpstr>PT Sans</vt:lpstr>
      <vt:lpstr>Wingdings</vt:lpstr>
      <vt:lpstr>Theme1</vt:lpstr>
      <vt:lpstr>Cyber Security and Forensics AICT014-4-2-CSF Version VE3</vt:lpstr>
      <vt:lpstr>Topic &amp; Structure of The Lesson</vt:lpstr>
      <vt:lpstr>Learning Outcomes</vt:lpstr>
      <vt:lpstr>Key Terms You Must Be Able To Use</vt:lpstr>
      <vt:lpstr>ACPO</vt:lpstr>
      <vt:lpstr>Zatyko, 2007</vt:lpstr>
      <vt:lpstr>EC-Council: Digital Forensic Investigation</vt:lpstr>
      <vt:lpstr>Digital Forensics Phases</vt:lpstr>
      <vt:lpstr>Strategy</vt:lpstr>
      <vt:lpstr>PowerPoint Presentation</vt:lpstr>
      <vt:lpstr>Steps to Prepare for a Computer Forensic Investigation (cont’d)</vt:lpstr>
      <vt:lpstr>Crime Scene Processing Tools </vt:lpstr>
      <vt:lpstr>First Responder</vt:lpstr>
      <vt:lpstr>Documentation</vt:lpstr>
      <vt:lpstr>Acquiring Digital Evidence</vt:lpstr>
      <vt:lpstr>Evidence Extraction</vt:lpstr>
      <vt:lpstr>Physical Extraction</vt:lpstr>
      <vt:lpstr>Logical Extraction</vt:lpstr>
      <vt:lpstr>Tools: Considerations</vt:lpstr>
      <vt:lpstr>Tools: Considerations</vt:lpstr>
      <vt:lpstr>Analysis of Extracted Data</vt:lpstr>
      <vt:lpstr>Application and File Analysis</vt:lpstr>
      <vt:lpstr>Timeframe Analysis</vt:lpstr>
      <vt:lpstr>Caution</vt:lpstr>
      <vt:lpstr>Network Time Protocol (NTP)</vt:lpstr>
      <vt:lpstr>Data Hiding Analysis</vt:lpstr>
      <vt:lpstr>Data Hiding Analysis</vt:lpstr>
      <vt:lpstr>Ownership and Possession</vt:lpstr>
      <vt:lpstr>Ownership and Possession</vt:lpstr>
      <vt:lpstr>Capturing Contents of RAM</vt:lpstr>
      <vt:lpstr>Capturing Contents of RAM</vt:lpstr>
      <vt:lpstr>Capturing Contents of RAM</vt:lpstr>
      <vt:lpstr>Capturing Contents of RAM</vt:lpstr>
      <vt:lpstr>Capturing Contents of RAM</vt:lpstr>
      <vt:lpstr>Capturing Contents of RAM</vt:lpstr>
      <vt:lpstr>Step-by-Step</vt:lpstr>
      <vt:lpstr>Step-by-Step</vt:lpstr>
      <vt:lpstr>Step-by-Step</vt:lpstr>
      <vt:lpstr>Step-by-Step</vt:lpstr>
      <vt:lpstr>Quick Review Question</vt:lpstr>
      <vt:lpstr>Summary of Main Teaching Points</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MSc</dc:subject>
  <dc:creator>Yusnita Binti Yusof</dc:creator>
  <cp:lastModifiedBy>Zaireeda Mohd Fauzee</cp:lastModifiedBy>
  <cp:revision>21</cp:revision>
  <cp:lastPrinted>1995-11-02T09:23:42Z</cp:lastPrinted>
  <dcterms:created xsi:type="dcterms:W3CDTF">2018-10-12T09:24:58Z</dcterms:created>
  <dcterms:modified xsi:type="dcterms:W3CDTF">2025-04-09T12:57:38Z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0x0101007960FC96BA5C75469CA474742B618C04</vt:lpwstr>
  </property>
</Properties>
</file>